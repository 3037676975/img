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handoutMasterIdLst>
    <p:handoutMasterId r:id="rId28"/>
  </p:handoutMasterIdLst>
  <p:sldIdLst>
    <p:sldId id="13007" r:id="rId3"/>
    <p:sldId id="12956" r:id="rId5"/>
    <p:sldId id="12906" r:id="rId6"/>
    <p:sldId id="399" r:id="rId7"/>
    <p:sldId id="13014" r:id="rId8"/>
    <p:sldId id="305" r:id="rId9"/>
    <p:sldId id="337" r:id="rId10"/>
    <p:sldId id="317" r:id="rId11"/>
    <p:sldId id="13021" r:id="rId12"/>
    <p:sldId id="8652" r:id="rId13"/>
    <p:sldId id="270" r:id="rId14"/>
    <p:sldId id="304" r:id="rId15"/>
    <p:sldId id="409" r:id="rId16"/>
    <p:sldId id="13022" r:id="rId17"/>
    <p:sldId id="316" r:id="rId18"/>
    <p:sldId id="8654" r:id="rId19"/>
    <p:sldId id="392" r:id="rId20"/>
    <p:sldId id="464" r:id="rId21"/>
    <p:sldId id="13023" r:id="rId22"/>
    <p:sldId id="13013" r:id="rId23"/>
    <p:sldId id="314" r:id="rId24"/>
    <p:sldId id="313" r:id="rId25"/>
    <p:sldId id="323" r:id="rId26"/>
    <p:sldId id="13024" r:id="rId27"/>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19" userDrawn="1">
          <p15:clr>
            <a:srgbClr val="A4A3A4"/>
          </p15:clr>
        </p15:guide>
        <p15:guide id="2" pos="3839" userDrawn="1">
          <p15:clr>
            <a:srgbClr val="A4A3A4"/>
          </p15:clr>
        </p15:guide>
        <p15:guide id="3" pos="390" userDrawn="1">
          <p15:clr>
            <a:srgbClr val="A4A3A4"/>
          </p15:clr>
        </p15:guide>
        <p15:guide id="4" pos="7025" userDrawn="1">
          <p15:clr>
            <a:srgbClr val="A4A3A4"/>
          </p15:clr>
        </p15:guide>
        <p15:guide id="5" orient="horz" pos="640" userDrawn="1">
          <p15:clr>
            <a:srgbClr val="A4A3A4"/>
          </p15:clr>
        </p15:guide>
        <p15:guide id="6" orient="horz" pos="1706" userDrawn="1">
          <p15:clr>
            <a:srgbClr val="A4A3A4"/>
          </p15:clr>
        </p15:guide>
        <p15:guide id="7" orient="horz" pos="3966" userDrawn="1">
          <p15:clr>
            <a:srgbClr val="A4A3A4"/>
          </p15:clr>
        </p15:guide>
        <p15:guide id="8" orient="horz" pos="38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8382" autoAdjust="0"/>
    <p:restoredTop sz="86506" autoAdjust="0"/>
  </p:normalViewPr>
  <p:slideViewPr>
    <p:cSldViewPr snapToGrid="0" showGuides="1">
      <p:cViewPr>
        <p:scale>
          <a:sx n="66" d="100"/>
          <a:sy n="66" d="100"/>
        </p:scale>
        <p:origin x="-288" y="48"/>
      </p:cViewPr>
      <p:guideLst>
        <p:guide orient="horz" pos="2319"/>
        <p:guide pos="3839"/>
        <p:guide pos="390"/>
        <p:guide pos="7025"/>
        <p:guide orient="horz" pos="640"/>
        <p:guide orient="horz" pos="1706"/>
        <p:guide orient="horz" pos="3966"/>
        <p:guide orient="horz" pos="3870"/>
      </p:guideLst>
    </p:cSldViewPr>
  </p:slideViewPr>
  <p:notesTextViewPr>
    <p:cViewPr>
      <p:scale>
        <a:sx n="1" d="1"/>
        <a:sy n="1" d="1"/>
      </p:scale>
      <p:origin x="0" y="0"/>
    </p:cViewPr>
  </p:notesTextViewPr>
  <p:sorterViewPr>
    <p:cViewPr>
      <p:scale>
        <a:sx n="47" d="100"/>
        <a:sy n="47" d="100"/>
      </p:scale>
      <p:origin x="0" y="0"/>
    </p:cViewPr>
  </p:sorterViewPr>
  <p:notesViewPr>
    <p:cSldViewPr>
      <p:cViewPr>
        <p:scale>
          <a:sx n="1" d="100"/>
          <a:sy n="1"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gs" Target="tags/tag8.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宋体 Heavy" panose="02020900000000000000" charset="-122"/>
                <a:ea typeface="思源宋体 Heavy" panose="020209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宋体 Heavy" panose="02020900000000000000" charset="-122"/>
                <a:ea typeface="思源宋体 Heavy" panose="02020900000000000000" charset="-122"/>
              </a:defRPr>
            </a:lvl1pPr>
          </a:lstStyle>
          <a:p>
            <a:fld id="{45C98034-7DAB-4BA7-9402-30FF9D9F572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宋体 Heavy" panose="02020900000000000000" charset="-122"/>
                <a:ea typeface="思源宋体 Heavy" panose="020209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宋体 Heavy" panose="02020900000000000000" charset="-122"/>
                <a:ea typeface="思源宋体 Heavy" panose="02020900000000000000" charset="-122"/>
              </a:defRPr>
            </a:lvl1pPr>
          </a:lstStyle>
          <a:p>
            <a:fld id="{27016975-1D4D-491B-8EC5-CCC6AF49DF0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宋体 Heavy" panose="02020900000000000000" charset="-122"/>
        <a:ea typeface="思源宋体 Heavy" panose="02020900000000000000" charset="-122"/>
        <a:cs typeface="+mn-cs"/>
      </a:defRPr>
    </a:lvl1pPr>
    <a:lvl2pPr marL="457200" algn="l" defTabSz="914400" rtl="0" eaLnBrk="1" latinLnBrk="0" hangingPunct="1">
      <a:defRPr sz="1200" kern="1200">
        <a:solidFill>
          <a:schemeClr val="tx1"/>
        </a:solidFill>
        <a:latin typeface="思源宋体 Heavy" panose="02020900000000000000" charset="-122"/>
        <a:ea typeface="思源宋体 Heavy" panose="02020900000000000000" charset="-122"/>
        <a:cs typeface="+mn-cs"/>
      </a:defRPr>
    </a:lvl2pPr>
    <a:lvl3pPr marL="914400" algn="l" defTabSz="914400" rtl="0" eaLnBrk="1" latinLnBrk="0" hangingPunct="1">
      <a:defRPr sz="1200" kern="1200">
        <a:solidFill>
          <a:schemeClr val="tx1"/>
        </a:solidFill>
        <a:latin typeface="思源宋体 Heavy" panose="02020900000000000000" charset="-122"/>
        <a:ea typeface="思源宋体 Heavy" panose="02020900000000000000" charset="-122"/>
        <a:cs typeface="+mn-cs"/>
      </a:defRPr>
    </a:lvl3pPr>
    <a:lvl4pPr marL="1371600" algn="l" defTabSz="914400" rtl="0" eaLnBrk="1" latinLnBrk="0" hangingPunct="1">
      <a:defRPr sz="1200" kern="1200">
        <a:solidFill>
          <a:schemeClr val="tx1"/>
        </a:solidFill>
        <a:latin typeface="思源宋体 Heavy" panose="02020900000000000000" charset="-122"/>
        <a:ea typeface="思源宋体 Heavy" panose="02020900000000000000" charset="-122"/>
        <a:cs typeface="+mn-cs"/>
      </a:defRPr>
    </a:lvl4pPr>
    <a:lvl5pPr marL="1828800" algn="l" defTabSz="914400" rtl="0" eaLnBrk="1" latinLnBrk="0" hangingPunct="1">
      <a:defRPr sz="1200" kern="1200">
        <a:solidFill>
          <a:schemeClr val="tx1"/>
        </a:solidFill>
        <a:latin typeface="思源宋体 Heavy" panose="02020900000000000000" charset="-122"/>
        <a:ea typeface="思源宋体 Heavy" panose="02020900000000000000"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7016975-1D4D-491B-8EC5-CCC6AF49DF0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7016975-1D4D-491B-8EC5-CCC6AF49DF0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117DC7-FD80-4766-863C-03E91DD80B6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ACDAA5A-2477-4AA8-A2B6-8B7D7877EE3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68DCEB8-FC90-4F0A-B099-DC294318EA7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https://pan.baidu.com/s/1dBUOykZfGkjoJj8YrmZuTw?pwd=7788</a:t>
            </a:r>
            <a:endParaRPr lang="en-US" altLang="zh-CN"/>
          </a:p>
        </p:txBody>
      </p:sp>
      <p:sp>
        <p:nvSpPr>
          <p:cNvPr id="4" name="灯片编号占位符 3"/>
          <p:cNvSpPr>
            <a:spLocks noGrp="1"/>
          </p:cNvSpPr>
          <p:nvPr>
            <p:ph type="sldNum" sz="quarter" idx="5"/>
          </p:nvPr>
        </p:nvSpPr>
        <p:spPr/>
        <p:txBody>
          <a:bodyPr/>
          <a:lstStyle/>
          <a:p>
            <a:fld id="{27016975-1D4D-491B-8EC5-CCC6AF49DF0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ACDAA5A-2477-4AA8-A2B6-8B7D7877EE3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68DCEB8-FC90-4F0A-B099-DC294318EA7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117DC7-FD80-4766-863C-03E91DD80B6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68DCEB8-FC90-4F0A-B099-DC294318EA77}"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ACDAA5A-2477-4AA8-A2B6-8B7D7877EE3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68DCEB8-FC90-4F0A-B099-DC294318EA7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ACDAA5A-2477-4AA8-A2B6-8B7D7877EE3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117DC7-FD80-4766-863C-03E91DD80B6E}"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https://pan.baidu.com/s/1dBUOykZfGkjoJj8YrmZuTw?pwd=7788</a:t>
            </a:r>
            <a:endParaRPr lang="en-US" altLang="zh-CN"/>
          </a:p>
        </p:txBody>
      </p:sp>
      <p:sp>
        <p:nvSpPr>
          <p:cNvPr id="4" name="灯片编号占位符 3"/>
          <p:cNvSpPr>
            <a:spLocks noGrp="1"/>
          </p:cNvSpPr>
          <p:nvPr>
            <p:ph type="sldNum" sz="quarter" idx="5"/>
          </p:nvPr>
        </p:nvSpPr>
        <p:spPr/>
        <p:txBody>
          <a:bodyPr/>
          <a:lstStyle/>
          <a:p>
            <a:fld id="{468DCEB8-FC90-4F0A-B099-DC294318EA77}"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68DCEB8-FC90-4F0A-B099-DC294318EA77}"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ACDAA5A-2477-4AA8-A2B6-8B7D7877EE37}"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ACDAA5A-2477-4AA8-A2B6-8B7D7877EE37}"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117DC7-FD80-4766-863C-03E91DD80B6E}"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68DCEB8-FC90-4F0A-B099-DC294318EA77}"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68DCEB8-FC90-4F0A-B099-DC294318EA77}"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68DCEB8-FC90-4F0A-B099-DC294318EA77}"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ACDAA5A-2477-4AA8-A2B6-8B7D7877EE37}"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7016975-1D4D-491B-8EC5-CCC6AF49DF0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7">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4.xml"/><Relationship Id="rId4" Type="http://schemas.openxmlformats.org/officeDocument/2006/relationships/tags" Target="../tags/tag2.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tags" Target="../tags/tag3.xml"/><Relationship Id="rId2" Type="http://schemas.microsoft.com/office/2007/relationships/hdphoto" Target="../media/image4.wdp"/><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7.png"/><Relationship Id="rId2" Type="http://schemas.microsoft.com/office/2007/relationships/hdphoto" Target="../media/image6.wdp"/><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xml"/><Relationship Id="rId3"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tags" Target="../tags/tag5.xml"/></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4.xml"/><Relationship Id="rId3" Type="http://schemas.openxmlformats.org/officeDocument/2006/relationships/tags" Target="../tags/tag7.xml"/><Relationship Id="rId2" Type="http://schemas.openxmlformats.org/officeDocument/2006/relationships/image" Target="../media/image1.png"/><Relationship Id="rId1" Type="http://schemas.openxmlformats.org/officeDocument/2006/relationships/tags" Target="../tags/tag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3601422" y="3572229"/>
            <a:ext cx="4995738" cy="369332"/>
          </a:xfrm>
          <a:prstGeom prst="rect">
            <a:avLst/>
          </a:prstGeom>
          <a:noFill/>
        </p:spPr>
        <p:txBody>
          <a:bodyPr wrap="square" rtlCol="0">
            <a:spAutoFit/>
          </a:bodyPr>
          <a:lstStyle/>
          <a:p>
            <a:pPr marL="0" lvl="1" algn="dist"/>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毕业论文</a:t>
            </a:r>
            <a:r>
              <a:rPr lang="en-US" altLang="zh-CN">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a:t>
            </a:r>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论文答辩</a:t>
            </a:r>
            <a:r>
              <a:rPr lang="en-US" altLang="zh-CN">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a:t>
            </a:r>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开题报告</a:t>
            </a:r>
            <a:r>
              <a:rPr lang="en-US" altLang="zh-CN">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a:t>
            </a:r>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论文答辩</a:t>
            </a:r>
            <a:endPar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endParaRPr>
          </a:p>
        </p:txBody>
      </p:sp>
      <p:grpSp>
        <p:nvGrpSpPr>
          <p:cNvPr id="25" name="组合 24"/>
          <p:cNvGrpSpPr/>
          <p:nvPr/>
        </p:nvGrpSpPr>
        <p:grpSpPr>
          <a:xfrm>
            <a:off x="4222866" y="4741009"/>
            <a:ext cx="3753352" cy="432792"/>
            <a:chOff x="195767" y="4547274"/>
            <a:chExt cx="3753352" cy="432792"/>
          </a:xfrm>
        </p:grpSpPr>
        <p:sp>
          <p:nvSpPr>
            <p:cNvPr id="16" name="文本框 15"/>
            <p:cNvSpPr txBox="1"/>
            <p:nvPr/>
          </p:nvSpPr>
          <p:spPr>
            <a:xfrm>
              <a:off x="195767" y="4547274"/>
              <a:ext cx="1808956" cy="432792"/>
            </a:xfrm>
            <a:prstGeom prst="roundRect">
              <a:avLst>
                <a:gd name="adj" fmla="val 50000"/>
              </a:avLst>
            </a:prstGeom>
            <a:solidFill>
              <a:schemeClr val="accent1"/>
            </a:solidFill>
            <a:ln>
              <a:noFill/>
            </a:ln>
          </p:spPr>
          <p:txBody>
            <a:bodyPr wrap="square" rtlCol="0" anchor="ctr">
              <a:spAutoFit/>
            </a:bodyPr>
            <a:lstStyle/>
            <a:p>
              <a:pPr algn="ctr"/>
              <a:r>
                <a:rPr lang="zh-CN" altLang="en-US" sz="1400">
                  <a:solidFill>
                    <a:schemeClr val="bg1"/>
                  </a:solidFill>
                  <a:latin typeface="思源宋体 Heavy" panose="02020900000000000000" charset="-122"/>
                  <a:ea typeface="思源宋体 Heavy" panose="02020900000000000000" charset="-122"/>
                  <a:cs typeface="思源宋体 Heavy" panose="02020900000000000000" charset="-122"/>
                </a:rPr>
                <a:t>答辩人：</a:t>
              </a:r>
              <a:r>
                <a:rPr lang="en-US" altLang="zh-CN" sz="1400">
                  <a:solidFill>
                    <a:schemeClr val="bg1"/>
                  </a:solidFill>
                  <a:latin typeface="思源宋体 Heavy" panose="02020900000000000000" charset="-122"/>
                  <a:ea typeface="思源宋体 Heavy" panose="02020900000000000000" charset="-122"/>
                  <a:cs typeface="思源宋体 Heavy" panose="02020900000000000000" charset="-122"/>
                </a:rPr>
                <a:t>XXX</a:t>
              </a:r>
              <a:endParaRPr lang="zh-CN" altLang="en-US" sz="1400">
                <a:solidFill>
                  <a:schemeClr val="bg1"/>
                </a:solidFill>
              </a:endParaRPr>
            </a:p>
          </p:txBody>
        </p:sp>
        <p:sp>
          <p:nvSpPr>
            <p:cNvPr id="9" name="文本框 8"/>
            <p:cNvSpPr txBox="1"/>
            <p:nvPr/>
          </p:nvSpPr>
          <p:spPr>
            <a:xfrm>
              <a:off x="2140162" y="4547274"/>
              <a:ext cx="1808957" cy="432792"/>
            </a:xfrm>
            <a:prstGeom prst="roundRect">
              <a:avLst>
                <a:gd name="adj" fmla="val 50000"/>
              </a:avLst>
            </a:prstGeom>
            <a:solidFill>
              <a:schemeClr val="accent1"/>
            </a:solidFill>
            <a:ln>
              <a:noFill/>
            </a:ln>
          </p:spPr>
          <p:txBody>
            <a:bodyPr wrap="square" rtlCol="0" anchor="ctr">
              <a:spAutoFit/>
            </a:bodyPr>
            <a:lstStyle/>
            <a:p>
              <a:pPr algn="ctr"/>
              <a:r>
                <a:rPr lang="zh-CN" altLang="en-US" sz="1400">
                  <a:solidFill>
                    <a:schemeClr val="bg1"/>
                  </a:solidFill>
                  <a:latin typeface="思源宋体 Heavy" panose="02020900000000000000" charset="-122"/>
                  <a:ea typeface="思源宋体 Heavy" panose="02020900000000000000" charset="-122"/>
                  <a:cs typeface="思源宋体 Heavy" panose="02020900000000000000" charset="-122"/>
                </a:rPr>
                <a:t>指导老师：</a:t>
              </a:r>
              <a:r>
                <a:rPr lang="en-US" altLang="zh-CN" sz="1400">
                  <a:solidFill>
                    <a:schemeClr val="bg1"/>
                  </a:solidFill>
                  <a:latin typeface="思源宋体 Heavy" panose="02020900000000000000" charset="-122"/>
                  <a:ea typeface="思源宋体 Heavy" panose="02020900000000000000" charset="-122"/>
                  <a:cs typeface="思源宋体 Heavy" panose="02020900000000000000" charset="-122"/>
                </a:rPr>
                <a:t>XXX</a:t>
              </a:r>
              <a:endParaRPr lang="zh-CN" altLang="en-US" sz="1400">
                <a:solidFill>
                  <a:schemeClr val="bg1"/>
                </a:solidFill>
              </a:endParaRPr>
            </a:p>
          </p:txBody>
        </p:sp>
      </p:grpSp>
      <p:sp>
        <p:nvSpPr>
          <p:cNvPr id="3" name="PA_矩形 28"/>
          <p:cNvSpPr/>
          <p:nvPr>
            <p:custDataLst>
              <p:tags r:id="rId1"/>
            </p:custDataLst>
          </p:nvPr>
        </p:nvSpPr>
        <p:spPr>
          <a:xfrm>
            <a:off x="3598131" y="4037496"/>
            <a:ext cx="4995738" cy="451598"/>
          </a:xfrm>
          <a:prstGeom prst="rect">
            <a:avLst/>
          </a:prstGeom>
          <a:ln>
            <a:noFill/>
          </a:ln>
          <a:effectLst/>
        </p:spPr>
        <p:txBody>
          <a:bodyPr wrap="square">
            <a:spAutoFit/>
          </a:bodyPr>
          <a:lstStyle/>
          <a:p>
            <a:pPr algn="ctr">
              <a:lnSpc>
                <a:spcPct val="120000"/>
              </a:lnSpc>
              <a:spcBef>
                <a:spcPct val="0"/>
              </a:spcBef>
            </a:pPr>
            <a:r>
              <a:rPr lang="en-US" altLang="zh-CN" sz="1000">
                <a:solidFill>
                  <a:schemeClr val="tx1">
                    <a:lumMod val="50000"/>
                    <a:lumOff val="50000"/>
                  </a:schemeClr>
                </a:solidFill>
                <a:latin typeface="思源宋体 Heavy" panose="02020900000000000000" charset="-122"/>
                <a:ea typeface="思源宋体 Heavy" panose="02020900000000000000" charset="-122"/>
                <a:sym typeface="Arial" panose="020B0604020202020204" pitchFamily="34" charset="0"/>
              </a:rPr>
              <a:t>Never forget what you are, for surely the world will not. Make it your strength. Never forget what you are , for surely the world will not. </a:t>
            </a:r>
            <a:endParaRPr lang="en-US" altLang="zh-CN" sz="1000">
              <a:solidFill>
                <a:schemeClr val="tx1">
                  <a:lumMod val="50000"/>
                  <a:lumOff val="50000"/>
                </a:schemeClr>
              </a:solidFill>
              <a:latin typeface="思源宋体 Heavy" panose="02020900000000000000" charset="-122"/>
              <a:ea typeface="思源宋体 Heavy" panose="02020900000000000000" charset="-122"/>
              <a:sym typeface="Arial" panose="020B0604020202020204" pitchFamily="34" charset="0"/>
            </a:endParaRPr>
          </a:p>
        </p:txBody>
      </p:sp>
      <p:sp>
        <p:nvSpPr>
          <p:cNvPr id="53" name="标题 1"/>
          <p:cNvSpPr txBox="1"/>
          <p:nvPr/>
        </p:nvSpPr>
        <p:spPr>
          <a:xfrm>
            <a:off x="3777218" y="1446648"/>
            <a:ext cx="4610260" cy="655160"/>
          </a:xfrm>
          <a:prstGeom prst="rect">
            <a:avLst/>
          </a:prstGeom>
          <a:ln>
            <a:noFill/>
          </a:ln>
        </p:spPr>
        <p:txBody>
          <a:bodyPr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2400">
                <a:solidFill>
                  <a:schemeClr val="accent2"/>
                </a:solidFill>
                <a:latin typeface="思源宋体 Heavy" panose="02020900000000000000" charset="-122"/>
                <a:ea typeface="思源宋体 Heavy" panose="02020900000000000000" charset="-122"/>
                <a:cs typeface="思源宋体 Heavy" panose="02020900000000000000" charset="-122"/>
              </a:rPr>
              <a:t>GRADUATION THESIS DEFENSE</a:t>
            </a:r>
            <a:endParaRPr lang="zh-CN" altLang="en-US" sz="2400">
              <a:solidFill>
                <a:schemeClr val="accent2"/>
              </a:solidFill>
              <a:latin typeface="思源宋体 Heavy" panose="02020900000000000000" charset="-122"/>
              <a:ea typeface="思源宋体 Heavy" panose="02020900000000000000" charset="-122"/>
              <a:cs typeface="思源宋体 Heavy" panose="02020900000000000000" charset="-122"/>
            </a:endParaRPr>
          </a:p>
        </p:txBody>
      </p:sp>
      <p:sp>
        <p:nvSpPr>
          <p:cNvPr id="82" name="任意多边形: 形状 81"/>
          <p:cNvSpPr/>
          <p:nvPr/>
        </p:nvSpPr>
        <p:spPr>
          <a:xfrm>
            <a:off x="7912295" y="2051504"/>
            <a:ext cx="10593" cy="268"/>
          </a:xfrm>
          <a:custGeom>
            <a:avLst/>
            <a:gdLst>
              <a:gd name="connsiteX0" fmla="*/ 0 w 10593"/>
              <a:gd name="connsiteY0" fmla="*/ 0 h 268"/>
              <a:gd name="connsiteX1" fmla="*/ 10593 w 10593"/>
              <a:gd name="connsiteY1" fmla="*/ 0 h 268"/>
              <a:gd name="connsiteX2" fmla="*/ 5297 w 10593"/>
              <a:gd name="connsiteY2" fmla="*/ 268 h 268"/>
              <a:gd name="connsiteX3" fmla="*/ 0 w 10593"/>
              <a:gd name="connsiteY3" fmla="*/ 0 h 268"/>
            </a:gdLst>
            <a:ahLst/>
            <a:cxnLst>
              <a:cxn ang="0">
                <a:pos x="connsiteX0" y="connsiteY0"/>
              </a:cxn>
              <a:cxn ang="0">
                <a:pos x="connsiteX1" y="connsiteY1"/>
              </a:cxn>
              <a:cxn ang="0">
                <a:pos x="connsiteX2" y="connsiteY2"/>
              </a:cxn>
              <a:cxn ang="0">
                <a:pos x="connsiteX3" y="connsiteY3"/>
              </a:cxn>
            </a:cxnLst>
            <a:rect l="l" t="t" r="r" b="b"/>
            <a:pathLst>
              <a:path w="10593" h="268">
                <a:moveTo>
                  <a:pt x="0" y="0"/>
                </a:moveTo>
                <a:lnTo>
                  <a:pt x="10593" y="0"/>
                </a:lnTo>
                <a:lnTo>
                  <a:pt x="5297" y="268"/>
                </a:lnTo>
                <a:lnTo>
                  <a:pt x="0" y="0"/>
                </a:ln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文本框 3"/>
          <p:cNvSpPr txBox="1"/>
          <p:nvPr/>
        </p:nvSpPr>
        <p:spPr>
          <a:xfrm>
            <a:off x="1884466" y="2202771"/>
            <a:ext cx="8420383" cy="1323439"/>
          </a:xfrm>
          <a:prstGeom prst="rect">
            <a:avLst/>
          </a:prstGeom>
          <a:noFill/>
        </p:spPr>
        <p:txBody>
          <a:bodyPr wrap="square" rtlCol="0">
            <a:spAutoFit/>
          </a:bodyPr>
          <a:lstStyle/>
          <a:p>
            <a:pPr marL="0" lvl="1" algn="ctr"/>
            <a:r>
              <a:rPr lang="zh-CN" altLang="en-US" sz="8000" b="1" spc="300">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毕业论文答辩</a:t>
            </a:r>
            <a:endParaRPr lang="zh-CN" altLang="en-US" sz="8000" b="1" spc="300">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endParaRPr>
          </a:p>
        </p:txBody>
      </p:sp>
      <p:pic>
        <p:nvPicPr>
          <p:cNvPr id="28" name="图片 27"/>
          <p:cNvPicPr>
            <a:picLocks noChangeAspect="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rcRect l="232" t="53976" r="3683"/>
          <a:stretch>
            <a:fillRect/>
          </a:stretch>
        </p:blipFill>
        <p:spPr>
          <a:xfrm rot="2199974">
            <a:off x="7196803" y="-876586"/>
            <a:ext cx="6589552" cy="3156346"/>
          </a:xfrm>
          <a:custGeom>
            <a:avLst/>
            <a:gdLst>
              <a:gd name="connsiteX0" fmla="*/ 0 w 6589552"/>
              <a:gd name="connsiteY0" fmla="*/ 3156346 h 3156346"/>
              <a:gd name="connsiteX1" fmla="*/ 4239776 w 6589552"/>
              <a:gd name="connsiteY1" fmla="*/ 0 h 3156346"/>
              <a:gd name="connsiteX2" fmla="*/ 6589552 w 6589552"/>
              <a:gd name="connsiteY2" fmla="*/ 3156346 h 3156346"/>
            </a:gdLst>
            <a:ahLst/>
            <a:cxnLst>
              <a:cxn ang="0">
                <a:pos x="connsiteX0" y="connsiteY0"/>
              </a:cxn>
              <a:cxn ang="0">
                <a:pos x="connsiteX1" y="connsiteY1"/>
              </a:cxn>
              <a:cxn ang="0">
                <a:pos x="connsiteX2" y="connsiteY2"/>
              </a:cxn>
            </a:cxnLst>
            <a:rect l="l" t="t" r="r" b="b"/>
            <a:pathLst>
              <a:path w="6589552" h="3156346">
                <a:moveTo>
                  <a:pt x="0" y="3156346"/>
                </a:moveTo>
                <a:lnTo>
                  <a:pt x="4239776" y="0"/>
                </a:lnTo>
                <a:lnTo>
                  <a:pt x="6589552" y="3156346"/>
                </a:lnTo>
                <a:close/>
              </a:path>
            </a:pathLst>
          </a:custGeom>
        </p:spPr>
      </p:pic>
      <p:pic>
        <p:nvPicPr>
          <p:cNvPr id="30" name="图片 29"/>
          <p:cNvPicPr>
            <a:picLocks noChangeAspect="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rcRect l="54518" t="1392"/>
          <a:stretch>
            <a:fillRect/>
          </a:stretch>
        </p:blipFill>
        <p:spPr>
          <a:xfrm rot="17966596">
            <a:off x="618322" y="2915210"/>
            <a:ext cx="3119173" cy="6762505"/>
          </a:xfrm>
          <a:custGeom>
            <a:avLst/>
            <a:gdLst>
              <a:gd name="connsiteX0" fmla="*/ 3119173 w 3119173"/>
              <a:gd name="connsiteY0" fmla="*/ 0 h 6762505"/>
              <a:gd name="connsiteX1" fmla="*/ 3119173 w 3119173"/>
              <a:gd name="connsiteY1" fmla="*/ 6762505 h 6762505"/>
              <a:gd name="connsiteX2" fmla="*/ 2823369 w 3119173"/>
              <a:gd name="connsiteY2" fmla="*/ 6762505 h 6762505"/>
              <a:gd name="connsiteX3" fmla="*/ 0 w 3119173"/>
              <a:gd name="connsiteY3" fmla="*/ 1760668 h 6762505"/>
            </a:gdLst>
            <a:ahLst/>
            <a:cxnLst>
              <a:cxn ang="0">
                <a:pos x="connsiteX0" y="connsiteY0"/>
              </a:cxn>
              <a:cxn ang="0">
                <a:pos x="connsiteX1" y="connsiteY1"/>
              </a:cxn>
              <a:cxn ang="0">
                <a:pos x="connsiteX2" y="connsiteY2"/>
              </a:cxn>
              <a:cxn ang="0">
                <a:pos x="connsiteX3" y="connsiteY3"/>
              </a:cxn>
            </a:cxnLst>
            <a:rect l="l" t="t" r="r" b="b"/>
            <a:pathLst>
              <a:path w="3119173" h="6762505">
                <a:moveTo>
                  <a:pt x="3119173" y="0"/>
                </a:moveTo>
                <a:lnTo>
                  <a:pt x="3119173" y="6762505"/>
                </a:lnTo>
                <a:lnTo>
                  <a:pt x="2823369" y="6762505"/>
                </a:lnTo>
                <a:lnTo>
                  <a:pt x="0" y="1760668"/>
                </a:lnTo>
                <a:close/>
              </a:path>
            </a:pathLst>
          </a:custGeom>
        </p:spPr>
      </p:pic>
      <p:sp>
        <p:nvSpPr>
          <p:cNvPr id="2" name="标题 1"/>
          <p:cNvSpPr txBox="1"/>
          <p:nvPr/>
        </p:nvSpPr>
        <p:spPr>
          <a:xfrm>
            <a:off x="517084" y="539573"/>
            <a:ext cx="1794795" cy="655160"/>
          </a:xfrm>
          <a:prstGeom prst="rect">
            <a:avLst/>
          </a:prstGeom>
          <a:ln>
            <a:noFill/>
          </a:ln>
        </p:spPr>
        <p:txBody>
          <a:bodyPr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2400">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唐峰</a:t>
            </a:r>
            <a:endParaRPr lang="zh-CN" altLang="en-US" sz="2400">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endParaRPr>
          </a:p>
        </p:txBody>
      </p:sp>
      <p:grpSp>
        <p:nvGrpSpPr>
          <p:cNvPr id="5" name="组合 4"/>
          <p:cNvGrpSpPr/>
          <p:nvPr/>
        </p:nvGrpSpPr>
        <p:grpSpPr>
          <a:xfrm>
            <a:off x="10794018" y="6033950"/>
            <a:ext cx="719095" cy="109495"/>
            <a:chOff x="9120272" y="6464300"/>
            <a:chExt cx="719095" cy="109495"/>
          </a:xfrm>
          <a:solidFill>
            <a:schemeClr val="accent1"/>
          </a:solidFill>
        </p:grpSpPr>
        <p:sp>
          <p:nvSpPr>
            <p:cNvPr id="6" name="椭圆 5"/>
            <p:cNvSpPr/>
            <p:nvPr/>
          </p:nvSpPr>
          <p:spPr>
            <a:xfrm>
              <a:off x="9120272" y="6464300"/>
              <a:ext cx="109495" cy="1094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p:cNvSpPr/>
            <p:nvPr/>
          </p:nvSpPr>
          <p:spPr>
            <a:xfrm>
              <a:off x="9425072" y="6464300"/>
              <a:ext cx="109495" cy="1094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椭圆 10"/>
            <p:cNvSpPr/>
            <p:nvPr/>
          </p:nvSpPr>
          <p:spPr>
            <a:xfrm>
              <a:off x="9729872" y="6464300"/>
              <a:ext cx="109495" cy="1094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8" name="图片 7" descr="mm-(56)"/>
          <p:cNvPicPr>
            <a:picLocks noChangeAspect="1"/>
          </p:cNvPicPr>
          <p:nvPr/>
        </p:nvPicPr>
        <p:blipFill>
          <a:blip r:embed="rId3"/>
          <a:stretch>
            <a:fillRect/>
          </a:stretch>
        </p:blipFill>
        <p:spPr>
          <a:xfrm>
            <a:off x="10700385" y="4938395"/>
            <a:ext cx="905510" cy="1019810"/>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1156"/>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to="" calcmode="lin" valueType="num">
                                      <p:cBhvr>
                                        <p:cTn id="7" dur="500" fill="hold">
                                          <p:stCondLst>
                                            <p:cond delay="0"/>
                                          </p:stCondLst>
                                        </p:cTn>
                                        <p:tgtEl>
                                          <p:spTgt spid="20"/>
                                        </p:tgtEl>
                                        <p:attrNameLst>
                                          <p:attrName>ppt_x</p:attrName>
                                        </p:attrNameLst>
                                      </p:cBhvr>
                                      <p:tavLst>
                                        <p:tav tm="0" fmla="((floor(#ppt_x-0.5)+ceil(#ppt_x-0.5))*0.5+0.5)+(#ppt_x- ((floor(#ppt_x-0.5)+ceil(#ppt_x-0.5))*0.5+0.5))*$">
                                          <p:val>
                                            <p:fltVal val="0"/>
                                          </p:val>
                                        </p:tav>
                                        <p:tav tm="100000">
                                          <p:val>
                                            <p:fltVal val="1"/>
                                          </p:val>
                                        </p:tav>
                                      </p:tavLst>
                                    </p:anim>
                                    <p:anim to="" calcmode="lin" valueType="num">
                                      <p:cBhvr>
                                        <p:cTn id="8" dur="500" fill="hold">
                                          <p:stCondLst>
                                            <p:cond delay="0"/>
                                          </p:stCondLst>
                                        </p:cTn>
                                        <p:tgtEl>
                                          <p:spTgt spid="20"/>
                                        </p:tgtEl>
                                        <p:attrNameLst>
                                          <p:attrName>ppt_y</p:attrName>
                                        </p:attrNameLst>
                                      </p:cBhvr>
                                      <p:tavLst>
                                        <p:tav tm="0" fmla="((floor(#ppt_y-0.5)+ceil(#ppt_y-0.5))*0.5+0.5)+(#ppt_y- ((floor(#ppt_y-0.5)+ceil(#ppt_y-0.5))*0.5+0.5))*$">
                                          <p:val>
                                            <p:fltVal val="0"/>
                                          </p:val>
                                        </p:tav>
                                        <p:tav tm="100000">
                                          <p:val>
                                            <p:fltVal val="1"/>
                                          </p:val>
                                        </p:tav>
                                      </p:tavLst>
                                    </p:anim>
                                  </p:childTnLst>
                                </p:cTn>
                              </p:par>
                              <p:par>
                                <p:cTn id="9" presetID="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 to="" calcmode="lin" valueType="num">
                                      <p:cBhvr>
                                        <p:cTn id="11" dur="500" fill="hold">
                                          <p:stCondLst>
                                            <p:cond delay="0"/>
                                          </p:stCondLst>
                                        </p:cTn>
                                        <p:tgtEl>
                                          <p:spTgt spid="25"/>
                                        </p:tgtEl>
                                        <p:attrNameLst>
                                          <p:attrName>ppt_x</p:attrName>
                                        </p:attrNameLst>
                                      </p:cBhvr>
                                      <p:tavLst>
                                        <p:tav tm="0" fmla="((floor(#ppt_x-0.5)+ceil(#ppt_x-0.5))*0.5+0.5)+(#ppt_x- ((floor(#ppt_x-0.5)+ceil(#ppt_x-0.5))*0.5+0.5))*$">
                                          <p:val>
                                            <p:fltVal val="0"/>
                                          </p:val>
                                        </p:tav>
                                        <p:tav tm="100000">
                                          <p:val>
                                            <p:fltVal val="1"/>
                                          </p:val>
                                        </p:tav>
                                      </p:tavLst>
                                    </p:anim>
                                    <p:anim to="" calcmode="lin" valueType="num">
                                      <p:cBhvr>
                                        <p:cTn id="12" dur="500" fill="hold">
                                          <p:stCondLst>
                                            <p:cond delay="0"/>
                                          </p:stCondLst>
                                        </p:cTn>
                                        <p:tgtEl>
                                          <p:spTgt spid="25"/>
                                        </p:tgtEl>
                                        <p:attrNameLst>
                                          <p:attrName>ppt_y</p:attrName>
                                        </p:attrNameLst>
                                      </p:cBhvr>
                                      <p:tavLst>
                                        <p:tav tm="0" fmla="((floor(#ppt_y-0.5)+ceil(#ppt_y-0.5))*0.5+0.5)+(#ppt_y- ((floor(#ppt_y-0.5)+ceil(#ppt_y-0.5))*0.5+0.5))*$">
                                          <p:val>
                                            <p:fltVal val="0"/>
                                          </p:val>
                                        </p:tav>
                                        <p:tav tm="100000">
                                          <p:val>
                                            <p:fltVal val="1"/>
                                          </p:val>
                                        </p:tav>
                                      </p:tavLst>
                                    </p:anim>
                                  </p:childTnLst>
                                </p:cTn>
                              </p:par>
                              <p:par>
                                <p:cTn id="13" presetID="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to="" calcmode="lin" valueType="num">
                                      <p:cBhvr>
                                        <p:cTn id="15" dur="500" fill="hold">
                                          <p:stCondLst>
                                            <p:cond delay="0"/>
                                          </p:stCondLst>
                                        </p:cTn>
                                        <p:tgtEl>
                                          <p:spTgt spid="3"/>
                                        </p:tgtEl>
                                        <p:attrNameLst>
                                          <p:attrName>ppt_x</p:attrName>
                                        </p:attrNameLst>
                                      </p:cBhvr>
                                      <p:tavLst>
                                        <p:tav tm="0" fmla="((floor(#ppt_x-0.5)+ceil(#ppt_x-0.5))*0.5+0.5)+(#ppt_x- ((floor(#ppt_x-0.5)+ceil(#ppt_x-0.5))*0.5+0.5))*$">
                                          <p:val>
                                            <p:fltVal val="0"/>
                                          </p:val>
                                        </p:tav>
                                        <p:tav tm="100000">
                                          <p:val>
                                            <p:fltVal val="1"/>
                                          </p:val>
                                        </p:tav>
                                      </p:tavLst>
                                    </p:anim>
                                    <p:anim to="" calcmode="lin" valueType="num">
                                      <p:cBhvr>
                                        <p:cTn id="16" dur="500" fill="hold">
                                          <p:stCondLst>
                                            <p:cond delay="0"/>
                                          </p:stCondLst>
                                        </p:cTn>
                                        <p:tgtEl>
                                          <p:spTgt spid="3"/>
                                        </p:tgtEl>
                                        <p:attrNameLst>
                                          <p:attrName>ppt_y</p:attrName>
                                        </p:attrNameLst>
                                      </p:cBhvr>
                                      <p:tavLst>
                                        <p:tav tm="0" fmla="((floor(#ppt_y-0.5)+ceil(#ppt_y-0.5))*0.5+0.5)+(#ppt_y- ((floor(#ppt_y-0.5)+ceil(#ppt_y-0.5))*0.5+0.5))*$">
                                          <p:val>
                                            <p:fltVal val="0"/>
                                          </p:val>
                                        </p:tav>
                                        <p:tav tm="100000">
                                          <p:val>
                                            <p:fltVal val="1"/>
                                          </p:val>
                                        </p:tav>
                                      </p:tavLst>
                                    </p:anim>
                                  </p:childTnLst>
                                </p:cTn>
                              </p:par>
                              <p:par>
                                <p:cTn id="17" presetID="23" presetClass="entr" presetSubtype="16"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anim to="" calcmode="lin" valueType="num">
                                      <p:cBhvr>
                                        <p:cTn id="19" dur="400" accel="50000" fill="hold">
                                          <p:stCondLst>
                                            <p:cond delay="0"/>
                                          </p:stCondLst>
                                        </p:cTn>
                                        <p:tgtEl>
                                          <p:spTgt spid="53"/>
                                        </p:tgtEl>
                                        <p:attrNameLst>
                                          <p:attrName>ppt_w</p:attrName>
                                        </p:attrNameLst>
                                      </p:cBhvr>
                                      <p:tavLst>
                                        <p:tav tm="0">
                                          <p:val>
                                            <p:fltVal val="0"/>
                                          </p:val>
                                        </p:tav>
                                        <p:tav tm="100000">
                                          <p:val>
                                            <p:strVal val="#ppt_w"/>
                                          </p:val>
                                        </p:tav>
                                      </p:tavLst>
                                    </p:anim>
                                    <p:anim to="" calcmode="lin" valueType="num">
                                      <p:cBhvr>
                                        <p:cTn id="20" dur="400" accel="50000" fill="hold">
                                          <p:stCondLst>
                                            <p:cond delay="0"/>
                                          </p:stCondLst>
                                        </p:cTn>
                                        <p:tgtEl>
                                          <p:spTgt spid="53"/>
                                        </p:tgtEl>
                                        <p:attrNameLst>
                                          <p:attrName>ppt_h</p:attrName>
                                        </p:attrNameLst>
                                      </p:cBhvr>
                                      <p:tavLst>
                                        <p:tav tm="0">
                                          <p:val>
                                            <p:fltVal val="0"/>
                                          </p:val>
                                        </p:tav>
                                        <p:tav tm="100000">
                                          <p:val>
                                            <p:strVal val="#ppt_h"/>
                                          </p:val>
                                        </p:tav>
                                      </p:tavLst>
                                    </p:anim>
                                    <p:anim to="" calcmode="lin" valueType="num">
                                      <p:cBhvr>
                                        <p:cTn id="21" dur="100" autoRev="1" fill="hold">
                                          <p:stCondLst>
                                            <p:cond delay="400"/>
                                          </p:stCondLst>
                                        </p:cTn>
                                        <p:tgtEl>
                                          <p:spTgt spid="53"/>
                                        </p:tgtEl>
                                        <p:attrNameLst>
                                          <p:attrName>ppt_w</p:attrName>
                                        </p:attrNameLst>
                                      </p:cBhvr>
                                      <p:tavLst>
                                        <p:tav tm="0">
                                          <p:val>
                                            <p:strVal val="#ppt_w"/>
                                          </p:val>
                                        </p:tav>
                                        <p:tav tm="100000">
                                          <p:val>
                                            <p:strVal val="#ppt_w*1.4"/>
                                          </p:val>
                                        </p:tav>
                                      </p:tavLst>
                                    </p:anim>
                                    <p:anim to="" calcmode="lin" valueType="num">
                                      <p:cBhvr>
                                        <p:cTn id="22" dur="100" autoRev="1" fill="hold">
                                          <p:stCondLst>
                                            <p:cond delay="400"/>
                                          </p:stCondLst>
                                        </p:cTn>
                                        <p:tgtEl>
                                          <p:spTgt spid="53"/>
                                        </p:tgtEl>
                                        <p:attrNameLst>
                                          <p:attrName>ppt_h</p:attrName>
                                        </p:attrNameLst>
                                      </p:cBhvr>
                                      <p:tavLst>
                                        <p:tav tm="0">
                                          <p:val>
                                            <p:strVal val="#ppt_h"/>
                                          </p:val>
                                        </p:tav>
                                        <p:tav tm="100000">
                                          <p:val>
                                            <p:strVal val="#ppt_h*1.4"/>
                                          </p:val>
                                        </p:tav>
                                      </p:tavLst>
                                    </p:anim>
                                  </p:childTnLst>
                                </p:cTn>
                              </p:par>
                              <p:par>
                                <p:cTn id="23" presetID="0" presetClass="entr" presetSubtype="0" fill="hold" grpId="0" nodeType="withEffect">
                                  <p:stCondLst>
                                    <p:cond delay="0"/>
                                  </p:stCondLst>
                                  <p:childTnLst>
                                    <p:set>
                                      <p:cBhvr>
                                        <p:cTn id="24" dur="1" fill="hold">
                                          <p:stCondLst>
                                            <p:cond delay="0"/>
                                          </p:stCondLst>
                                        </p:cTn>
                                        <p:tgtEl>
                                          <p:spTgt spid="82"/>
                                        </p:tgtEl>
                                        <p:attrNameLst>
                                          <p:attrName>style.visibility</p:attrName>
                                        </p:attrNameLst>
                                      </p:cBhvr>
                                      <p:to>
                                        <p:strVal val="visible"/>
                                      </p:to>
                                    </p:set>
                                    <p:anim to="" calcmode="lin" valueType="num">
                                      <p:cBhvr>
                                        <p:cTn id="25" dur="500" fill="hold">
                                          <p:stCondLst>
                                            <p:cond delay="0"/>
                                          </p:stCondLst>
                                        </p:cTn>
                                        <p:tgtEl>
                                          <p:spTgt spid="82"/>
                                        </p:tgtEl>
                                        <p:attrNameLst>
                                          <p:attrName>ppt_x</p:attrName>
                                        </p:attrNameLst>
                                      </p:cBhvr>
                                      <p:tavLst>
                                        <p:tav tm="0" fmla="((floor(#ppt_x-0.5)+ceil(#ppt_x-0.5))*0.5+0.5)+(#ppt_x- ((floor(#ppt_x-0.5)+ceil(#ppt_x-0.5))*0.5+0.5))*$">
                                          <p:val>
                                            <p:fltVal val="0"/>
                                          </p:val>
                                        </p:tav>
                                        <p:tav tm="100000">
                                          <p:val>
                                            <p:fltVal val="1"/>
                                          </p:val>
                                        </p:tav>
                                      </p:tavLst>
                                    </p:anim>
                                    <p:anim to="" calcmode="lin" valueType="num">
                                      <p:cBhvr>
                                        <p:cTn id="26" dur="500" fill="hold">
                                          <p:stCondLst>
                                            <p:cond delay="0"/>
                                          </p:stCondLst>
                                        </p:cTn>
                                        <p:tgtEl>
                                          <p:spTgt spid="82"/>
                                        </p:tgtEl>
                                        <p:attrNameLst>
                                          <p:attrName>ppt_y</p:attrName>
                                        </p:attrNameLst>
                                      </p:cBhvr>
                                      <p:tavLst>
                                        <p:tav tm="0" fmla="((floor(#ppt_y-0.5)+ceil(#ppt_y-0.5))*0.5+0.5)+(#ppt_y- ((floor(#ppt_y-0.5)+ceil(#ppt_y-0.5))*0.5+0.5))*$">
                                          <p:val>
                                            <p:fltVal val="0"/>
                                          </p:val>
                                        </p:tav>
                                        <p:tav tm="100000">
                                          <p:val>
                                            <p:fltVal val="1"/>
                                          </p:val>
                                        </p:tav>
                                      </p:tavLst>
                                    </p:anim>
                                  </p:childTnLst>
                                </p:cTn>
                              </p:par>
                              <p:par>
                                <p:cTn id="27" presetID="23" presetClass="entr" presetSubtype="16"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 to="" calcmode="lin" valueType="num">
                                      <p:cBhvr>
                                        <p:cTn id="29" dur="400" accel="50000" fill="hold">
                                          <p:stCondLst>
                                            <p:cond delay="0"/>
                                          </p:stCondLst>
                                        </p:cTn>
                                        <p:tgtEl>
                                          <p:spTgt spid="4"/>
                                        </p:tgtEl>
                                        <p:attrNameLst>
                                          <p:attrName>ppt_w</p:attrName>
                                        </p:attrNameLst>
                                      </p:cBhvr>
                                      <p:tavLst>
                                        <p:tav tm="0">
                                          <p:val>
                                            <p:fltVal val="0"/>
                                          </p:val>
                                        </p:tav>
                                        <p:tav tm="100000">
                                          <p:val>
                                            <p:strVal val="#ppt_w"/>
                                          </p:val>
                                        </p:tav>
                                      </p:tavLst>
                                    </p:anim>
                                    <p:anim to="" calcmode="lin" valueType="num">
                                      <p:cBhvr>
                                        <p:cTn id="30" dur="400" accel="50000" fill="hold">
                                          <p:stCondLst>
                                            <p:cond delay="0"/>
                                          </p:stCondLst>
                                        </p:cTn>
                                        <p:tgtEl>
                                          <p:spTgt spid="4"/>
                                        </p:tgtEl>
                                        <p:attrNameLst>
                                          <p:attrName>ppt_h</p:attrName>
                                        </p:attrNameLst>
                                      </p:cBhvr>
                                      <p:tavLst>
                                        <p:tav tm="0">
                                          <p:val>
                                            <p:fltVal val="0"/>
                                          </p:val>
                                        </p:tav>
                                        <p:tav tm="100000">
                                          <p:val>
                                            <p:strVal val="#ppt_h"/>
                                          </p:val>
                                        </p:tav>
                                      </p:tavLst>
                                    </p:anim>
                                    <p:anim to="" calcmode="lin" valueType="num">
                                      <p:cBhvr>
                                        <p:cTn id="31" dur="100" autoRev="1" fill="hold">
                                          <p:stCondLst>
                                            <p:cond delay="400"/>
                                          </p:stCondLst>
                                        </p:cTn>
                                        <p:tgtEl>
                                          <p:spTgt spid="4"/>
                                        </p:tgtEl>
                                        <p:attrNameLst>
                                          <p:attrName>ppt_w</p:attrName>
                                        </p:attrNameLst>
                                      </p:cBhvr>
                                      <p:tavLst>
                                        <p:tav tm="0">
                                          <p:val>
                                            <p:strVal val="#ppt_w"/>
                                          </p:val>
                                        </p:tav>
                                        <p:tav tm="100000">
                                          <p:val>
                                            <p:strVal val="#ppt_w*1.4"/>
                                          </p:val>
                                        </p:tav>
                                      </p:tavLst>
                                    </p:anim>
                                    <p:anim to="" calcmode="lin" valueType="num">
                                      <p:cBhvr>
                                        <p:cTn id="32" dur="100" autoRev="1" fill="hold">
                                          <p:stCondLst>
                                            <p:cond delay="400"/>
                                          </p:stCondLst>
                                        </p:cTn>
                                        <p:tgtEl>
                                          <p:spTgt spid="4"/>
                                        </p:tgtEl>
                                        <p:attrNameLst>
                                          <p:attrName>ppt_h</p:attrName>
                                        </p:attrNameLst>
                                      </p:cBhvr>
                                      <p:tavLst>
                                        <p:tav tm="0">
                                          <p:val>
                                            <p:strVal val="#ppt_h"/>
                                          </p:val>
                                        </p:tav>
                                        <p:tav tm="100000">
                                          <p:val>
                                            <p:strVal val="#ppt_h*1.4"/>
                                          </p:val>
                                        </p:tav>
                                      </p:tavLst>
                                    </p:anim>
                                  </p:childTnLst>
                                </p:cTn>
                              </p:par>
                              <p:par>
                                <p:cTn id="33" presetID="23" presetClass="entr" presetSubtype="16" fill="hold" grpId="0" nodeType="withEffect">
                                  <p:stCondLst>
                                    <p:cond delay="0"/>
                                  </p:stCondLst>
                                  <p:childTnLst>
                                    <p:set>
                                      <p:cBhvr>
                                        <p:cTn id="34" dur="1" fill="hold">
                                          <p:stCondLst>
                                            <p:cond delay="0"/>
                                          </p:stCondLst>
                                        </p:cTn>
                                        <p:tgtEl>
                                          <p:spTgt spid="2"/>
                                        </p:tgtEl>
                                        <p:attrNameLst>
                                          <p:attrName>style.visibility</p:attrName>
                                        </p:attrNameLst>
                                      </p:cBhvr>
                                      <p:to>
                                        <p:strVal val="visible"/>
                                      </p:to>
                                    </p:set>
                                    <p:anim to="" calcmode="lin" valueType="num">
                                      <p:cBhvr>
                                        <p:cTn id="35" dur="400" accel="50000" fill="hold">
                                          <p:stCondLst>
                                            <p:cond delay="0"/>
                                          </p:stCondLst>
                                        </p:cTn>
                                        <p:tgtEl>
                                          <p:spTgt spid="2"/>
                                        </p:tgtEl>
                                        <p:attrNameLst>
                                          <p:attrName>ppt_w</p:attrName>
                                        </p:attrNameLst>
                                      </p:cBhvr>
                                      <p:tavLst>
                                        <p:tav tm="0">
                                          <p:val>
                                            <p:fltVal val="0"/>
                                          </p:val>
                                        </p:tav>
                                        <p:tav tm="100000">
                                          <p:val>
                                            <p:strVal val="#ppt_w"/>
                                          </p:val>
                                        </p:tav>
                                      </p:tavLst>
                                    </p:anim>
                                    <p:anim to="" calcmode="lin" valueType="num">
                                      <p:cBhvr>
                                        <p:cTn id="36" dur="400" accel="50000" fill="hold">
                                          <p:stCondLst>
                                            <p:cond delay="0"/>
                                          </p:stCondLst>
                                        </p:cTn>
                                        <p:tgtEl>
                                          <p:spTgt spid="2"/>
                                        </p:tgtEl>
                                        <p:attrNameLst>
                                          <p:attrName>ppt_h</p:attrName>
                                        </p:attrNameLst>
                                      </p:cBhvr>
                                      <p:tavLst>
                                        <p:tav tm="0">
                                          <p:val>
                                            <p:fltVal val="0"/>
                                          </p:val>
                                        </p:tav>
                                        <p:tav tm="100000">
                                          <p:val>
                                            <p:strVal val="#ppt_h"/>
                                          </p:val>
                                        </p:tav>
                                      </p:tavLst>
                                    </p:anim>
                                    <p:anim to="" calcmode="lin" valueType="num">
                                      <p:cBhvr>
                                        <p:cTn id="37" dur="100" autoRev="1" fill="hold">
                                          <p:stCondLst>
                                            <p:cond delay="400"/>
                                          </p:stCondLst>
                                        </p:cTn>
                                        <p:tgtEl>
                                          <p:spTgt spid="2"/>
                                        </p:tgtEl>
                                        <p:attrNameLst>
                                          <p:attrName>ppt_w</p:attrName>
                                        </p:attrNameLst>
                                      </p:cBhvr>
                                      <p:tavLst>
                                        <p:tav tm="0">
                                          <p:val>
                                            <p:strVal val="#ppt_w"/>
                                          </p:val>
                                        </p:tav>
                                        <p:tav tm="100000">
                                          <p:val>
                                            <p:strVal val="#ppt_w*1.4"/>
                                          </p:val>
                                        </p:tav>
                                      </p:tavLst>
                                    </p:anim>
                                    <p:anim to="" calcmode="lin" valueType="num">
                                      <p:cBhvr>
                                        <p:cTn id="38" dur="100" autoRev="1" fill="hold">
                                          <p:stCondLst>
                                            <p:cond delay="400"/>
                                          </p:stCondLst>
                                        </p:cTn>
                                        <p:tgtEl>
                                          <p:spTgt spid="2"/>
                                        </p:tgtEl>
                                        <p:attrNameLst>
                                          <p:attrName>ppt_h</p:attrName>
                                        </p:attrNameLst>
                                      </p:cBhvr>
                                      <p:tavLst>
                                        <p:tav tm="0">
                                          <p:val>
                                            <p:strVal val="#ppt_h"/>
                                          </p:val>
                                        </p:tav>
                                        <p:tav tm="100000">
                                          <p:val>
                                            <p:strVal val="#ppt_h*1.4"/>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 grpId="0"/>
      <p:bldP spid="53" grpId="0"/>
      <p:bldP spid="82" grpId="0" animBg="1"/>
      <p:bldP spid="4"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nvPicPr>
        <p:blipFill>
          <a:blip r:embed="rId1">
            <a:duotone>
              <a:schemeClr val="accent6">
                <a:shade val="45000"/>
                <a:satMod val="135000"/>
              </a:schemeClr>
              <a:prstClr val="white"/>
            </a:duotone>
            <a:extLst>
              <a:ext uri="{BEBA8EAE-BF5A-486C-A8C5-ECC9F3942E4B}">
                <a14:imgProps xmlns:a14="http://schemas.microsoft.com/office/drawing/2010/main">
                  <a14:imgLayer r:embed="rId2">
                    <a14:imgEffect>
                      <a14:colorTemperature colorTemp="1500"/>
                    </a14:imgEffect>
                    <a14:imgEffect>
                      <a14:saturation sat="0"/>
                    </a14:imgEffect>
                  </a14:imgLayer>
                </a14:imgProps>
              </a:ext>
              <a:ext uri="{28A0092B-C50C-407E-A947-70E740481C1C}">
                <a14:useLocalDpi xmlns:a14="http://schemas.microsoft.com/office/drawing/2010/main" val="0"/>
              </a:ext>
            </a:extLst>
          </a:blip>
          <a:srcRect t="59956" r="6195"/>
          <a:stretch>
            <a:fillRect/>
          </a:stretch>
        </p:blipFill>
        <p:spPr>
          <a:xfrm rot="1589409">
            <a:off x="5542817" y="-1174403"/>
            <a:ext cx="7801465" cy="3330376"/>
          </a:xfrm>
          <a:custGeom>
            <a:avLst/>
            <a:gdLst>
              <a:gd name="connsiteX0" fmla="*/ 0 w 7801465"/>
              <a:gd name="connsiteY0" fmla="*/ 3060828 h 3330376"/>
              <a:gd name="connsiteX1" fmla="*/ 6141716 w 7801465"/>
              <a:gd name="connsiteY1" fmla="*/ 0 h 3330376"/>
              <a:gd name="connsiteX2" fmla="*/ 7801465 w 7801465"/>
              <a:gd name="connsiteY2" fmla="*/ 3330376 h 3330376"/>
              <a:gd name="connsiteX3" fmla="*/ 0 w 7801465"/>
              <a:gd name="connsiteY3" fmla="*/ 3330376 h 3330376"/>
            </a:gdLst>
            <a:ahLst/>
            <a:cxnLst>
              <a:cxn ang="0">
                <a:pos x="connsiteX0" y="connsiteY0"/>
              </a:cxn>
              <a:cxn ang="0">
                <a:pos x="connsiteX1" y="connsiteY1"/>
              </a:cxn>
              <a:cxn ang="0">
                <a:pos x="connsiteX2" y="connsiteY2"/>
              </a:cxn>
              <a:cxn ang="0">
                <a:pos x="connsiteX3" y="connsiteY3"/>
              </a:cxn>
            </a:cxnLst>
            <a:rect l="l" t="t" r="r" b="b"/>
            <a:pathLst>
              <a:path w="7801465" h="3330375">
                <a:moveTo>
                  <a:pt x="0" y="3060828"/>
                </a:moveTo>
                <a:lnTo>
                  <a:pt x="6141716" y="0"/>
                </a:lnTo>
                <a:lnTo>
                  <a:pt x="7801465" y="3330376"/>
                </a:lnTo>
                <a:lnTo>
                  <a:pt x="0" y="3330376"/>
                </a:lnTo>
                <a:close/>
              </a:path>
            </a:pathLst>
          </a:custGeom>
        </p:spPr>
      </p:pic>
      <p:grpSp>
        <p:nvGrpSpPr>
          <p:cNvPr id="13" name="组合 12"/>
          <p:cNvGrpSpPr/>
          <p:nvPr/>
        </p:nvGrpSpPr>
        <p:grpSpPr>
          <a:xfrm>
            <a:off x="1405818" y="3098911"/>
            <a:ext cx="10267841" cy="2492465"/>
            <a:chOff x="803924" y="3187335"/>
            <a:chExt cx="10267841" cy="2492465"/>
          </a:xfrm>
        </p:grpSpPr>
        <p:grpSp>
          <p:nvGrpSpPr>
            <p:cNvPr id="4" name="ïSļïḑè"/>
            <p:cNvGrpSpPr/>
            <p:nvPr/>
          </p:nvGrpSpPr>
          <p:grpSpPr>
            <a:xfrm>
              <a:off x="803924" y="3237117"/>
              <a:ext cx="4914306" cy="807775"/>
              <a:chOff x="6404624" y="1053082"/>
              <a:chExt cx="4914306" cy="807775"/>
            </a:xfrm>
          </p:grpSpPr>
          <p:sp>
            <p:nvSpPr>
              <p:cNvPr id="122" name="íş1íḓé"/>
              <p:cNvSpPr/>
              <p:nvPr/>
            </p:nvSpPr>
            <p:spPr>
              <a:xfrm>
                <a:off x="6674626" y="1078223"/>
                <a:ext cx="4266533" cy="782634"/>
              </a:xfrm>
              <a:prstGeom prst="rect">
                <a:avLst/>
              </a:prstGeom>
              <a:solidFill>
                <a:schemeClr val="bg1"/>
              </a:solidFill>
              <a:ln w="12700" cap="flat">
                <a:noFill/>
                <a:prstDash val="solid"/>
                <a:miter/>
              </a:ln>
              <a:effectLst/>
            </p:spPr>
            <p:txBody>
              <a:bodyPr rtlCol="0" anchor="ctr"/>
              <a:lstStyle/>
              <a:p>
                <a:endParaRPr lang="zh-CN" altLang="en-US" sz="1200">
                  <a:solidFill>
                    <a:schemeClr val="bg1"/>
                  </a:solidFill>
                </a:endParaRPr>
              </a:p>
            </p:txBody>
          </p:sp>
          <p:grpSp>
            <p:nvGrpSpPr>
              <p:cNvPr id="123" name="i$lïdé"/>
              <p:cNvGrpSpPr/>
              <p:nvPr/>
            </p:nvGrpSpPr>
            <p:grpSpPr>
              <a:xfrm>
                <a:off x="7052396" y="1053082"/>
                <a:ext cx="4266534" cy="802170"/>
                <a:chOff x="6405464" y="1766617"/>
                <a:chExt cx="4266534" cy="802170"/>
              </a:xfrm>
            </p:grpSpPr>
            <p:sp>
              <p:nvSpPr>
                <p:cNvPr id="125" name="ïśliḍê"/>
                <p:cNvSpPr/>
                <p:nvPr/>
              </p:nvSpPr>
              <p:spPr>
                <a:xfrm>
                  <a:off x="6405464" y="1766617"/>
                  <a:ext cx="4007149" cy="648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r>
                    <a:rPr kumimoji="1" lang="zh-CN" altLang="en-US" sz="2800" b="1">
                      <a:solidFill>
                        <a:schemeClr val="tx1">
                          <a:lumMod val="75000"/>
                          <a:lumOff val="25000"/>
                        </a:schemeClr>
                      </a:solidFill>
                    </a:rPr>
                    <a:t>选题的背景与意义</a:t>
                  </a:r>
                  <a:endParaRPr kumimoji="1" lang="zh-CN" altLang="en-US" sz="2800" b="1">
                    <a:solidFill>
                      <a:schemeClr val="tx1">
                        <a:lumMod val="75000"/>
                        <a:lumOff val="25000"/>
                      </a:schemeClr>
                    </a:solidFill>
                  </a:endParaRPr>
                </a:p>
              </p:txBody>
            </p:sp>
            <p:sp>
              <p:nvSpPr>
                <p:cNvPr id="126" name="i$ļîḋê"/>
                <p:cNvSpPr/>
                <p:nvPr/>
              </p:nvSpPr>
              <p:spPr>
                <a:xfrm>
                  <a:off x="6405465" y="2164536"/>
                  <a:ext cx="4266533" cy="4042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30000"/>
                    </a:lnSpc>
                  </a:pPr>
                  <a:r>
                    <a:rPr kumimoji="1" lang="en-US" altLang="zh-CN" sz="1000">
                      <a:solidFill>
                        <a:schemeClr val="tx1"/>
                      </a:solidFill>
                    </a:rPr>
                    <a:t>Theme color makes PPT more convenient to change. </a:t>
                  </a:r>
                  <a:endParaRPr kumimoji="1" lang="en-US" altLang="zh-CN" sz="1000">
                    <a:solidFill>
                      <a:schemeClr val="tx1"/>
                    </a:solidFill>
                  </a:endParaRPr>
                </a:p>
              </p:txBody>
            </p:sp>
          </p:grpSp>
          <p:sp>
            <p:nvSpPr>
              <p:cNvPr id="124" name="îśļîḑe"/>
              <p:cNvSpPr txBox="1"/>
              <p:nvPr/>
            </p:nvSpPr>
            <p:spPr>
              <a:xfrm>
                <a:off x="6404624" y="1199540"/>
                <a:ext cx="540000" cy="540000"/>
              </a:xfrm>
              <a:prstGeom prst="ellipse">
                <a:avLst/>
              </a:prstGeom>
              <a:solidFill>
                <a:schemeClr val="accent1"/>
              </a:solidFill>
            </p:spPr>
            <p:txBody>
              <a:bodyPr wrap="none" lIns="108000" tIns="108000" rIns="108000" bIns="108000" rtlCol="0" anchor="ctr" anchorCtr="0">
                <a:noAutofit/>
              </a:bodyPr>
              <a:lstStyle>
                <a:defPPr>
                  <a:defRPr lang="zh-CN"/>
                </a:defPPr>
                <a:lvl1pPr algn="ctr">
                  <a:defRPr kumimoji="1" sz="1200" b="1">
                    <a:solidFill>
                      <a:srgbClr val="FFFFFF"/>
                    </a:solidFill>
                  </a:defRPr>
                </a:lvl1pPr>
              </a:lstStyle>
              <a:p>
                <a:r>
                  <a:rPr lang="en-US" altLang="zh-CN" sz="1800"/>
                  <a:t>01</a:t>
                </a:r>
                <a:endParaRPr lang="zh-CN" altLang="en-US" sz="1800"/>
              </a:p>
            </p:txBody>
          </p:sp>
        </p:grpSp>
        <p:grpSp>
          <p:nvGrpSpPr>
            <p:cNvPr id="5" name="iṡ1îḑè"/>
            <p:cNvGrpSpPr/>
            <p:nvPr/>
          </p:nvGrpSpPr>
          <p:grpSpPr>
            <a:xfrm>
              <a:off x="803924" y="4872025"/>
              <a:ext cx="4914306" cy="807775"/>
              <a:chOff x="6404624" y="2070417"/>
              <a:chExt cx="4914306" cy="807775"/>
            </a:xfrm>
          </p:grpSpPr>
          <p:sp>
            <p:nvSpPr>
              <p:cNvPr id="117" name="íşḻíďe"/>
              <p:cNvSpPr/>
              <p:nvPr/>
            </p:nvSpPr>
            <p:spPr>
              <a:xfrm>
                <a:off x="6674626" y="2095558"/>
                <a:ext cx="4266533" cy="782634"/>
              </a:xfrm>
              <a:prstGeom prst="rect">
                <a:avLst/>
              </a:prstGeom>
              <a:solidFill>
                <a:schemeClr val="bg1"/>
              </a:solidFill>
              <a:ln w="12700" cap="flat">
                <a:noFill/>
                <a:prstDash val="solid"/>
                <a:miter/>
              </a:ln>
              <a:effectLst/>
            </p:spPr>
            <p:txBody>
              <a:bodyPr rtlCol="0" anchor="ctr"/>
              <a:lstStyle/>
              <a:p>
                <a:endParaRPr lang="zh-CN" altLang="en-US" sz="1200">
                  <a:solidFill>
                    <a:schemeClr val="bg1"/>
                  </a:solidFill>
                </a:endParaRPr>
              </a:p>
            </p:txBody>
          </p:sp>
          <p:grpSp>
            <p:nvGrpSpPr>
              <p:cNvPr id="118" name="ïṣḷiḋè"/>
              <p:cNvGrpSpPr/>
              <p:nvPr/>
            </p:nvGrpSpPr>
            <p:grpSpPr>
              <a:xfrm>
                <a:off x="7052396" y="2070417"/>
                <a:ext cx="4266534" cy="802170"/>
                <a:chOff x="6405464" y="1766617"/>
                <a:chExt cx="4266534" cy="802170"/>
              </a:xfrm>
            </p:grpSpPr>
            <p:sp>
              <p:nvSpPr>
                <p:cNvPr id="120" name="iṣļîďè"/>
                <p:cNvSpPr/>
                <p:nvPr/>
              </p:nvSpPr>
              <p:spPr>
                <a:xfrm>
                  <a:off x="6405464" y="1766617"/>
                  <a:ext cx="4007149" cy="648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r>
                    <a:rPr kumimoji="1" lang="zh-CN" altLang="en-US" sz="2800" b="1">
                      <a:solidFill>
                        <a:schemeClr val="tx1">
                          <a:lumMod val="75000"/>
                          <a:lumOff val="25000"/>
                        </a:schemeClr>
                      </a:solidFill>
                    </a:rPr>
                    <a:t>研究方法及过程</a:t>
                  </a:r>
                  <a:endParaRPr kumimoji="1" lang="zh-CN" altLang="en-US" sz="2800" b="1">
                    <a:solidFill>
                      <a:schemeClr val="tx1">
                        <a:lumMod val="75000"/>
                        <a:lumOff val="25000"/>
                      </a:schemeClr>
                    </a:solidFill>
                  </a:endParaRPr>
                </a:p>
              </p:txBody>
            </p:sp>
            <p:sp>
              <p:nvSpPr>
                <p:cNvPr id="121" name="îŝļiďè"/>
                <p:cNvSpPr/>
                <p:nvPr/>
              </p:nvSpPr>
              <p:spPr>
                <a:xfrm>
                  <a:off x="6405465" y="2164536"/>
                  <a:ext cx="4266533" cy="4042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30000"/>
                    </a:lnSpc>
                  </a:pPr>
                  <a:r>
                    <a:rPr kumimoji="1" lang="en-US" altLang="zh-CN" sz="1000">
                      <a:solidFill>
                        <a:schemeClr val="tx1"/>
                      </a:solidFill>
                    </a:rPr>
                    <a:t>Theme color makes PPT more convenient to change. </a:t>
                  </a:r>
                  <a:endParaRPr kumimoji="1" lang="en-US" altLang="zh-CN" sz="1000">
                    <a:solidFill>
                      <a:schemeClr val="tx1"/>
                    </a:solidFill>
                  </a:endParaRPr>
                </a:p>
              </p:txBody>
            </p:sp>
          </p:grpSp>
          <p:sp>
            <p:nvSpPr>
              <p:cNvPr id="119" name="ïśļiḓê"/>
              <p:cNvSpPr txBox="1"/>
              <p:nvPr/>
            </p:nvSpPr>
            <p:spPr>
              <a:xfrm>
                <a:off x="6404624" y="2216875"/>
                <a:ext cx="540000" cy="540000"/>
              </a:xfrm>
              <a:prstGeom prst="ellipse">
                <a:avLst/>
              </a:prstGeom>
              <a:solidFill>
                <a:schemeClr val="accent2"/>
              </a:solidFill>
            </p:spPr>
            <p:txBody>
              <a:bodyPr wrap="none" lIns="108000" tIns="108000" rIns="108000" bIns="108000" rtlCol="0" anchor="ctr" anchorCtr="0">
                <a:noAutofit/>
              </a:bodyPr>
              <a:lstStyle>
                <a:defPPr>
                  <a:defRPr lang="zh-CN"/>
                </a:defPPr>
                <a:lvl1pPr algn="ctr">
                  <a:defRPr kumimoji="1" sz="1200" b="1">
                    <a:solidFill>
                      <a:srgbClr val="FFFFFF"/>
                    </a:solidFill>
                  </a:defRPr>
                </a:lvl1pPr>
              </a:lstStyle>
              <a:p>
                <a:r>
                  <a:rPr lang="en-US" altLang="zh-CN" sz="1800"/>
                  <a:t>02</a:t>
                </a:r>
                <a:endParaRPr lang="zh-CN" altLang="en-US" sz="1800"/>
              </a:p>
            </p:txBody>
          </p:sp>
        </p:grpSp>
        <p:grpSp>
          <p:nvGrpSpPr>
            <p:cNvPr id="6" name="îśḷïḓè"/>
            <p:cNvGrpSpPr/>
            <p:nvPr/>
          </p:nvGrpSpPr>
          <p:grpSpPr>
            <a:xfrm>
              <a:off x="6157459" y="3187335"/>
              <a:ext cx="4914306" cy="807775"/>
              <a:chOff x="6404624" y="3012541"/>
              <a:chExt cx="4914306" cy="807775"/>
            </a:xfrm>
          </p:grpSpPr>
          <p:sp>
            <p:nvSpPr>
              <p:cNvPr id="112" name="iṧlíḓé"/>
              <p:cNvSpPr/>
              <p:nvPr/>
            </p:nvSpPr>
            <p:spPr>
              <a:xfrm>
                <a:off x="6674626" y="3037682"/>
                <a:ext cx="4266533" cy="782634"/>
              </a:xfrm>
              <a:prstGeom prst="rect">
                <a:avLst/>
              </a:prstGeom>
              <a:solidFill>
                <a:schemeClr val="bg1"/>
              </a:solidFill>
              <a:ln w="12700" cap="flat">
                <a:noFill/>
                <a:prstDash val="solid"/>
                <a:miter/>
              </a:ln>
              <a:effectLst/>
            </p:spPr>
            <p:txBody>
              <a:bodyPr rtlCol="0" anchor="ctr"/>
              <a:lstStyle/>
              <a:p>
                <a:endParaRPr lang="zh-CN" altLang="en-US" sz="1200">
                  <a:solidFill>
                    <a:schemeClr val="bg1"/>
                  </a:solidFill>
                </a:endParaRPr>
              </a:p>
            </p:txBody>
          </p:sp>
          <p:grpSp>
            <p:nvGrpSpPr>
              <p:cNvPr id="113" name="iṡ1iḑê"/>
              <p:cNvGrpSpPr/>
              <p:nvPr/>
            </p:nvGrpSpPr>
            <p:grpSpPr>
              <a:xfrm>
                <a:off x="7052396" y="3012541"/>
                <a:ext cx="4266534" cy="802170"/>
                <a:chOff x="6405464" y="1766617"/>
                <a:chExt cx="4266534" cy="802170"/>
              </a:xfrm>
            </p:grpSpPr>
            <p:sp>
              <p:nvSpPr>
                <p:cNvPr id="115" name="íṩļîďê"/>
                <p:cNvSpPr/>
                <p:nvPr/>
              </p:nvSpPr>
              <p:spPr>
                <a:xfrm>
                  <a:off x="6405464" y="1766617"/>
                  <a:ext cx="4007149" cy="648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r>
                    <a:rPr kumimoji="1" lang="zh-CN" altLang="en-US" sz="2800" b="1">
                      <a:solidFill>
                        <a:schemeClr val="tx1">
                          <a:lumMod val="75000"/>
                          <a:lumOff val="25000"/>
                        </a:schemeClr>
                      </a:solidFill>
                    </a:rPr>
                    <a:t>研究成果展示应用</a:t>
                  </a:r>
                  <a:endParaRPr kumimoji="1" lang="zh-CN" altLang="en-US" sz="2800" b="1">
                    <a:solidFill>
                      <a:schemeClr val="tx1">
                        <a:lumMod val="75000"/>
                        <a:lumOff val="25000"/>
                      </a:schemeClr>
                    </a:solidFill>
                  </a:endParaRPr>
                </a:p>
              </p:txBody>
            </p:sp>
            <p:sp>
              <p:nvSpPr>
                <p:cNvPr id="116" name="î$1îḍé"/>
                <p:cNvSpPr/>
                <p:nvPr/>
              </p:nvSpPr>
              <p:spPr>
                <a:xfrm>
                  <a:off x="6405465" y="2164536"/>
                  <a:ext cx="4266533" cy="4042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30000"/>
                    </a:lnSpc>
                  </a:pPr>
                  <a:r>
                    <a:rPr kumimoji="1" lang="en-US" altLang="zh-CN" sz="1000">
                      <a:solidFill>
                        <a:schemeClr val="tx1"/>
                      </a:solidFill>
                    </a:rPr>
                    <a:t>Theme color makes PPT more convenient to change. </a:t>
                  </a:r>
                  <a:endParaRPr kumimoji="1" lang="en-US" altLang="zh-CN" sz="1000">
                    <a:solidFill>
                      <a:schemeClr val="tx1"/>
                    </a:solidFill>
                  </a:endParaRPr>
                </a:p>
              </p:txBody>
            </p:sp>
          </p:grpSp>
          <p:sp>
            <p:nvSpPr>
              <p:cNvPr id="114" name="íŝḻïḑê"/>
              <p:cNvSpPr txBox="1"/>
              <p:nvPr/>
            </p:nvSpPr>
            <p:spPr>
              <a:xfrm>
                <a:off x="6404624" y="3158999"/>
                <a:ext cx="540000" cy="540000"/>
              </a:xfrm>
              <a:prstGeom prst="ellipse">
                <a:avLst/>
              </a:prstGeom>
              <a:solidFill>
                <a:schemeClr val="accent2"/>
              </a:solidFill>
            </p:spPr>
            <p:txBody>
              <a:bodyPr wrap="none" lIns="108000" tIns="108000" rIns="108000" bIns="108000" rtlCol="0" anchor="ctr" anchorCtr="0">
                <a:noAutofit/>
              </a:bodyPr>
              <a:lstStyle>
                <a:defPPr>
                  <a:defRPr lang="zh-CN"/>
                </a:defPPr>
                <a:lvl1pPr algn="ctr">
                  <a:defRPr kumimoji="1" b="1">
                    <a:solidFill>
                      <a:srgbClr val="FFFFFF"/>
                    </a:solidFill>
                  </a:defRPr>
                </a:lvl1pPr>
              </a:lstStyle>
              <a:p>
                <a:r>
                  <a:rPr lang="en-US" altLang="zh-CN"/>
                  <a:t>03</a:t>
                </a:r>
                <a:endParaRPr lang="zh-CN" altLang="en-US"/>
              </a:p>
            </p:txBody>
          </p:sp>
        </p:grpSp>
        <p:grpSp>
          <p:nvGrpSpPr>
            <p:cNvPr id="7" name="îśḻiḑe"/>
            <p:cNvGrpSpPr/>
            <p:nvPr/>
          </p:nvGrpSpPr>
          <p:grpSpPr>
            <a:xfrm>
              <a:off x="6157459" y="4822243"/>
              <a:ext cx="4914306" cy="807775"/>
              <a:chOff x="6404624" y="3012541"/>
              <a:chExt cx="4914306" cy="807775"/>
            </a:xfrm>
          </p:grpSpPr>
          <p:sp>
            <p:nvSpPr>
              <p:cNvPr id="107" name="isḻïďè"/>
              <p:cNvSpPr/>
              <p:nvPr/>
            </p:nvSpPr>
            <p:spPr>
              <a:xfrm>
                <a:off x="6674626" y="3037682"/>
                <a:ext cx="4266533" cy="782634"/>
              </a:xfrm>
              <a:prstGeom prst="rect">
                <a:avLst/>
              </a:prstGeom>
              <a:solidFill>
                <a:schemeClr val="bg1"/>
              </a:solidFill>
              <a:ln w="12700" cap="flat">
                <a:noFill/>
                <a:prstDash val="solid"/>
                <a:miter/>
              </a:ln>
              <a:effectLst/>
            </p:spPr>
            <p:txBody>
              <a:bodyPr rtlCol="0" anchor="ctr"/>
              <a:lstStyle/>
              <a:p>
                <a:endParaRPr lang="zh-CN" altLang="en-US" sz="1200">
                  <a:solidFill>
                    <a:schemeClr val="bg1"/>
                  </a:solidFill>
                </a:endParaRPr>
              </a:p>
            </p:txBody>
          </p:sp>
          <p:grpSp>
            <p:nvGrpSpPr>
              <p:cNvPr id="108" name="íṧḷïḓè"/>
              <p:cNvGrpSpPr/>
              <p:nvPr/>
            </p:nvGrpSpPr>
            <p:grpSpPr>
              <a:xfrm>
                <a:off x="7052396" y="3012541"/>
                <a:ext cx="4266534" cy="802170"/>
                <a:chOff x="6405464" y="1766617"/>
                <a:chExt cx="4266534" cy="802170"/>
              </a:xfrm>
            </p:grpSpPr>
            <p:sp>
              <p:nvSpPr>
                <p:cNvPr id="110" name="íSľïḋé"/>
                <p:cNvSpPr/>
                <p:nvPr/>
              </p:nvSpPr>
              <p:spPr>
                <a:xfrm>
                  <a:off x="6405464" y="1766617"/>
                  <a:ext cx="4007149" cy="648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r>
                    <a:rPr kumimoji="1" lang="zh-CN" altLang="en-US" sz="2800" b="1">
                      <a:solidFill>
                        <a:schemeClr val="tx1">
                          <a:lumMod val="75000"/>
                          <a:lumOff val="25000"/>
                        </a:schemeClr>
                      </a:solidFill>
                    </a:rPr>
                    <a:t>论文总结及致谢</a:t>
                  </a:r>
                  <a:endParaRPr kumimoji="1" lang="zh-CN" altLang="en-US" sz="2800" b="1">
                    <a:solidFill>
                      <a:schemeClr val="tx1">
                        <a:lumMod val="75000"/>
                        <a:lumOff val="25000"/>
                      </a:schemeClr>
                    </a:solidFill>
                  </a:endParaRPr>
                </a:p>
              </p:txBody>
            </p:sp>
            <p:sp>
              <p:nvSpPr>
                <p:cNvPr id="111" name="íṥľîde"/>
                <p:cNvSpPr/>
                <p:nvPr/>
              </p:nvSpPr>
              <p:spPr>
                <a:xfrm>
                  <a:off x="6405465" y="2164536"/>
                  <a:ext cx="4266533" cy="4042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30000"/>
                    </a:lnSpc>
                  </a:pPr>
                  <a:r>
                    <a:rPr kumimoji="1" lang="en-US" altLang="zh-CN" sz="1000">
                      <a:solidFill>
                        <a:schemeClr val="tx1"/>
                      </a:solidFill>
                    </a:rPr>
                    <a:t>Theme color makes PPT more convenient to change. </a:t>
                  </a:r>
                  <a:endParaRPr kumimoji="1" lang="en-US" altLang="zh-CN" sz="1000">
                    <a:solidFill>
                      <a:schemeClr val="tx1"/>
                    </a:solidFill>
                  </a:endParaRPr>
                </a:p>
              </p:txBody>
            </p:sp>
          </p:grpSp>
          <p:sp>
            <p:nvSpPr>
              <p:cNvPr id="109" name="ïśḷiḍè"/>
              <p:cNvSpPr txBox="1"/>
              <p:nvPr/>
            </p:nvSpPr>
            <p:spPr>
              <a:xfrm>
                <a:off x="6404624" y="3158999"/>
                <a:ext cx="540000" cy="540000"/>
              </a:xfrm>
              <a:prstGeom prst="ellipse">
                <a:avLst/>
              </a:prstGeom>
              <a:solidFill>
                <a:schemeClr val="accent1"/>
              </a:solidFill>
            </p:spPr>
            <p:txBody>
              <a:bodyPr wrap="none" lIns="108000" tIns="108000" rIns="108000" bIns="108000" rtlCol="0" anchor="ctr" anchorCtr="0">
                <a:noAutofit/>
              </a:bodyPr>
              <a:lstStyle>
                <a:defPPr>
                  <a:defRPr lang="zh-CN"/>
                </a:defPPr>
                <a:lvl1pPr algn="ctr">
                  <a:defRPr kumimoji="1" b="1">
                    <a:solidFill>
                      <a:srgbClr val="FFFFFF"/>
                    </a:solidFill>
                  </a:defRPr>
                </a:lvl1pPr>
              </a:lstStyle>
              <a:p>
                <a:r>
                  <a:rPr lang="en-US" altLang="zh-CN"/>
                  <a:t>04</a:t>
                </a:r>
                <a:endParaRPr lang="zh-CN" altLang="en-US"/>
              </a:p>
            </p:txBody>
          </p:sp>
        </p:grpSp>
      </p:grpSp>
      <p:sp>
        <p:nvSpPr>
          <p:cNvPr id="19" name="文本框 18"/>
          <p:cNvSpPr txBox="1"/>
          <p:nvPr/>
        </p:nvSpPr>
        <p:spPr>
          <a:xfrm>
            <a:off x="150719" y="75522"/>
            <a:ext cx="2793832" cy="2820268"/>
          </a:xfrm>
          <a:prstGeom prst="roundRect">
            <a:avLst>
              <a:gd name="adj" fmla="val 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lvl="1" algn="ctr"/>
            <a:r>
              <a:rPr lang="zh-CN" altLang="en-US" sz="8000" b="1">
                <a:solidFill>
                  <a:schemeClr val="tx1">
                    <a:lumMod val="75000"/>
                    <a:lumOff val="25000"/>
                  </a:schemeClr>
                </a:solidFill>
              </a:rPr>
              <a:t>目录</a:t>
            </a:r>
            <a:endParaRPr lang="zh-CN" altLang="en-US" sz="8000" b="1">
              <a:solidFill>
                <a:schemeClr val="tx1">
                  <a:lumMod val="75000"/>
                  <a:lumOff val="25000"/>
                </a:schemeClr>
              </a:solidFill>
            </a:endParaRPr>
          </a:p>
        </p:txBody>
      </p:sp>
      <p:sp>
        <p:nvSpPr>
          <p:cNvPr id="29" name="标题 1"/>
          <p:cNvSpPr txBox="1"/>
          <p:nvPr/>
        </p:nvSpPr>
        <p:spPr>
          <a:xfrm>
            <a:off x="2765248" y="1259354"/>
            <a:ext cx="2231296" cy="652067"/>
          </a:xfrm>
          <a:prstGeom prst="rect">
            <a:avLst/>
          </a:prstGeom>
          <a:ln>
            <a:noFill/>
          </a:ln>
        </p:spPr>
        <p:txBody>
          <a:bodyPr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dist"/>
            <a:endParaRPr lang="zh-CN" altLang="en-US" sz="2400">
              <a:solidFill>
                <a:schemeClr val="accent2"/>
              </a:solidFill>
              <a:latin typeface="思源宋体 Heavy" panose="02020900000000000000" charset="-122"/>
              <a:ea typeface="思源宋体 Heavy" panose="02020900000000000000" charset="-122"/>
              <a:cs typeface="思源宋体 Heavy" panose="02020900000000000000" charset="-122"/>
            </a:endParaRPr>
          </a:p>
          <a:p>
            <a:pPr algn="dist"/>
            <a:r>
              <a:rPr lang="en-US" altLang="zh-CN" sz="2400">
                <a:solidFill>
                  <a:schemeClr val="accent2"/>
                </a:solidFill>
                <a:latin typeface="思源宋体 Heavy" panose="02020900000000000000" charset="-122"/>
                <a:ea typeface="思源宋体 Heavy" panose="02020900000000000000" charset="-122"/>
                <a:cs typeface="思源宋体 Heavy" panose="02020900000000000000" charset="-122"/>
              </a:rPr>
              <a:t>CONTENTS</a:t>
            </a:r>
            <a:endParaRPr lang="zh-CN" altLang="en-US" sz="2400">
              <a:solidFill>
                <a:schemeClr val="accent2"/>
              </a:solidFill>
              <a:latin typeface="思源宋体 Heavy" panose="02020900000000000000" charset="-122"/>
              <a:ea typeface="思源宋体 Heavy" panose="02020900000000000000" charset="-122"/>
              <a:cs typeface="思源宋体 Heavy" panose="02020900000000000000" charset="-122"/>
            </a:endParaRPr>
          </a:p>
        </p:txBody>
      </p:sp>
    </p:spTree>
    <p:custDataLst>
      <p:tags r:id="rId3"/>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p:cTn id="12" dur="500" fill="hold"/>
                                        <p:tgtEl>
                                          <p:spTgt spid="29"/>
                                        </p:tgtEl>
                                        <p:attrNameLst>
                                          <p:attrName>ppt_w</p:attrName>
                                        </p:attrNameLst>
                                      </p:cBhvr>
                                      <p:tavLst>
                                        <p:tav tm="0">
                                          <p:val>
                                            <p:fltVal val="0"/>
                                          </p:val>
                                        </p:tav>
                                        <p:tav tm="100000">
                                          <p:val>
                                            <p:strVal val="#ppt_w"/>
                                          </p:val>
                                        </p:tav>
                                      </p:tavLst>
                                    </p:anim>
                                    <p:anim calcmode="lin" valueType="num">
                                      <p:cBhvr>
                                        <p:cTn id="13" dur="500" fill="hold"/>
                                        <p:tgtEl>
                                          <p:spTgt spid="29"/>
                                        </p:tgtEl>
                                        <p:attrNameLst>
                                          <p:attrName>ppt_h</p:attrName>
                                        </p:attrNameLst>
                                      </p:cBhvr>
                                      <p:tavLst>
                                        <p:tav tm="0">
                                          <p:val>
                                            <p:fltVal val="0"/>
                                          </p:val>
                                        </p:tav>
                                        <p:tav tm="100000">
                                          <p:val>
                                            <p:strVal val="#ppt_h"/>
                                          </p:val>
                                        </p:tav>
                                      </p:tavLst>
                                    </p:anim>
                                    <p:animEffect transition="in" filter="fade">
                                      <p:cBhvr>
                                        <p:cTn id="1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flipH="1">
            <a:off x="-1591964" y="-876586"/>
            <a:ext cx="14989699" cy="8732635"/>
            <a:chOff x="-1203344" y="-876586"/>
            <a:chExt cx="14989699" cy="8732635"/>
          </a:xfrm>
        </p:grpSpPr>
        <p:pic>
          <p:nvPicPr>
            <p:cNvPr id="9" name="图片 8"/>
            <p:cNvPicPr>
              <a:picLocks noChangeAspect="1"/>
            </p:cNvPicPr>
            <p:nvPr/>
          </p:nvPicPr>
          <p:blipFill>
            <a:blip r:embed="rId1">
              <a:duotone>
                <a:schemeClr val="accent6">
                  <a:shade val="45000"/>
                  <a:satMod val="135000"/>
                </a:schemeClr>
                <a:prstClr val="white"/>
              </a:duotone>
              <a:extLst>
                <a:ext uri="{28A0092B-C50C-407E-A947-70E740481C1C}">
                  <a14:useLocalDpi xmlns:a14="http://schemas.microsoft.com/office/drawing/2010/main" val="0"/>
                </a:ext>
              </a:extLst>
            </a:blip>
            <a:srcRect l="232" t="53976" r="3683"/>
            <a:stretch>
              <a:fillRect/>
            </a:stretch>
          </p:blipFill>
          <p:spPr>
            <a:xfrm rot="2199974">
              <a:off x="7196803" y="-876586"/>
              <a:ext cx="6589552" cy="3156346"/>
            </a:xfrm>
            <a:custGeom>
              <a:avLst/>
              <a:gdLst>
                <a:gd name="connsiteX0" fmla="*/ 0 w 6589552"/>
                <a:gd name="connsiteY0" fmla="*/ 3156346 h 3156346"/>
                <a:gd name="connsiteX1" fmla="*/ 4239776 w 6589552"/>
                <a:gd name="connsiteY1" fmla="*/ 0 h 3156346"/>
                <a:gd name="connsiteX2" fmla="*/ 6589552 w 6589552"/>
                <a:gd name="connsiteY2" fmla="*/ 3156346 h 3156346"/>
              </a:gdLst>
              <a:ahLst/>
              <a:cxnLst>
                <a:cxn ang="0">
                  <a:pos x="connsiteX0" y="connsiteY0"/>
                </a:cxn>
                <a:cxn ang="0">
                  <a:pos x="connsiteX1" y="connsiteY1"/>
                </a:cxn>
                <a:cxn ang="0">
                  <a:pos x="connsiteX2" y="connsiteY2"/>
                </a:cxn>
              </a:cxnLst>
              <a:rect l="l" t="t" r="r" b="b"/>
              <a:pathLst>
                <a:path w="6589552" h="3156346">
                  <a:moveTo>
                    <a:pt x="0" y="3156346"/>
                  </a:moveTo>
                  <a:lnTo>
                    <a:pt x="4239776" y="0"/>
                  </a:lnTo>
                  <a:lnTo>
                    <a:pt x="6589552" y="3156346"/>
                  </a:lnTo>
                  <a:close/>
                </a:path>
              </a:pathLst>
            </a:custGeom>
          </p:spPr>
        </p:pic>
        <p:pic>
          <p:nvPicPr>
            <p:cNvPr id="10" name="图片 9"/>
            <p:cNvPicPr>
              <a:picLocks noChangeAspect="1"/>
            </p:cNvPicPr>
            <p:nvPr/>
          </p:nvPicPr>
          <p:blipFill>
            <a:blip r:embed="rId1">
              <a:duotone>
                <a:schemeClr val="accent6">
                  <a:shade val="45000"/>
                  <a:satMod val="135000"/>
                </a:schemeClr>
                <a:prstClr val="white"/>
              </a:duotone>
              <a:extLst>
                <a:ext uri="{28A0092B-C50C-407E-A947-70E740481C1C}">
                  <a14:useLocalDpi xmlns:a14="http://schemas.microsoft.com/office/drawing/2010/main" val="0"/>
                </a:ext>
              </a:extLst>
            </a:blip>
            <a:srcRect l="54518" t="1392"/>
            <a:stretch>
              <a:fillRect/>
            </a:stretch>
          </p:blipFill>
          <p:spPr>
            <a:xfrm rot="17966596">
              <a:off x="618322" y="2915210"/>
              <a:ext cx="3119173" cy="6762505"/>
            </a:xfrm>
            <a:custGeom>
              <a:avLst/>
              <a:gdLst>
                <a:gd name="connsiteX0" fmla="*/ 3119173 w 3119173"/>
                <a:gd name="connsiteY0" fmla="*/ 0 h 6762505"/>
                <a:gd name="connsiteX1" fmla="*/ 3119173 w 3119173"/>
                <a:gd name="connsiteY1" fmla="*/ 6762505 h 6762505"/>
                <a:gd name="connsiteX2" fmla="*/ 2823369 w 3119173"/>
                <a:gd name="connsiteY2" fmla="*/ 6762505 h 6762505"/>
                <a:gd name="connsiteX3" fmla="*/ 0 w 3119173"/>
                <a:gd name="connsiteY3" fmla="*/ 1760668 h 6762505"/>
              </a:gdLst>
              <a:ahLst/>
              <a:cxnLst>
                <a:cxn ang="0">
                  <a:pos x="connsiteX0" y="connsiteY0"/>
                </a:cxn>
                <a:cxn ang="0">
                  <a:pos x="connsiteX1" y="connsiteY1"/>
                </a:cxn>
                <a:cxn ang="0">
                  <a:pos x="connsiteX2" y="connsiteY2"/>
                </a:cxn>
                <a:cxn ang="0">
                  <a:pos x="connsiteX3" y="connsiteY3"/>
                </a:cxn>
              </a:cxnLst>
              <a:rect l="l" t="t" r="r" b="b"/>
              <a:pathLst>
                <a:path w="3119173" h="6762505">
                  <a:moveTo>
                    <a:pt x="3119173" y="0"/>
                  </a:moveTo>
                  <a:lnTo>
                    <a:pt x="3119173" y="6762505"/>
                  </a:lnTo>
                  <a:lnTo>
                    <a:pt x="2823369" y="6762505"/>
                  </a:lnTo>
                  <a:lnTo>
                    <a:pt x="0" y="1760668"/>
                  </a:lnTo>
                  <a:close/>
                </a:path>
              </a:pathLst>
            </a:custGeom>
          </p:spPr>
        </p:pic>
      </p:grpSp>
      <p:sp>
        <p:nvSpPr>
          <p:cNvPr id="38" name="文本框 37"/>
          <p:cNvSpPr txBox="1"/>
          <p:nvPr/>
        </p:nvSpPr>
        <p:spPr>
          <a:xfrm>
            <a:off x="3544713" y="4434816"/>
            <a:ext cx="5102573" cy="451598"/>
          </a:xfrm>
          <a:prstGeom prst="rect">
            <a:avLst/>
          </a:prstGeom>
          <a:noFill/>
        </p:spPr>
        <p:txBody>
          <a:bodyPr wrap="square" rtlCol="0">
            <a:spAutoFit/>
            <a:scene3d>
              <a:camera prst="orthographicFront"/>
              <a:lightRig rig="threePt" dir="t"/>
            </a:scene3d>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en-US" altLang="zh-CN" sz="1000" b="0" i="0" u="none" strike="noStrike" kern="1200" cap="none" spc="0" normalizeH="0" noProof="0">
                <a:ln>
                  <a:noFill/>
                </a:ln>
                <a:solidFill>
                  <a:schemeClr val="tx1">
                    <a:lumMod val="50000"/>
                    <a:lumOff val="50000"/>
                  </a:schemeClr>
                </a:solidFill>
                <a:effectLst/>
                <a:uLnTx/>
                <a:uFillTx/>
                <a:latin typeface="思源宋体 Heavy" panose="02020900000000000000" charset="-122"/>
                <a:ea typeface="思源宋体 Heavy" panose="02020900000000000000" charset="-122"/>
                <a:sym typeface="Arial" panose="020B0604020202020204" pitchFamily="34" charset="0"/>
              </a:rPr>
              <a:t>The user can demonstrate on a projector or computer or print the it into a film to be used in a wider field</a:t>
            </a:r>
            <a:endParaRPr kumimoji="0" lang="en-US" altLang="zh-CN" sz="1000" b="0" i="0" u="none" strike="noStrike" kern="1200" cap="none" spc="0" normalizeH="0" noProof="0">
              <a:ln>
                <a:noFill/>
              </a:ln>
              <a:solidFill>
                <a:schemeClr val="tx1">
                  <a:lumMod val="50000"/>
                  <a:lumOff val="50000"/>
                </a:schemeClr>
              </a:solidFill>
              <a:effectLst/>
              <a:uLnTx/>
              <a:uFillTx/>
              <a:latin typeface="思源宋体 Heavy" panose="02020900000000000000" charset="-122"/>
              <a:ea typeface="思源宋体 Heavy" panose="02020900000000000000" charset="-122"/>
              <a:sym typeface="Arial" panose="020B0604020202020204" pitchFamily="34" charset="0"/>
            </a:endParaRPr>
          </a:p>
        </p:txBody>
      </p:sp>
      <p:sp>
        <p:nvSpPr>
          <p:cNvPr id="20" name="文本框 19"/>
          <p:cNvSpPr txBox="1"/>
          <p:nvPr/>
        </p:nvSpPr>
        <p:spPr>
          <a:xfrm>
            <a:off x="1887859" y="2273210"/>
            <a:ext cx="8416282" cy="1708319"/>
          </a:xfrm>
          <a:prstGeom prst="roundRect">
            <a:avLst>
              <a:gd name="adj" fmla="val 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lvl="1" algn="ctr"/>
            <a:r>
              <a:rPr lang="zh-CN" altLang="en-US" sz="7200" b="1">
                <a:solidFill>
                  <a:schemeClr val="tx1">
                    <a:lumMod val="75000"/>
                    <a:lumOff val="25000"/>
                  </a:schemeClr>
                </a:solidFill>
              </a:rPr>
              <a:t>选题的背景与意义</a:t>
            </a:r>
            <a:endParaRPr lang="zh-CN" altLang="en-US" sz="7200" b="1">
              <a:solidFill>
                <a:schemeClr val="tx1">
                  <a:lumMod val="75000"/>
                  <a:lumOff val="25000"/>
                </a:schemeClr>
              </a:solidFill>
            </a:endParaRPr>
          </a:p>
        </p:txBody>
      </p:sp>
      <p:sp>
        <p:nvSpPr>
          <p:cNvPr id="12" name="标题 1"/>
          <p:cNvSpPr txBox="1"/>
          <p:nvPr/>
        </p:nvSpPr>
        <p:spPr>
          <a:xfrm>
            <a:off x="3777218" y="1719362"/>
            <a:ext cx="4610260" cy="655160"/>
          </a:xfrm>
          <a:prstGeom prst="rect">
            <a:avLst/>
          </a:prstGeom>
          <a:ln>
            <a:noFill/>
          </a:ln>
        </p:spPr>
        <p:txBody>
          <a:bodyPr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200">
                <a:solidFill>
                  <a:schemeClr val="accent2"/>
                </a:solidFill>
                <a:latin typeface="思源宋体 Heavy" panose="02020900000000000000" charset="-122"/>
                <a:ea typeface="思源宋体 Heavy" panose="02020900000000000000" charset="-122"/>
                <a:cs typeface="思源宋体 Heavy" panose="02020900000000000000" charset="-122"/>
              </a:rPr>
              <a:t>—·PART 01·—</a:t>
            </a:r>
            <a:endParaRPr lang="zh-CN" altLang="en-US" sz="3200">
              <a:solidFill>
                <a:schemeClr val="accent2"/>
              </a:solidFill>
              <a:latin typeface="思源宋体 Heavy" panose="02020900000000000000" charset="-122"/>
              <a:ea typeface="思源宋体 Heavy" panose="02020900000000000000" charset="-122"/>
              <a:cs typeface="思源宋体 Heavy" panose="02020900000000000000" charset="-122"/>
            </a:endParaRPr>
          </a:p>
        </p:txBody>
      </p:sp>
      <p:sp>
        <p:nvSpPr>
          <p:cNvPr id="13" name="文本框 12"/>
          <p:cNvSpPr txBox="1"/>
          <p:nvPr/>
        </p:nvSpPr>
        <p:spPr>
          <a:xfrm>
            <a:off x="3575271" y="3856560"/>
            <a:ext cx="4995738" cy="369332"/>
          </a:xfrm>
          <a:prstGeom prst="rect">
            <a:avLst/>
          </a:prstGeom>
          <a:noFill/>
        </p:spPr>
        <p:txBody>
          <a:bodyPr wrap="square" rtlCol="0">
            <a:spAutoFit/>
          </a:bodyPr>
          <a:lstStyle/>
          <a:p>
            <a:pPr marL="0" lvl="1" algn="dist"/>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毕业论文</a:t>
            </a:r>
            <a:r>
              <a:rPr lang="en-US" altLang="zh-CN">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a:t>
            </a:r>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论文答辩</a:t>
            </a:r>
            <a:r>
              <a:rPr lang="en-US" altLang="zh-CN">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a:t>
            </a:r>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开题报告</a:t>
            </a:r>
            <a:r>
              <a:rPr lang="en-US" altLang="zh-CN">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a:t>
            </a:r>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论文答辩</a:t>
            </a:r>
            <a:endPar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endParaRPr>
          </a:p>
        </p:txBody>
      </p:sp>
      <p:sp>
        <p:nvSpPr>
          <p:cNvPr id="2" name="标题 1"/>
          <p:cNvSpPr txBox="1"/>
          <p:nvPr/>
        </p:nvSpPr>
        <p:spPr>
          <a:xfrm>
            <a:off x="9896620" y="515541"/>
            <a:ext cx="1794795" cy="655160"/>
          </a:xfrm>
          <a:prstGeom prst="rect">
            <a:avLst/>
          </a:prstGeom>
          <a:ln>
            <a:noFill/>
          </a:ln>
        </p:spPr>
        <p:txBody>
          <a:bodyPr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altLang="zh-CN" sz="2400">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唐峰</a:t>
            </a:r>
            <a:endParaRPr lang="zh-CN" altLang="en-US" sz="2400">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endParaRPr>
          </a:p>
        </p:txBody>
      </p:sp>
      <p:grpSp>
        <p:nvGrpSpPr>
          <p:cNvPr id="6" name="组合 5"/>
          <p:cNvGrpSpPr/>
          <p:nvPr/>
        </p:nvGrpSpPr>
        <p:grpSpPr>
          <a:xfrm>
            <a:off x="660400" y="6039102"/>
            <a:ext cx="719095" cy="109495"/>
            <a:chOff x="9120272" y="6464300"/>
            <a:chExt cx="719095" cy="109495"/>
          </a:xfrm>
          <a:solidFill>
            <a:schemeClr val="accent1"/>
          </a:solidFill>
        </p:grpSpPr>
        <p:sp>
          <p:nvSpPr>
            <p:cNvPr id="14" name="椭圆 13"/>
            <p:cNvSpPr/>
            <p:nvPr/>
          </p:nvSpPr>
          <p:spPr>
            <a:xfrm>
              <a:off x="9120272" y="6464300"/>
              <a:ext cx="109495" cy="1094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p:nvSpPr>
          <p:spPr>
            <a:xfrm>
              <a:off x="9425072" y="6464300"/>
              <a:ext cx="109495" cy="1094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p:nvSpPr>
          <p:spPr>
            <a:xfrm>
              <a:off x="9729872" y="6464300"/>
              <a:ext cx="109495" cy="1094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mc:AlternateContent xmlns:mc="http://schemas.openxmlformats.org/markup-compatibility/2006">
    <mc:Choice xmlns:p14="http://schemas.microsoft.com/office/powerpoint/2010/main" Requires="p14">
      <p:transition spd="med" p14:dur="530">
        <p14:prism isInverted="1"/>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 to="" calcmode="lin" valueType="num">
                                      <p:cBhvr>
                                        <p:cTn id="7" dur="500" fill="hold">
                                          <p:stCondLst>
                                            <p:cond delay="0"/>
                                          </p:stCondLst>
                                        </p:cTn>
                                        <p:tgtEl>
                                          <p:spTgt spid="38"/>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8" dur="500" fill="hold">
                                          <p:stCondLst>
                                            <p:cond delay="0"/>
                                          </p:stCondLst>
                                        </p:cTn>
                                        <p:tgtEl>
                                          <p:spTgt spid="38"/>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9" dur="500" fill="hold">
                                          <p:stCondLst>
                                            <p:cond delay="0"/>
                                          </p:stCondLst>
                                        </p:cTn>
                                        <p:tgtEl>
                                          <p:spTgt spid="38"/>
                                        </p:tgtEl>
                                        <p:attrNameLst>
                                          <p:attrName>style.opacity</p:attrName>
                                        </p:attrNameLst>
                                      </p:cBhvr>
                                      <p:tavLst>
                                        <p:tav tm="0">
                                          <p:val>
                                            <p:fltVal val="0"/>
                                          </p:val>
                                        </p:tav>
                                        <p:tav tm="100000">
                                          <p:val>
                                            <p:fltVal val="1"/>
                                          </p:val>
                                        </p:tav>
                                      </p:tavLst>
                                    </p:anim>
                                  </p:childTnLst>
                                </p:cTn>
                              </p:par>
                              <p:par>
                                <p:cTn id="10" presetID="23" presetClass="entr" presetSubtype="288"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strVal val="4/3*#ppt_w"/>
                                          </p:val>
                                        </p:tav>
                                        <p:tav tm="100000">
                                          <p:val>
                                            <p:strVal val="#ppt_w"/>
                                          </p:val>
                                        </p:tav>
                                      </p:tavLst>
                                    </p:anim>
                                    <p:anim calcmode="lin" valueType="num">
                                      <p:cBhvr>
                                        <p:cTn id="13" dur="500" fill="hold"/>
                                        <p:tgtEl>
                                          <p:spTgt spid="20"/>
                                        </p:tgtEl>
                                        <p:attrNameLst>
                                          <p:attrName>ppt_h</p:attrName>
                                        </p:attrNameLst>
                                      </p:cBhvr>
                                      <p:tavLst>
                                        <p:tav tm="0">
                                          <p:val>
                                            <p:strVal val="4/3*#ppt_h"/>
                                          </p:val>
                                        </p:tav>
                                        <p:tav tm="100000">
                                          <p:val>
                                            <p:strVal val="#ppt_h"/>
                                          </p:val>
                                        </p:tav>
                                      </p:tavLst>
                                    </p:anim>
                                  </p:childTnLst>
                                </p:cTn>
                              </p:par>
                              <p:par>
                                <p:cTn id="14" presetID="23" presetClass="entr" presetSubtype="16"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 to="" calcmode="lin" valueType="num">
                                      <p:cBhvr>
                                        <p:cTn id="16" dur="400" accel="50000" fill="hold">
                                          <p:stCondLst>
                                            <p:cond delay="0"/>
                                          </p:stCondLst>
                                        </p:cTn>
                                        <p:tgtEl>
                                          <p:spTgt spid="12"/>
                                        </p:tgtEl>
                                        <p:attrNameLst>
                                          <p:attrName>ppt_w</p:attrName>
                                        </p:attrNameLst>
                                      </p:cBhvr>
                                      <p:tavLst>
                                        <p:tav tm="0">
                                          <p:val>
                                            <p:fltVal val="0"/>
                                          </p:val>
                                        </p:tav>
                                        <p:tav tm="100000">
                                          <p:val>
                                            <p:strVal val="#ppt_w"/>
                                          </p:val>
                                        </p:tav>
                                      </p:tavLst>
                                    </p:anim>
                                    <p:anim to="" calcmode="lin" valueType="num">
                                      <p:cBhvr>
                                        <p:cTn id="17" dur="400" accel="50000" fill="hold">
                                          <p:stCondLst>
                                            <p:cond delay="0"/>
                                          </p:stCondLst>
                                        </p:cTn>
                                        <p:tgtEl>
                                          <p:spTgt spid="12"/>
                                        </p:tgtEl>
                                        <p:attrNameLst>
                                          <p:attrName>ppt_h</p:attrName>
                                        </p:attrNameLst>
                                      </p:cBhvr>
                                      <p:tavLst>
                                        <p:tav tm="0">
                                          <p:val>
                                            <p:fltVal val="0"/>
                                          </p:val>
                                        </p:tav>
                                        <p:tav tm="100000">
                                          <p:val>
                                            <p:strVal val="#ppt_h"/>
                                          </p:val>
                                        </p:tav>
                                      </p:tavLst>
                                    </p:anim>
                                    <p:anim to="" calcmode="lin" valueType="num">
                                      <p:cBhvr>
                                        <p:cTn id="18" dur="100" autoRev="1" fill="hold">
                                          <p:stCondLst>
                                            <p:cond delay="400"/>
                                          </p:stCondLst>
                                        </p:cTn>
                                        <p:tgtEl>
                                          <p:spTgt spid="12"/>
                                        </p:tgtEl>
                                        <p:attrNameLst>
                                          <p:attrName>ppt_w</p:attrName>
                                        </p:attrNameLst>
                                      </p:cBhvr>
                                      <p:tavLst>
                                        <p:tav tm="0">
                                          <p:val>
                                            <p:strVal val="#ppt_w"/>
                                          </p:val>
                                        </p:tav>
                                        <p:tav tm="100000">
                                          <p:val>
                                            <p:strVal val="#ppt_w*1.4"/>
                                          </p:val>
                                        </p:tav>
                                      </p:tavLst>
                                    </p:anim>
                                    <p:anim to="" calcmode="lin" valueType="num">
                                      <p:cBhvr>
                                        <p:cTn id="19" dur="100" autoRev="1" fill="hold">
                                          <p:stCondLst>
                                            <p:cond delay="400"/>
                                          </p:stCondLst>
                                        </p:cTn>
                                        <p:tgtEl>
                                          <p:spTgt spid="12"/>
                                        </p:tgtEl>
                                        <p:attrNameLst>
                                          <p:attrName>ppt_h</p:attrName>
                                        </p:attrNameLst>
                                      </p:cBhvr>
                                      <p:tavLst>
                                        <p:tav tm="0">
                                          <p:val>
                                            <p:strVal val="#ppt_h"/>
                                          </p:val>
                                        </p:tav>
                                        <p:tav tm="100000">
                                          <p:val>
                                            <p:strVal val="#ppt_h*1.4"/>
                                          </p:val>
                                        </p:tav>
                                      </p:tavLst>
                                    </p:anim>
                                  </p:childTnLst>
                                </p:cTn>
                              </p:par>
                              <p:par>
                                <p:cTn id="20" presetID="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 to="" calcmode="lin" valueType="num">
                                      <p:cBhvr>
                                        <p:cTn id="22" dur="500" fill="hold">
                                          <p:stCondLst>
                                            <p:cond delay="0"/>
                                          </p:stCondLst>
                                        </p:cTn>
                                        <p:tgtEl>
                                          <p:spTgt spid="13"/>
                                        </p:tgtEl>
                                        <p:attrNameLst>
                                          <p:attrName>ppt_x</p:attrName>
                                        </p:attrNameLst>
                                      </p:cBhvr>
                                      <p:tavLst>
                                        <p:tav tm="0" fmla="((floor(#ppt_x-0.5)+ceil(#ppt_x-0.5))*0.5+0.5)+(#ppt_x- ((floor(#ppt_x-0.5)+ceil(#ppt_x-0.5))*0.5+0.5))*$">
                                          <p:val>
                                            <p:fltVal val="0"/>
                                          </p:val>
                                        </p:tav>
                                        <p:tav tm="100000">
                                          <p:val>
                                            <p:fltVal val="1"/>
                                          </p:val>
                                        </p:tav>
                                      </p:tavLst>
                                    </p:anim>
                                    <p:anim to="" calcmode="lin" valueType="num">
                                      <p:cBhvr>
                                        <p:cTn id="23" dur="500" fill="hold">
                                          <p:stCondLst>
                                            <p:cond delay="0"/>
                                          </p:stCondLst>
                                        </p:cTn>
                                        <p:tgtEl>
                                          <p:spTgt spid="13"/>
                                        </p:tgtEl>
                                        <p:attrNameLst>
                                          <p:attrName>ppt_y</p:attrName>
                                        </p:attrNameLst>
                                      </p:cBhvr>
                                      <p:tavLst>
                                        <p:tav tm="0" fmla="((floor(#ppt_y-0.5)+ceil(#ppt_y-0.5))*0.5+0.5)+(#ppt_y- ((floor(#ppt_y-0.5)+ceil(#ppt_y-0.5))*0.5+0.5))*$">
                                          <p:val>
                                            <p:fltVal val="0"/>
                                          </p:val>
                                        </p:tav>
                                        <p:tav tm="100000">
                                          <p:val>
                                            <p:fltVal val="1"/>
                                          </p:val>
                                        </p:tav>
                                      </p:tavLst>
                                    </p:anim>
                                  </p:childTnLst>
                                </p:cTn>
                              </p:par>
                              <p:par>
                                <p:cTn id="24" presetID="23" presetClass="entr" presetSubtype="16"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 to="" calcmode="lin" valueType="num">
                                      <p:cBhvr>
                                        <p:cTn id="26" dur="400" accel="50000" fill="hold">
                                          <p:stCondLst>
                                            <p:cond delay="0"/>
                                          </p:stCondLst>
                                        </p:cTn>
                                        <p:tgtEl>
                                          <p:spTgt spid="2"/>
                                        </p:tgtEl>
                                        <p:attrNameLst>
                                          <p:attrName>ppt_w</p:attrName>
                                        </p:attrNameLst>
                                      </p:cBhvr>
                                      <p:tavLst>
                                        <p:tav tm="0">
                                          <p:val>
                                            <p:fltVal val="0"/>
                                          </p:val>
                                        </p:tav>
                                        <p:tav tm="100000">
                                          <p:val>
                                            <p:strVal val="#ppt_w"/>
                                          </p:val>
                                        </p:tav>
                                      </p:tavLst>
                                    </p:anim>
                                    <p:anim to="" calcmode="lin" valueType="num">
                                      <p:cBhvr>
                                        <p:cTn id="27" dur="400" accel="50000" fill="hold">
                                          <p:stCondLst>
                                            <p:cond delay="0"/>
                                          </p:stCondLst>
                                        </p:cTn>
                                        <p:tgtEl>
                                          <p:spTgt spid="2"/>
                                        </p:tgtEl>
                                        <p:attrNameLst>
                                          <p:attrName>ppt_h</p:attrName>
                                        </p:attrNameLst>
                                      </p:cBhvr>
                                      <p:tavLst>
                                        <p:tav tm="0">
                                          <p:val>
                                            <p:fltVal val="0"/>
                                          </p:val>
                                        </p:tav>
                                        <p:tav tm="100000">
                                          <p:val>
                                            <p:strVal val="#ppt_h"/>
                                          </p:val>
                                        </p:tav>
                                      </p:tavLst>
                                    </p:anim>
                                    <p:anim to="" calcmode="lin" valueType="num">
                                      <p:cBhvr>
                                        <p:cTn id="28" dur="100" autoRev="1" fill="hold">
                                          <p:stCondLst>
                                            <p:cond delay="400"/>
                                          </p:stCondLst>
                                        </p:cTn>
                                        <p:tgtEl>
                                          <p:spTgt spid="2"/>
                                        </p:tgtEl>
                                        <p:attrNameLst>
                                          <p:attrName>ppt_w</p:attrName>
                                        </p:attrNameLst>
                                      </p:cBhvr>
                                      <p:tavLst>
                                        <p:tav tm="0">
                                          <p:val>
                                            <p:strVal val="#ppt_w"/>
                                          </p:val>
                                        </p:tav>
                                        <p:tav tm="100000">
                                          <p:val>
                                            <p:strVal val="#ppt_w*1.4"/>
                                          </p:val>
                                        </p:tav>
                                      </p:tavLst>
                                    </p:anim>
                                    <p:anim to="" calcmode="lin" valueType="num">
                                      <p:cBhvr>
                                        <p:cTn id="29" dur="100" autoRev="1" fill="hold">
                                          <p:stCondLst>
                                            <p:cond delay="400"/>
                                          </p:stCondLst>
                                        </p:cTn>
                                        <p:tgtEl>
                                          <p:spTgt spid="2"/>
                                        </p:tgtEl>
                                        <p:attrNameLst>
                                          <p:attrName>ppt_h</p:attrName>
                                        </p:attrNameLst>
                                      </p:cBhvr>
                                      <p:tavLst>
                                        <p:tav tm="0">
                                          <p:val>
                                            <p:strVal val="#ppt_h"/>
                                          </p:val>
                                        </p:tav>
                                        <p:tav tm="100000">
                                          <p:val>
                                            <p:strVal val="#ppt_h*1.4"/>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20" grpId="0"/>
      <p:bldP spid="12" grpId="0"/>
      <p:bldP spid="13"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1605" y="5009752"/>
            <a:ext cx="1984863" cy="1029321"/>
          </a:xfrm>
          <a:prstGeom prst="rect">
            <a:avLst/>
          </a:prstGeom>
          <a:noFill/>
        </p:spPr>
        <p:txBody>
          <a:bodyPr wrap="square">
            <a:spAutoFit/>
          </a:bodyPr>
          <a:lstStyle/>
          <a:p>
            <a:pPr algn="just">
              <a:lnSpc>
                <a:spcPct val="130000"/>
              </a:lnSpc>
            </a:pPr>
            <a:r>
              <a:rPr lang="zh-CN" altLang="en-US" sz="1200">
                <a:solidFill>
                  <a:schemeClr val="tx1">
                    <a:lumMod val="50000"/>
                    <a:lumOff val="50000"/>
                  </a:schemeClr>
                </a:solidFill>
                <a:latin typeface="思源宋体 Heavy" panose="02020900000000000000" charset="-122"/>
                <a:ea typeface="思源宋体 Heavy" panose="02020900000000000000" charset="-122"/>
              </a:rPr>
              <a:t>点此输入内容或者复制您的内容在这里，通过复制您的文本后在此框中选择粘贴，并选择只保留文字</a:t>
            </a:r>
            <a:endParaRPr lang="en-US" altLang="zh-CN" sz="1200">
              <a:solidFill>
                <a:schemeClr val="tx1">
                  <a:lumMod val="50000"/>
                  <a:lumOff val="50000"/>
                </a:schemeClr>
              </a:solidFill>
              <a:latin typeface="思源宋体 Heavy" panose="02020900000000000000" charset="-122"/>
              <a:ea typeface="思源宋体 Heavy" panose="02020900000000000000" charset="-122"/>
            </a:endParaRPr>
          </a:p>
        </p:txBody>
      </p:sp>
      <p:sp>
        <p:nvSpPr>
          <p:cNvPr id="3" name="文本框 2"/>
          <p:cNvSpPr txBox="1"/>
          <p:nvPr/>
        </p:nvSpPr>
        <p:spPr>
          <a:xfrm>
            <a:off x="5811606" y="4287541"/>
            <a:ext cx="2006848" cy="406650"/>
          </a:xfrm>
          <a:prstGeom prst="rect">
            <a:avLst/>
          </a:prstGeom>
          <a:noFill/>
        </p:spPr>
        <p:txBody>
          <a:bodyPr wrap="square">
            <a:spAutoFit/>
          </a:bodyPr>
          <a:lstStyle/>
          <a:p>
            <a:pPr algn="just">
              <a:lnSpc>
                <a:spcPct val="120000"/>
              </a:lnSpc>
            </a:pPr>
            <a:r>
              <a:rPr lang="zh-CN" altLang="en-US" b="1">
                <a:solidFill>
                  <a:schemeClr val="tx1">
                    <a:lumMod val="75000"/>
                    <a:lumOff val="25000"/>
                  </a:schemeClr>
                </a:solidFill>
                <a:latin typeface="思源宋体 Heavy" panose="02020900000000000000" charset="-122"/>
                <a:ea typeface="思源宋体 Heavy" panose="02020900000000000000" charset="-122"/>
              </a:rPr>
              <a:t>单击输入标题</a:t>
            </a:r>
            <a:endParaRPr lang="en-US" altLang="zh-CN" b="1">
              <a:solidFill>
                <a:schemeClr val="tx1">
                  <a:lumMod val="75000"/>
                  <a:lumOff val="25000"/>
                </a:schemeClr>
              </a:solidFill>
              <a:latin typeface="思源宋体 Heavy" panose="02020900000000000000" charset="-122"/>
              <a:ea typeface="思源宋体 Heavy" panose="02020900000000000000" charset="-122"/>
            </a:endParaRPr>
          </a:p>
        </p:txBody>
      </p:sp>
      <p:sp>
        <p:nvSpPr>
          <p:cNvPr id="4" name="文本框 3"/>
          <p:cNvSpPr txBox="1"/>
          <p:nvPr/>
        </p:nvSpPr>
        <p:spPr>
          <a:xfrm>
            <a:off x="5811606" y="4037045"/>
            <a:ext cx="2006848" cy="300082"/>
          </a:xfrm>
          <a:prstGeom prst="rect">
            <a:avLst/>
          </a:prstGeom>
          <a:noFill/>
        </p:spPr>
        <p:txBody>
          <a:bodyPr wrap="square">
            <a:spAutoFit/>
          </a:bodyPr>
          <a:lstStyle/>
          <a:p>
            <a:pPr algn="just">
              <a:lnSpc>
                <a:spcPct val="120000"/>
              </a:lnSpc>
            </a:pPr>
            <a:r>
              <a:rPr lang="en-US" altLang="zh-CN" sz="1200">
                <a:solidFill>
                  <a:schemeClr val="accent2"/>
                </a:solidFill>
                <a:latin typeface="思源宋体 Heavy" panose="02020900000000000000" charset="-122"/>
                <a:ea typeface="思源宋体 Heavy" panose="02020900000000000000" charset="-122"/>
              </a:rPr>
              <a:t>ENTER THE TITLE</a:t>
            </a:r>
            <a:endParaRPr lang="en-US" altLang="zh-CN" sz="1200">
              <a:solidFill>
                <a:schemeClr val="accent2"/>
              </a:solidFill>
              <a:latin typeface="思源宋体 Heavy" panose="02020900000000000000" charset="-122"/>
              <a:ea typeface="思源宋体 Heavy" panose="02020900000000000000" charset="-122"/>
            </a:endParaRPr>
          </a:p>
        </p:txBody>
      </p:sp>
      <p:sp>
        <p:nvSpPr>
          <p:cNvPr id="5" name="矩形: 圆角 4"/>
          <p:cNvSpPr/>
          <p:nvPr/>
        </p:nvSpPr>
        <p:spPr>
          <a:xfrm>
            <a:off x="5913906" y="4840675"/>
            <a:ext cx="540000" cy="45719"/>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789619" y="2576628"/>
            <a:ext cx="1984863" cy="1029321"/>
          </a:xfrm>
          <a:prstGeom prst="rect">
            <a:avLst/>
          </a:prstGeom>
          <a:noFill/>
        </p:spPr>
        <p:txBody>
          <a:bodyPr wrap="square">
            <a:spAutoFit/>
          </a:bodyPr>
          <a:lstStyle/>
          <a:p>
            <a:pPr algn="just">
              <a:lnSpc>
                <a:spcPct val="130000"/>
              </a:lnSpc>
            </a:pPr>
            <a:r>
              <a:rPr lang="zh-CN" altLang="en-US" sz="1200">
                <a:solidFill>
                  <a:schemeClr val="tx1">
                    <a:lumMod val="50000"/>
                    <a:lumOff val="50000"/>
                  </a:schemeClr>
                </a:solidFill>
                <a:latin typeface="思源宋体 Heavy" panose="02020900000000000000" charset="-122"/>
                <a:ea typeface="思源宋体 Heavy" panose="02020900000000000000" charset="-122"/>
              </a:rPr>
              <a:t>点此输入内容或者复制您的内容在这里，通过复制您的文本后在此框中选择粘贴，并选择只保留文字</a:t>
            </a:r>
            <a:endParaRPr lang="en-US" altLang="zh-CN" sz="1200">
              <a:solidFill>
                <a:schemeClr val="tx1">
                  <a:lumMod val="50000"/>
                  <a:lumOff val="50000"/>
                </a:schemeClr>
              </a:solidFill>
              <a:latin typeface="思源宋体 Heavy" panose="02020900000000000000" charset="-122"/>
              <a:ea typeface="思源宋体 Heavy" panose="02020900000000000000" charset="-122"/>
            </a:endParaRPr>
          </a:p>
        </p:txBody>
      </p:sp>
      <p:sp>
        <p:nvSpPr>
          <p:cNvPr id="7" name="文本框 6"/>
          <p:cNvSpPr txBox="1"/>
          <p:nvPr/>
        </p:nvSpPr>
        <p:spPr>
          <a:xfrm>
            <a:off x="5789620" y="1854417"/>
            <a:ext cx="2006848" cy="406650"/>
          </a:xfrm>
          <a:prstGeom prst="rect">
            <a:avLst/>
          </a:prstGeom>
          <a:noFill/>
        </p:spPr>
        <p:txBody>
          <a:bodyPr wrap="square">
            <a:spAutoFit/>
          </a:bodyPr>
          <a:lstStyle/>
          <a:p>
            <a:pPr algn="just">
              <a:lnSpc>
                <a:spcPct val="120000"/>
              </a:lnSpc>
            </a:pPr>
            <a:r>
              <a:rPr lang="zh-CN" altLang="en-US" b="1">
                <a:solidFill>
                  <a:schemeClr val="tx1">
                    <a:lumMod val="75000"/>
                    <a:lumOff val="25000"/>
                  </a:schemeClr>
                </a:solidFill>
                <a:latin typeface="思源宋体 Heavy" panose="02020900000000000000" charset="-122"/>
                <a:ea typeface="思源宋体 Heavy" panose="02020900000000000000" charset="-122"/>
              </a:rPr>
              <a:t>单击输入标题</a:t>
            </a:r>
            <a:endParaRPr lang="en-US" altLang="zh-CN" b="1">
              <a:solidFill>
                <a:schemeClr val="tx1">
                  <a:lumMod val="75000"/>
                  <a:lumOff val="25000"/>
                </a:schemeClr>
              </a:solidFill>
              <a:latin typeface="思源宋体 Heavy" panose="02020900000000000000" charset="-122"/>
              <a:ea typeface="思源宋体 Heavy" panose="02020900000000000000" charset="-122"/>
            </a:endParaRPr>
          </a:p>
        </p:txBody>
      </p:sp>
      <p:sp>
        <p:nvSpPr>
          <p:cNvPr id="8" name="文本框 7"/>
          <p:cNvSpPr txBox="1"/>
          <p:nvPr/>
        </p:nvSpPr>
        <p:spPr>
          <a:xfrm>
            <a:off x="5789620" y="1603921"/>
            <a:ext cx="2006848" cy="300082"/>
          </a:xfrm>
          <a:prstGeom prst="rect">
            <a:avLst/>
          </a:prstGeom>
          <a:noFill/>
        </p:spPr>
        <p:txBody>
          <a:bodyPr wrap="square">
            <a:spAutoFit/>
          </a:bodyPr>
          <a:lstStyle/>
          <a:p>
            <a:pPr algn="just">
              <a:lnSpc>
                <a:spcPct val="120000"/>
              </a:lnSpc>
            </a:pPr>
            <a:r>
              <a:rPr lang="en-US" altLang="zh-CN" sz="1200">
                <a:solidFill>
                  <a:schemeClr val="accent2"/>
                </a:solidFill>
                <a:latin typeface="思源宋体 Heavy" panose="02020900000000000000" charset="-122"/>
                <a:ea typeface="思源宋体 Heavy" panose="02020900000000000000" charset="-122"/>
              </a:rPr>
              <a:t>ENTER THE TITLE</a:t>
            </a:r>
            <a:endParaRPr lang="en-US" altLang="zh-CN" sz="1200">
              <a:solidFill>
                <a:schemeClr val="accent2"/>
              </a:solidFill>
              <a:latin typeface="思源宋体 Heavy" panose="02020900000000000000" charset="-122"/>
              <a:ea typeface="思源宋体 Heavy" panose="02020900000000000000" charset="-122"/>
            </a:endParaRPr>
          </a:p>
        </p:txBody>
      </p:sp>
      <p:sp>
        <p:nvSpPr>
          <p:cNvPr id="9" name="矩形: 圆角 8"/>
          <p:cNvSpPr/>
          <p:nvPr/>
        </p:nvSpPr>
        <p:spPr>
          <a:xfrm>
            <a:off x="5891920" y="2407551"/>
            <a:ext cx="540000" cy="45719"/>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8707205" y="5009752"/>
            <a:ext cx="1984863" cy="1029321"/>
          </a:xfrm>
          <a:prstGeom prst="rect">
            <a:avLst/>
          </a:prstGeom>
          <a:noFill/>
        </p:spPr>
        <p:txBody>
          <a:bodyPr wrap="square">
            <a:spAutoFit/>
          </a:bodyPr>
          <a:lstStyle/>
          <a:p>
            <a:pPr algn="just">
              <a:lnSpc>
                <a:spcPct val="130000"/>
              </a:lnSpc>
            </a:pPr>
            <a:r>
              <a:rPr lang="zh-CN" altLang="en-US" sz="1200">
                <a:solidFill>
                  <a:schemeClr val="tx1">
                    <a:lumMod val="50000"/>
                    <a:lumOff val="50000"/>
                  </a:schemeClr>
                </a:solidFill>
                <a:latin typeface="思源宋体 Heavy" panose="02020900000000000000" charset="-122"/>
                <a:ea typeface="思源宋体 Heavy" panose="02020900000000000000" charset="-122"/>
              </a:rPr>
              <a:t>点此输入内容或者复制您的内容在这里，通过复制您的文本后在此框中选择粘贴，并选择只保留文字</a:t>
            </a:r>
            <a:endParaRPr lang="en-US" altLang="zh-CN" sz="1200">
              <a:solidFill>
                <a:schemeClr val="tx1">
                  <a:lumMod val="50000"/>
                  <a:lumOff val="50000"/>
                </a:schemeClr>
              </a:solidFill>
              <a:latin typeface="思源宋体 Heavy" panose="02020900000000000000" charset="-122"/>
              <a:ea typeface="思源宋体 Heavy" panose="02020900000000000000" charset="-122"/>
            </a:endParaRPr>
          </a:p>
        </p:txBody>
      </p:sp>
      <p:sp>
        <p:nvSpPr>
          <p:cNvPr id="11" name="文本框 10"/>
          <p:cNvSpPr txBox="1"/>
          <p:nvPr/>
        </p:nvSpPr>
        <p:spPr>
          <a:xfrm>
            <a:off x="8707206" y="4287541"/>
            <a:ext cx="2006848" cy="406650"/>
          </a:xfrm>
          <a:prstGeom prst="rect">
            <a:avLst/>
          </a:prstGeom>
          <a:noFill/>
        </p:spPr>
        <p:txBody>
          <a:bodyPr wrap="square">
            <a:spAutoFit/>
          </a:bodyPr>
          <a:lstStyle/>
          <a:p>
            <a:pPr algn="just">
              <a:lnSpc>
                <a:spcPct val="120000"/>
              </a:lnSpc>
            </a:pPr>
            <a:r>
              <a:rPr lang="zh-CN" altLang="en-US" b="1">
                <a:solidFill>
                  <a:schemeClr val="tx1">
                    <a:lumMod val="75000"/>
                    <a:lumOff val="25000"/>
                  </a:schemeClr>
                </a:solidFill>
                <a:latin typeface="思源宋体 Heavy" panose="02020900000000000000" charset="-122"/>
                <a:ea typeface="思源宋体 Heavy" panose="02020900000000000000" charset="-122"/>
              </a:rPr>
              <a:t>单击输入标题</a:t>
            </a:r>
            <a:endParaRPr lang="en-US" altLang="zh-CN" b="1">
              <a:solidFill>
                <a:schemeClr val="tx1">
                  <a:lumMod val="75000"/>
                  <a:lumOff val="25000"/>
                </a:schemeClr>
              </a:solidFill>
              <a:latin typeface="思源宋体 Heavy" panose="02020900000000000000" charset="-122"/>
              <a:ea typeface="思源宋体 Heavy" panose="02020900000000000000" charset="-122"/>
            </a:endParaRPr>
          </a:p>
        </p:txBody>
      </p:sp>
      <p:sp>
        <p:nvSpPr>
          <p:cNvPr id="12" name="文本框 11"/>
          <p:cNvSpPr txBox="1"/>
          <p:nvPr/>
        </p:nvSpPr>
        <p:spPr>
          <a:xfrm>
            <a:off x="8707206" y="4037045"/>
            <a:ext cx="2006848" cy="300082"/>
          </a:xfrm>
          <a:prstGeom prst="rect">
            <a:avLst/>
          </a:prstGeom>
          <a:noFill/>
        </p:spPr>
        <p:txBody>
          <a:bodyPr wrap="square">
            <a:spAutoFit/>
          </a:bodyPr>
          <a:lstStyle/>
          <a:p>
            <a:pPr algn="just">
              <a:lnSpc>
                <a:spcPct val="120000"/>
              </a:lnSpc>
            </a:pPr>
            <a:r>
              <a:rPr lang="en-US" altLang="zh-CN" sz="1200">
                <a:solidFill>
                  <a:schemeClr val="accent2"/>
                </a:solidFill>
                <a:latin typeface="思源宋体 Heavy" panose="02020900000000000000" charset="-122"/>
                <a:ea typeface="思源宋体 Heavy" panose="02020900000000000000" charset="-122"/>
              </a:rPr>
              <a:t>ENTER THE TITLE</a:t>
            </a:r>
            <a:endParaRPr lang="en-US" altLang="zh-CN" sz="1200">
              <a:solidFill>
                <a:schemeClr val="accent2"/>
              </a:solidFill>
              <a:latin typeface="思源宋体 Heavy" panose="02020900000000000000" charset="-122"/>
              <a:ea typeface="思源宋体 Heavy" panose="02020900000000000000" charset="-122"/>
            </a:endParaRPr>
          </a:p>
        </p:txBody>
      </p:sp>
      <p:sp>
        <p:nvSpPr>
          <p:cNvPr id="13" name="矩形: 圆角 12"/>
          <p:cNvSpPr/>
          <p:nvPr/>
        </p:nvSpPr>
        <p:spPr>
          <a:xfrm>
            <a:off x="8809506" y="4840675"/>
            <a:ext cx="540000" cy="45719"/>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8685219" y="2576628"/>
            <a:ext cx="1984863" cy="1029321"/>
          </a:xfrm>
          <a:prstGeom prst="rect">
            <a:avLst/>
          </a:prstGeom>
          <a:noFill/>
        </p:spPr>
        <p:txBody>
          <a:bodyPr wrap="square">
            <a:spAutoFit/>
          </a:bodyPr>
          <a:lstStyle/>
          <a:p>
            <a:pPr algn="just">
              <a:lnSpc>
                <a:spcPct val="130000"/>
              </a:lnSpc>
            </a:pPr>
            <a:r>
              <a:rPr lang="zh-CN" altLang="en-US" sz="1200">
                <a:solidFill>
                  <a:schemeClr val="tx1">
                    <a:lumMod val="50000"/>
                    <a:lumOff val="50000"/>
                  </a:schemeClr>
                </a:solidFill>
                <a:latin typeface="思源宋体 Heavy" panose="02020900000000000000" charset="-122"/>
                <a:ea typeface="思源宋体 Heavy" panose="02020900000000000000" charset="-122"/>
              </a:rPr>
              <a:t>点此输入内容或者复制您的内容在这里，通过复制您的文本后在此框中选择粘贴，并选择只保留文字</a:t>
            </a:r>
            <a:endParaRPr lang="en-US" altLang="zh-CN" sz="1200">
              <a:solidFill>
                <a:schemeClr val="tx1">
                  <a:lumMod val="50000"/>
                  <a:lumOff val="50000"/>
                </a:schemeClr>
              </a:solidFill>
              <a:latin typeface="思源宋体 Heavy" panose="02020900000000000000" charset="-122"/>
              <a:ea typeface="思源宋体 Heavy" panose="02020900000000000000" charset="-122"/>
            </a:endParaRPr>
          </a:p>
        </p:txBody>
      </p:sp>
      <p:sp>
        <p:nvSpPr>
          <p:cNvPr id="15" name="文本框 14"/>
          <p:cNvSpPr txBox="1"/>
          <p:nvPr/>
        </p:nvSpPr>
        <p:spPr>
          <a:xfrm>
            <a:off x="8685220" y="1854417"/>
            <a:ext cx="2006848" cy="406650"/>
          </a:xfrm>
          <a:prstGeom prst="rect">
            <a:avLst/>
          </a:prstGeom>
          <a:noFill/>
        </p:spPr>
        <p:txBody>
          <a:bodyPr wrap="square">
            <a:spAutoFit/>
          </a:bodyPr>
          <a:lstStyle/>
          <a:p>
            <a:pPr algn="just">
              <a:lnSpc>
                <a:spcPct val="120000"/>
              </a:lnSpc>
            </a:pPr>
            <a:r>
              <a:rPr lang="zh-CN" altLang="en-US" b="1">
                <a:solidFill>
                  <a:schemeClr val="tx1">
                    <a:lumMod val="75000"/>
                    <a:lumOff val="25000"/>
                  </a:schemeClr>
                </a:solidFill>
                <a:latin typeface="思源宋体 Heavy" panose="02020900000000000000" charset="-122"/>
                <a:ea typeface="思源宋体 Heavy" panose="02020900000000000000" charset="-122"/>
              </a:rPr>
              <a:t>单击输入标题</a:t>
            </a:r>
            <a:endParaRPr lang="en-US" altLang="zh-CN" b="1">
              <a:solidFill>
                <a:schemeClr val="tx1">
                  <a:lumMod val="75000"/>
                  <a:lumOff val="25000"/>
                </a:schemeClr>
              </a:solidFill>
              <a:latin typeface="思源宋体 Heavy" panose="02020900000000000000" charset="-122"/>
              <a:ea typeface="思源宋体 Heavy" panose="02020900000000000000" charset="-122"/>
            </a:endParaRPr>
          </a:p>
        </p:txBody>
      </p:sp>
      <p:sp>
        <p:nvSpPr>
          <p:cNvPr id="16" name="文本框 15"/>
          <p:cNvSpPr txBox="1"/>
          <p:nvPr/>
        </p:nvSpPr>
        <p:spPr>
          <a:xfrm>
            <a:off x="8685220" y="1603921"/>
            <a:ext cx="2006848" cy="300082"/>
          </a:xfrm>
          <a:prstGeom prst="rect">
            <a:avLst/>
          </a:prstGeom>
          <a:noFill/>
        </p:spPr>
        <p:txBody>
          <a:bodyPr wrap="square">
            <a:spAutoFit/>
          </a:bodyPr>
          <a:lstStyle/>
          <a:p>
            <a:pPr algn="just">
              <a:lnSpc>
                <a:spcPct val="120000"/>
              </a:lnSpc>
            </a:pPr>
            <a:r>
              <a:rPr lang="en-US" altLang="zh-CN" sz="1200">
                <a:solidFill>
                  <a:schemeClr val="accent2"/>
                </a:solidFill>
                <a:latin typeface="思源宋体 Heavy" panose="02020900000000000000" charset="-122"/>
                <a:ea typeface="思源宋体 Heavy" panose="02020900000000000000" charset="-122"/>
              </a:rPr>
              <a:t>ENTER THE TITLE</a:t>
            </a:r>
            <a:endParaRPr lang="en-US" altLang="zh-CN" sz="1200">
              <a:solidFill>
                <a:schemeClr val="accent2"/>
              </a:solidFill>
              <a:latin typeface="思源宋体 Heavy" panose="02020900000000000000" charset="-122"/>
              <a:ea typeface="思源宋体 Heavy" panose="02020900000000000000" charset="-122"/>
            </a:endParaRPr>
          </a:p>
        </p:txBody>
      </p:sp>
      <p:sp>
        <p:nvSpPr>
          <p:cNvPr id="17" name="矩形: 圆角 16"/>
          <p:cNvSpPr/>
          <p:nvPr/>
        </p:nvSpPr>
        <p:spPr>
          <a:xfrm>
            <a:off x="8787520" y="2407551"/>
            <a:ext cx="540000" cy="45719"/>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1">
            <a:duotone>
              <a:schemeClr val="accent2">
                <a:shade val="45000"/>
                <a:satMod val="135000"/>
              </a:schemeClr>
              <a:prstClr val="white"/>
            </a:duotone>
            <a:extLst>
              <a:ext uri="{BEBA8EAE-BF5A-486C-A8C5-ECC9F3942E4B}">
                <a14:imgProps xmlns:a14="http://schemas.microsoft.com/office/drawing/2010/main">
                  <a14:imgLayer r:embed="rId2">
                    <a14:imgEffect>
                      <a14:colorTemperature colorTemp="1500"/>
                    </a14:imgEffect>
                    <a14:imgEffect>
                      <a14:saturation sat="20000"/>
                    </a14:imgEffect>
                  </a14:imgLayer>
                </a14:imgProps>
              </a:ext>
              <a:ext uri="{28A0092B-C50C-407E-A947-70E740481C1C}">
                <a14:useLocalDpi xmlns:a14="http://schemas.microsoft.com/office/drawing/2010/main" val="0"/>
              </a:ext>
            </a:extLst>
          </a:blip>
          <a:stretch>
            <a:fillRect/>
          </a:stretch>
        </p:blipFill>
        <p:spPr>
          <a:xfrm>
            <a:off x="-1508889" y="2397214"/>
            <a:ext cx="6830189" cy="3279662"/>
          </a:xfrm>
          <a:prstGeom prst="rect">
            <a:avLst/>
          </a:prstGeom>
        </p:spPr>
      </p:pic>
      <p:grpSp>
        <p:nvGrpSpPr>
          <p:cNvPr id="22" name="组合 21"/>
          <p:cNvGrpSpPr/>
          <p:nvPr/>
        </p:nvGrpSpPr>
        <p:grpSpPr>
          <a:xfrm>
            <a:off x="193291" y="317173"/>
            <a:ext cx="5179768" cy="871755"/>
            <a:chOff x="193291" y="317173"/>
            <a:chExt cx="5179768" cy="871755"/>
          </a:xfrm>
        </p:grpSpPr>
        <p:sp>
          <p:nvSpPr>
            <p:cNvPr id="25" name="文本框 24"/>
            <p:cNvSpPr txBox="1"/>
            <p:nvPr/>
          </p:nvSpPr>
          <p:spPr>
            <a:xfrm>
              <a:off x="1059985" y="357880"/>
              <a:ext cx="4313074" cy="688073"/>
            </a:xfrm>
            <a:prstGeom prst="rect">
              <a:avLst/>
            </a:prstGeom>
            <a:noFill/>
          </p:spPr>
          <p:txBody>
            <a:bodyPr wrap="square" rtlCol="0">
              <a:spAutoFit/>
            </a:bodyPr>
            <a:lstStyle/>
            <a:p>
              <a:pPr lvl="0">
                <a:lnSpc>
                  <a:spcPct val="130000"/>
                </a:lnSpc>
                <a:defRPr/>
              </a:pPr>
              <a:r>
                <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rPr>
                <a:t>选题的背景与意义</a:t>
              </a:r>
              <a:endPar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endParaRPr>
            </a:p>
          </p:txBody>
        </p:sp>
        <p:pic>
          <p:nvPicPr>
            <p:cNvPr id="21" name="图片 20"/>
            <p:cNvPicPr>
              <a:picLocks noChangeAspect="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l="24588" t="52000" r="15417" b="10555"/>
            <a:stretch>
              <a:fillRect/>
            </a:stretch>
          </p:blipFill>
          <p:spPr>
            <a:xfrm>
              <a:off x="193291" y="317173"/>
              <a:ext cx="931043" cy="871755"/>
            </a:xfrm>
            <a:prstGeom prst="rect">
              <a:avLst/>
            </a:prstGeom>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500"/>
                                        <p:tgtEl>
                                          <p:spTgt spid="5"/>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500"/>
                                        <p:tgtEl>
                                          <p:spTgt spid="6"/>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down)">
                                      <p:cBhvr>
                                        <p:cTn id="25" dur="500"/>
                                        <p:tgtEl>
                                          <p:spTgt spid="8"/>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down)">
                                      <p:cBhvr>
                                        <p:cTn id="28" dur="500"/>
                                        <p:tgtEl>
                                          <p:spTgt spid="9"/>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down)">
                                      <p:cBhvr>
                                        <p:cTn id="31" dur="500"/>
                                        <p:tgtEl>
                                          <p:spTgt spid="10"/>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down)">
                                      <p:cBhvr>
                                        <p:cTn id="34" dur="500"/>
                                        <p:tgtEl>
                                          <p:spTgt spid="11"/>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down)">
                                      <p:cBhvr>
                                        <p:cTn id="37" dur="500"/>
                                        <p:tgtEl>
                                          <p:spTgt spid="12"/>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down)">
                                      <p:cBhvr>
                                        <p:cTn id="40" dur="500"/>
                                        <p:tgtEl>
                                          <p:spTgt spid="13"/>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down)">
                                      <p:cBhvr>
                                        <p:cTn id="43" dur="500"/>
                                        <p:tgtEl>
                                          <p:spTgt spid="14"/>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ipe(down)">
                                      <p:cBhvr>
                                        <p:cTn id="46" dur="500"/>
                                        <p:tgtEl>
                                          <p:spTgt spid="15"/>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ipe(down)">
                                      <p:cBhvr>
                                        <p:cTn id="49" dur="500"/>
                                        <p:tgtEl>
                                          <p:spTgt spid="16"/>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down)">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animBg="1"/>
      <p:bldP spid="6" grpId="0"/>
      <p:bldP spid="7" grpId="0"/>
      <p:bldP spid="8" grpId="0"/>
      <p:bldP spid="9" grpId="0" animBg="1"/>
      <p:bldP spid="10" grpId="0"/>
      <p:bldP spid="11" grpId="0"/>
      <p:bldP spid="12" grpId="0"/>
      <p:bldP spid="13" grpId="0" animBg="1"/>
      <p:bldP spid="14" grpId="0"/>
      <p:bldP spid="15" grpId="0"/>
      <p:bldP spid="16" grpId="0"/>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PPT世界-2"/>
          <p:cNvGrpSpPr/>
          <p:nvPr/>
        </p:nvGrpSpPr>
        <p:grpSpPr>
          <a:xfrm>
            <a:off x="2409666" y="1700962"/>
            <a:ext cx="7395818" cy="1929151"/>
            <a:chOff x="2409463" y="1378121"/>
            <a:chExt cx="7396224" cy="1929256"/>
          </a:xfrm>
        </p:grpSpPr>
        <p:sp>
          <p:nvSpPr>
            <p:cNvPr id="8" name="PPT世界-2-1"/>
            <p:cNvSpPr/>
            <p:nvPr/>
          </p:nvSpPr>
          <p:spPr>
            <a:xfrm>
              <a:off x="3572718" y="1498168"/>
              <a:ext cx="5073571" cy="665908"/>
            </a:xfrm>
            <a:custGeom>
              <a:avLst/>
              <a:gdLst>
                <a:gd name="connsiteX0" fmla="*/ 0 w 9444942"/>
                <a:gd name="connsiteY0" fmla="*/ 0 h 1620456"/>
                <a:gd name="connsiteX1" fmla="*/ 1574157 w 9444942"/>
                <a:gd name="connsiteY1" fmla="*/ 0 h 1620456"/>
                <a:gd name="connsiteX2" fmla="*/ 1574157 w 9444942"/>
                <a:gd name="connsiteY2" fmla="*/ 0 h 1620456"/>
                <a:gd name="connsiteX3" fmla="*/ 3935393 w 9444942"/>
                <a:gd name="connsiteY3" fmla="*/ 0 h 1620456"/>
                <a:gd name="connsiteX4" fmla="*/ 9444942 w 9444942"/>
                <a:gd name="connsiteY4" fmla="*/ 0 h 1620456"/>
                <a:gd name="connsiteX5" fmla="*/ 9444942 w 9444942"/>
                <a:gd name="connsiteY5" fmla="*/ 945266 h 1620456"/>
                <a:gd name="connsiteX6" fmla="*/ 9444942 w 9444942"/>
                <a:gd name="connsiteY6" fmla="*/ 945266 h 1620456"/>
                <a:gd name="connsiteX7" fmla="*/ 9444942 w 9444942"/>
                <a:gd name="connsiteY7" fmla="*/ 1350380 h 1620456"/>
                <a:gd name="connsiteX8" fmla="*/ 9444942 w 9444942"/>
                <a:gd name="connsiteY8" fmla="*/ 1620456 h 1620456"/>
                <a:gd name="connsiteX9" fmla="*/ 3935393 w 9444942"/>
                <a:gd name="connsiteY9" fmla="*/ 1620456 h 1620456"/>
                <a:gd name="connsiteX10" fmla="*/ 2812704 w 9444942"/>
                <a:gd name="connsiteY10" fmla="*/ 2042925 h 1620456"/>
                <a:gd name="connsiteX11" fmla="*/ 1574157 w 9444942"/>
                <a:gd name="connsiteY11" fmla="*/ 1620456 h 1620456"/>
                <a:gd name="connsiteX12" fmla="*/ 0 w 9444942"/>
                <a:gd name="connsiteY12" fmla="*/ 1620456 h 1620456"/>
                <a:gd name="connsiteX13" fmla="*/ 0 w 9444942"/>
                <a:gd name="connsiteY13" fmla="*/ 1350380 h 1620456"/>
                <a:gd name="connsiteX14" fmla="*/ 0 w 9444942"/>
                <a:gd name="connsiteY14" fmla="*/ 945266 h 1620456"/>
                <a:gd name="connsiteX15" fmla="*/ 0 w 9444942"/>
                <a:gd name="connsiteY15" fmla="*/ 945266 h 1620456"/>
                <a:gd name="connsiteX16" fmla="*/ 0 w 9444942"/>
                <a:gd name="connsiteY16" fmla="*/ 0 h 1620456"/>
                <a:gd name="connsiteX0-1" fmla="*/ 0 w 9444942"/>
                <a:gd name="connsiteY0-2" fmla="*/ 0 h 2042925"/>
                <a:gd name="connsiteX1-3" fmla="*/ 1574157 w 9444942"/>
                <a:gd name="connsiteY1-4" fmla="*/ 0 h 2042925"/>
                <a:gd name="connsiteX2-5" fmla="*/ 1574157 w 9444942"/>
                <a:gd name="connsiteY2-6" fmla="*/ 0 h 2042925"/>
                <a:gd name="connsiteX3-7" fmla="*/ 3935393 w 9444942"/>
                <a:gd name="connsiteY3-8" fmla="*/ 0 h 2042925"/>
                <a:gd name="connsiteX4-9" fmla="*/ 9444942 w 9444942"/>
                <a:gd name="connsiteY4-10" fmla="*/ 0 h 2042925"/>
                <a:gd name="connsiteX5-11" fmla="*/ 9444942 w 9444942"/>
                <a:gd name="connsiteY5-12" fmla="*/ 945266 h 2042925"/>
                <a:gd name="connsiteX6-13" fmla="*/ 9444942 w 9444942"/>
                <a:gd name="connsiteY6-14" fmla="*/ 945266 h 2042925"/>
                <a:gd name="connsiteX7-15" fmla="*/ 9444942 w 9444942"/>
                <a:gd name="connsiteY7-16" fmla="*/ 1350380 h 2042925"/>
                <a:gd name="connsiteX8-17" fmla="*/ 9444942 w 9444942"/>
                <a:gd name="connsiteY8-18" fmla="*/ 1620456 h 2042925"/>
                <a:gd name="connsiteX9-19" fmla="*/ 3935393 w 9444942"/>
                <a:gd name="connsiteY9-20" fmla="*/ 1620456 h 2042925"/>
                <a:gd name="connsiteX10-21" fmla="*/ 2812704 w 9444942"/>
                <a:gd name="connsiteY10-22" fmla="*/ 2042925 h 2042925"/>
                <a:gd name="connsiteX11-23" fmla="*/ 2419109 w 9444942"/>
                <a:gd name="connsiteY11-24" fmla="*/ 1632031 h 2042925"/>
                <a:gd name="connsiteX12-25" fmla="*/ 0 w 9444942"/>
                <a:gd name="connsiteY12-26" fmla="*/ 1620456 h 2042925"/>
                <a:gd name="connsiteX13-27" fmla="*/ 0 w 9444942"/>
                <a:gd name="connsiteY13-28" fmla="*/ 1350380 h 2042925"/>
                <a:gd name="connsiteX14-29" fmla="*/ 0 w 9444942"/>
                <a:gd name="connsiteY14-30" fmla="*/ 945266 h 2042925"/>
                <a:gd name="connsiteX15-31" fmla="*/ 0 w 9444942"/>
                <a:gd name="connsiteY15-32" fmla="*/ 945266 h 2042925"/>
                <a:gd name="connsiteX16-33" fmla="*/ 0 w 9444942"/>
                <a:gd name="connsiteY16-34" fmla="*/ 0 h 2042925"/>
                <a:gd name="connsiteX0-35" fmla="*/ 0 w 9444942"/>
                <a:gd name="connsiteY0-36" fmla="*/ 0 h 2042925"/>
                <a:gd name="connsiteX1-37" fmla="*/ 1574157 w 9444942"/>
                <a:gd name="connsiteY1-38" fmla="*/ 0 h 2042925"/>
                <a:gd name="connsiteX2-39" fmla="*/ 1574157 w 9444942"/>
                <a:gd name="connsiteY2-40" fmla="*/ 0 h 2042925"/>
                <a:gd name="connsiteX3-41" fmla="*/ 3935393 w 9444942"/>
                <a:gd name="connsiteY3-42" fmla="*/ 0 h 2042925"/>
                <a:gd name="connsiteX4-43" fmla="*/ 9444942 w 9444942"/>
                <a:gd name="connsiteY4-44" fmla="*/ 0 h 2042925"/>
                <a:gd name="connsiteX5-45" fmla="*/ 9444942 w 9444942"/>
                <a:gd name="connsiteY5-46" fmla="*/ 945266 h 2042925"/>
                <a:gd name="connsiteX6-47" fmla="*/ 9444942 w 9444942"/>
                <a:gd name="connsiteY6-48" fmla="*/ 945266 h 2042925"/>
                <a:gd name="connsiteX7-49" fmla="*/ 9444942 w 9444942"/>
                <a:gd name="connsiteY7-50" fmla="*/ 1350380 h 2042925"/>
                <a:gd name="connsiteX8-51" fmla="*/ 9444942 w 9444942"/>
                <a:gd name="connsiteY8-52" fmla="*/ 1620456 h 2042925"/>
                <a:gd name="connsiteX9-53" fmla="*/ 3935393 w 9444942"/>
                <a:gd name="connsiteY9-54" fmla="*/ 1620456 h 2042925"/>
                <a:gd name="connsiteX10-55" fmla="*/ 2812704 w 9444942"/>
                <a:gd name="connsiteY10-56" fmla="*/ 2042925 h 2042925"/>
                <a:gd name="connsiteX11-57" fmla="*/ 2731625 w 9444942"/>
                <a:gd name="connsiteY11-58" fmla="*/ 1643605 h 2042925"/>
                <a:gd name="connsiteX12-59" fmla="*/ 0 w 9444942"/>
                <a:gd name="connsiteY12-60" fmla="*/ 1620456 h 2042925"/>
                <a:gd name="connsiteX13-61" fmla="*/ 0 w 9444942"/>
                <a:gd name="connsiteY13-62" fmla="*/ 1350380 h 2042925"/>
                <a:gd name="connsiteX14-63" fmla="*/ 0 w 9444942"/>
                <a:gd name="connsiteY14-64" fmla="*/ 945266 h 2042925"/>
                <a:gd name="connsiteX15-65" fmla="*/ 0 w 9444942"/>
                <a:gd name="connsiteY15-66" fmla="*/ 945266 h 2042925"/>
                <a:gd name="connsiteX16-67" fmla="*/ 0 w 9444942"/>
                <a:gd name="connsiteY16-68" fmla="*/ 0 h 2042925"/>
                <a:gd name="connsiteX0-69" fmla="*/ 0 w 9444942"/>
                <a:gd name="connsiteY0-70" fmla="*/ 0 h 2042925"/>
                <a:gd name="connsiteX1-71" fmla="*/ 1574157 w 9444942"/>
                <a:gd name="connsiteY1-72" fmla="*/ 0 h 2042925"/>
                <a:gd name="connsiteX2-73" fmla="*/ 1574157 w 9444942"/>
                <a:gd name="connsiteY2-74" fmla="*/ 0 h 2042925"/>
                <a:gd name="connsiteX3-75" fmla="*/ 3935393 w 9444942"/>
                <a:gd name="connsiteY3-76" fmla="*/ 0 h 2042925"/>
                <a:gd name="connsiteX4-77" fmla="*/ 9444942 w 9444942"/>
                <a:gd name="connsiteY4-78" fmla="*/ 0 h 2042925"/>
                <a:gd name="connsiteX5-79" fmla="*/ 9444942 w 9444942"/>
                <a:gd name="connsiteY5-80" fmla="*/ 945266 h 2042925"/>
                <a:gd name="connsiteX6-81" fmla="*/ 9444942 w 9444942"/>
                <a:gd name="connsiteY6-82" fmla="*/ 945266 h 2042925"/>
                <a:gd name="connsiteX7-83" fmla="*/ 9444942 w 9444942"/>
                <a:gd name="connsiteY7-84" fmla="*/ 1350380 h 2042925"/>
                <a:gd name="connsiteX8-85" fmla="*/ 9444942 w 9444942"/>
                <a:gd name="connsiteY8-86" fmla="*/ 1620456 h 2042925"/>
                <a:gd name="connsiteX9-87" fmla="*/ 3217763 w 9444942"/>
                <a:gd name="connsiteY9-88" fmla="*/ 1655180 h 2042925"/>
                <a:gd name="connsiteX10-89" fmla="*/ 2812704 w 9444942"/>
                <a:gd name="connsiteY10-90" fmla="*/ 2042925 h 2042925"/>
                <a:gd name="connsiteX11-91" fmla="*/ 2731625 w 9444942"/>
                <a:gd name="connsiteY11-92" fmla="*/ 1643605 h 2042925"/>
                <a:gd name="connsiteX12-93" fmla="*/ 0 w 9444942"/>
                <a:gd name="connsiteY12-94" fmla="*/ 1620456 h 2042925"/>
                <a:gd name="connsiteX13-95" fmla="*/ 0 w 9444942"/>
                <a:gd name="connsiteY13-96" fmla="*/ 1350380 h 2042925"/>
                <a:gd name="connsiteX14-97" fmla="*/ 0 w 9444942"/>
                <a:gd name="connsiteY14-98" fmla="*/ 945266 h 2042925"/>
                <a:gd name="connsiteX15-99" fmla="*/ 0 w 9444942"/>
                <a:gd name="connsiteY15-100" fmla="*/ 945266 h 2042925"/>
                <a:gd name="connsiteX16-101" fmla="*/ 0 w 9444942"/>
                <a:gd name="connsiteY16-102" fmla="*/ 0 h 2042925"/>
                <a:gd name="connsiteX0-103" fmla="*/ 0 w 9444942"/>
                <a:gd name="connsiteY0-104" fmla="*/ 0 h 2054499"/>
                <a:gd name="connsiteX1-105" fmla="*/ 1574157 w 9444942"/>
                <a:gd name="connsiteY1-106" fmla="*/ 0 h 2054499"/>
                <a:gd name="connsiteX2-107" fmla="*/ 1574157 w 9444942"/>
                <a:gd name="connsiteY2-108" fmla="*/ 0 h 2054499"/>
                <a:gd name="connsiteX3-109" fmla="*/ 3935393 w 9444942"/>
                <a:gd name="connsiteY3-110" fmla="*/ 0 h 2054499"/>
                <a:gd name="connsiteX4-111" fmla="*/ 9444942 w 9444942"/>
                <a:gd name="connsiteY4-112" fmla="*/ 0 h 2054499"/>
                <a:gd name="connsiteX5-113" fmla="*/ 9444942 w 9444942"/>
                <a:gd name="connsiteY5-114" fmla="*/ 945266 h 2054499"/>
                <a:gd name="connsiteX6-115" fmla="*/ 9444942 w 9444942"/>
                <a:gd name="connsiteY6-116" fmla="*/ 945266 h 2054499"/>
                <a:gd name="connsiteX7-117" fmla="*/ 9444942 w 9444942"/>
                <a:gd name="connsiteY7-118" fmla="*/ 1350380 h 2054499"/>
                <a:gd name="connsiteX8-119" fmla="*/ 9444942 w 9444942"/>
                <a:gd name="connsiteY8-120" fmla="*/ 1620456 h 2054499"/>
                <a:gd name="connsiteX9-121" fmla="*/ 3217763 w 9444942"/>
                <a:gd name="connsiteY9-122" fmla="*/ 1655180 h 2054499"/>
                <a:gd name="connsiteX10-123" fmla="*/ 2882152 w 9444942"/>
                <a:gd name="connsiteY10-124" fmla="*/ 2054499 h 2054499"/>
                <a:gd name="connsiteX11-125" fmla="*/ 2731625 w 9444942"/>
                <a:gd name="connsiteY11-126" fmla="*/ 1643605 h 2054499"/>
                <a:gd name="connsiteX12-127" fmla="*/ 0 w 9444942"/>
                <a:gd name="connsiteY12-128" fmla="*/ 1620456 h 2054499"/>
                <a:gd name="connsiteX13-129" fmla="*/ 0 w 9444942"/>
                <a:gd name="connsiteY13-130" fmla="*/ 1350380 h 2054499"/>
                <a:gd name="connsiteX14-131" fmla="*/ 0 w 9444942"/>
                <a:gd name="connsiteY14-132" fmla="*/ 945266 h 2054499"/>
                <a:gd name="connsiteX15-133" fmla="*/ 0 w 9444942"/>
                <a:gd name="connsiteY15-134" fmla="*/ 945266 h 2054499"/>
                <a:gd name="connsiteX16-135" fmla="*/ 0 w 9444942"/>
                <a:gd name="connsiteY16-136" fmla="*/ 0 h 2054499"/>
                <a:gd name="connsiteX0-137" fmla="*/ 0 w 9444942"/>
                <a:gd name="connsiteY0-138" fmla="*/ 0 h 2054499"/>
                <a:gd name="connsiteX1-139" fmla="*/ 1574157 w 9444942"/>
                <a:gd name="connsiteY1-140" fmla="*/ 0 h 2054499"/>
                <a:gd name="connsiteX2-141" fmla="*/ 1574157 w 9444942"/>
                <a:gd name="connsiteY2-142" fmla="*/ 0 h 2054499"/>
                <a:gd name="connsiteX3-143" fmla="*/ 3935393 w 9444942"/>
                <a:gd name="connsiteY3-144" fmla="*/ 0 h 2054499"/>
                <a:gd name="connsiteX4-145" fmla="*/ 9444942 w 9444942"/>
                <a:gd name="connsiteY4-146" fmla="*/ 0 h 2054499"/>
                <a:gd name="connsiteX5-147" fmla="*/ 9444942 w 9444942"/>
                <a:gd name="connsiteY5-148" fmla="*/ 945266 h 2054499"/>
                <a:gd name="connsiteX6-149" fmla="*/ 9444942 w 9444942"/>
                <a:gd name="connsiteY6-150" fmla="*/ 945266 h 2054499"/>
                <a:gd name="connsiteX7-151" fmla="*/ 9444942 w 9444942"/>
                <a:gd name="connsiteY7-152" fmla="*/ 1350380 h 2054499"/>
                <a:gd name="connsiteX8-153" fmla="*/ 9444942 w 9444942"/>
                <a:gd name="connsiteY8-154" fmla="*/ 1620456 h 2054499"/>
                <a:gd name="connsiteX9-155" fmla="*/ 4988690 w 9444942"/>
                <a:gd name="connsiteY9-156" fmla="*/ 1632030 h 2054499"/>
                <a:gd name="connsiteX10-157" fmla="*/ 2882152 w 9444942"/>
                <a:gd name="connsiteY10-158" fmla="*/ 2054499 h 2054499"/>
                <a:gd name="connsiteX11-159" fmla="*/ 2731625 w 9444942"/>
                <a:gd name="connsiteY11-160" fmla="*/ 1643605 h 2054499"/>
                <a:gd name="connsiteX12-161" fmla="*/ 0 w 9444942"/>
                <a:gd name="connsiteY12-162" fmla="*/ 1620456 h 2054499"/>
                <a:gd name="connsiteX13-163" fmla="*/ 0 w 9444942"/>
                <a:gd name="connsiteY13-164" fmla="*/ 1350380 h 2054499"/>
                <a:gd name="connsiteX14-165" fmla="*/ 0 w 9444942"/>
                <a:gd name="connsiteY14-166" fmla="*/ 945266 h 2054499"/>
                <a:gd name="connsiteX15-167" fmla="*/ 0 w 9444942"/>
                <a:gd name="connsiteY15-168" fmla="*/ 945266 h 2054499"/>
                <a:gd name="connsiteX16-169" fmla="*/ 0 w 9444942"/>
                <a:gd name="connsiteY16-170" fmla="*/ 0 h 2054499"/>
                <a:gd name="connsiteX0-171" fmla="*/ 0 w 9444942"/>
                <a:gd name="connsiteY0-172" fmla="*/ 0 h 2054499"/>
                <a:gd name="connsiteX1-173" fmla="*/ 1574157 w 9444942"/>
                <a:gd name="connsiteY1-174" fmla="*/ 0 h 2054499"/>
                <a:gd name="connsiteX2-175" fmla="*/ 1574157 w 9444942"/>
                <a:gd name="connsiteY2-176" fmla="*/ 0 h 2054499"/>
                <a:gd name="connsiteX3-177" fmla="*/ 3935393 w 9444942"/>
                <a:gd name="connsiteY3-178" fmla="*/ 0 h 2054499"/>
                <a:gd name="connsiteX4-179" fmla="*/ 9444942 w 9444942"/>
                <a:gd name="connsiteY4-180" fmla="*/ 0 h 2054499"/>
                <a:gd name="connsiteX5-181" fmla="*/ 9444942 w 9444942"/>
                <a:gd name="connsiteY5-182" fmla="*/ 945266 h 2054499"/>
                <a:gd name="connsiteX6-183" fmla="*/ 9444942 w 9444942"/>
                <a:gd name="connsiteY6-184" fmla="*/ 945266 h 2054499"/>
                <a:gd name="connsiteX7-185" fmla="*/ 9444942 w 9444942"/>
                <a:gd name="connsiteY7-186" fmla="*/ 1350380 h 2054499"/>
                <a:gd name="connsiteX8-187" fmla="*/ 9444942 w 9444942"/>
                <a:gd name="connsiteY8-188" fmla="*/ 1620456 h 2054499"/>
                <a:gd name="connsiteX9-189" fmla="*/ 4907667 w 9444942"/>
                <a:gd name="connsiteY9-190" fmla="*/ 1655179 h 2054499"/>
                <a:gd name="connsiteX10-191" fmla="*/ 2882152 w 9444942"/>
                <a:gd name="connsiteY10-192" fmla="*/ 2054499 h 2054499"/>
                <a:gd name="connsiteX11-193" fmla="*/ 2731625 w 9444942"/>
                <a:gd name="connsiteY11-194" fmla="*/ 1643605 h 2054499"/>
                <a:gd name="connsiteX12-195" fmla="*/ 0 w 9444942"/>
                <a:gd name="connsiteY12-196" fmla="*/ 1620456 h 2054499"/>
                <a:gd name="connsiteX13-197" fmla="*/ 0 w 9444942"/>
                <a:gd name="connsiteY13-198" fmla="*/ 1350380 h 2054499"/>
                <a:gd name="connsiteX14-199" fmla="*/ 0 w 9444942"/>
                <a:gd name="connsiteY14-200" fmla="*/ 945266 h 2054499"/>
                <a:gd name="connsiteX15-201" fmla="*/ 0 w 9444942"/>
                <a:gd name="connsiteY15-202" fmla="*/ 945266 h 2054499"/>
                <a:gd name="connsiteX16-203" fmla="*/ 0 w 9444942"/>
                <a:gd name="connsiteY16-204" fmla="*/ 0 h 2054499"/>
                <a:gd name="connsiteX0-205" fmla="*/ 0 w 9444942"/>
                <a:gd name="connsiteY0-206" fmla="*/ 0 h 2054499"/>
                <a:gd name="connsiteX1-207" fmla="*/ 1574157 w 9444942"/>
                <a:gd name="connsiteY1-208" fmla="*/ 0 h 2054499"/>
                <a:gd name="connsiteX2-209" fmla="*/ 1574157 w 9444942"/>
                <a:gd name="connsiteY2-210" fmla="*/ 0 h 2054499"/>
                <a:gd name="connsiteX3-211" fmla="*/ 3935393 w 9444942"/>
                <a:gd name="connsiteY3-212" fmla="*/ 0 h 2054499"/>
                <a:gd name="connsiteX4-213" fmla="*/ 9444942 w 9444942"/>
                <a:gd name="connsiteY4-214" fmla="*/ 0 h 2054499"/>
                <a:gd name="connsiteX5-215" fmla="*/ 9444942 w 9444942"/>
                <a:gd name="connsiteY5-216" fmla="*/ 945266 h 2054499"/>
                <a:gd name="connsiteX6-217" fmla="*/ 9444942 w 9444942"/>
                <a:gd name="connsiteY6-218" fmla="*/ 945266 h 2054499"/>
                <a:gd name="connsiteX7-219" fmla="*/ 9444942 w 9444942"/>
                <a:gd name="connsiteY7-220" fmla="*/ 1350380 h 2054499"/>
                <a:gd name="connsiteX8-221" fmla="*/ 9444942 w 9444942"/>
                <a:gd name="connsiteY8-222" fmla="*/ 1620456 h 2054499"/>
                <a:gd name="connsiteX9-223" fmla="*/ 4907667 w 9444942"/>
                <a:gd name="connsiteY9-224" fmla="*/ 1655179 h 2054499"/>
                <a:gd name="connsiteX10-225" fmla="*/ 2882152 w 9444942"/>
                <a:gd name="connsiteY10-226" fmla="*/ 2054499 h 2054499"/>
                <a:gd name="connsiteX11-227" fmla="*/ 3912243 w 9444942"/>
                <a:gd name="connsiteY11-228" fmla="*/ 1655180 h 2054499"/>
                <a:gd name="connsiteX12-229" fmla="*/ 0 w 9444942"/>
                <a:gd name="connsiteY12-230" fmla="*/ 1620456 h 2054499"/>
                <a:gd name="connsiteX13-231" fmla="*/ 0 w 9444942"/>
                <a:gd name="connsiteY13-232" fmla="*/ 1350380 h 2054499"/>
                <a:gd name="connsiteX14-233" fmla="*/ 0 w 9444942"/>
                <a:gd name="connsiteY14-234" fmla="*/ 945266 h 2054499"/>
                <a:gd name="connsiteX15-235" fmla="*/ 0 w 9444942"/>
                <a:gd name="connsiteY15-236" fmla="*/ 945266 h 2054499"/>
                <a:gd name="connsiteX16-237" fmla="*/ 0 w 9444942"/>
                <a:gd name="connsiteY16-238" fmla="*/ 0 h 2054499"/>
                <a:gd name="connsiteX0-239" fmla="*/ 0 w 9444942"/>
                <a:gd name="connsiteY0-240" fmla="*/ 0 h 1927177"/>
                <a:gd name="connsiteX1-241" fmla="*/ 1574157 w 9444942"/>
                <a:gd name="connsiteY1-242" fmla="*/ 0 h 1927177"/>
                <a:gd name="connsiteX2-243" fmla="*/ 1574157 w 9444942"/>
                <a:gd name="connsiteY2-244" fmla="*/ 0 h 1927177"/>
                <a:gd name="connsiteX3-245" fmla="*/ 3935393 w 9444942"/>
                <a:gd name="connsiteY3-246" fmla="*/ 0 h 1927177"/>
                <a:gd name="connsiteX4-247" fmla="*/ 9444942 w 9444942"/>
                <a:gd name="connsiteY4-248" fmla="*/ 0 h 1927177"/>
                <a:gd name="connsiteX5-249" fmla="*/ 9444942 w 9444942"/>
                <a:gd name="connsiteY5-250" fmla="*/ 945266 h 1927177"/>
                <a:gd name="connsiteX6-251" fmla="*/ 9444942 w 9444942"/>
                <a:gd name="connsiteY6-252" fmla="*/ 945266 h 1927177"/>
                <a:gd name="connsiteX7-253" fmla="*/ 9444942 w 9444942"/>
                <a:gd name="connsiteY7-254" fmla="*/ 1350380 h 1927177"/>
                <a:gd name="connsiteX8-255" fmla="*/ 9444942 w 9444942"/>
                <a:gd name="connsiteY8-256" fmla="*/ 1620456 h 1927177"/>
                <a:gd name="connsiteX9-257" fmla="*/ 4907667 w 9444942"/>
                <a:gd name="connsiteY9-258" fmla="*/ 1655179 h 1927177"/>
                <a:gd name="connsiteX10-259" fmla="*/ 4629929 w 9444942"/>
                <a:gd name="connsiteY10-260" fmla="*/ 1927177 h 1927177"/>
                <a:gd name="connsiteX11-261" fmla="*/ 3912243 w 9444942"/>
                <a:gd name="connsiteY11-262" fmla="*/ 1655180 h 1927177"/>
                <a:gd name="connsiteX12-263" fmla="*/ 0 w 9444942"/>
                <a:gd name="connsiteY12-264" fmla="*/ 1620456 h 1927177"/>
                <a:gd name="connsiteX13-265" fmla="*/ 0 w 9444942"/>
                <a:gd name="connsiteY13-266" fmla="*/ 1350380 h 1927177"/>
                <a:gd name="connsiteX14-267" fmla="*/ 0 w 9444942"/>
                <a:gd name="connsiteY14-268" fmla="*/ 945266 h 1927177"/>
                <a:gd name="connsiteX15-269" fmla="*/ 0 w 9444942"/>
                <a:gd name="connsiteY15-270" fmla="*/ 945266 h 1927177"/>
                <a:gd name="connsiteX16-271" fmla="*/ 0 w 9444942"/>
                <a:gd name="connsiteY16-272" fmla="*/ 0 h 1927177"/>
                <a:gd name="connsiteX0-273" fmla="*/ 0 w 9444942"/>
                <a:gd name="connsiteY0-274" fmla="*/ 0 h 1927177"/>
                <a:gd name="connsiteX1-275" fmla="*/ 1574157 w 9444942"/>
                <a:gd name="connsiteY1-276" fmla="*/ 0 h 1927177"/>
                <a:gd name="connsiteX2-277" fmla="*/ 1574157 w 9444942"/>
                <a:gd name="connsiteY2-278" fmla="*/ 0 h 1927177"/>
                <a:gd name="connsiteX3-279" fmla="*/ 3935393 w 9444942"/>
                <a:gd name="connsiteY3-280" fmla="*/ 0 h 1927177"/>
                <a:gd name="connsiteX4-281" fmla="*/ 9444942 w 9444942"/>
                <a:gd name="connsiteY4-282" fmla="*/ 0 h 1927177"/>
                <a:gd name="connsiteX5-283" fmla="*/ 9444942 w 9444942"/>
                <a:gd name="connsiteY5-284" fmla="*/ 945266 h 1927177"/>
                <a:gd name="connsiteX6-285" fmla="*/ 9444942 w 9444942"/>
                <a:gd name="connsiteY6-286" fmla="*/ 945266 h 1927177"/>
                <a:gd name="connsiteX7-287" fmla="*/ 9444942 w 9444942"/>
                <a:gd name="connsiteY7-288" fmla="*/ 1350380 h 1927177"/>
                <a:gd name="connsiteX8-289" fmla="*/ 9444942 w 9444942"/>
                <a:gd name="connsiteY8-290" fmla="*/ 1620456 h 1927177"/>
                <a:gd name="connsiteX9-291" fmla="*/ 4907667 w 9444942"/>
                <a:gd name="connsiteY9-292" fmla="*/ 1655179 h 1927177"/>
                <a:gd name="connsiteX10-293" fmla="*/ 4629929 w 9444942"/>
                <a:gd name="connsiteY10-294" fmla="*/ 1927177 h 1927177"/>
                <a:gd name="connsiteX11-295" fmla="*/ 4259484 w 9444942"/>
                <a:gd name="connsiteY11-296" fmla="*/ 1666755 h 1927177"/>
                <a:gd name="connsiteX12-297" fmla="*/ 0 w 9444942"/>
                <a:gd name="connsiteY12-298" fmla="*/ 1620456 h 1927177"/>
                <a:gd name="connsiteX13-299" fmla="*/ 0 w 9444942"/>
                <a:gd name="connsiteY13-300" fmla="*/ 1350380 h 1927177"/>
                <a:gd name="connsiteX14-301" fmla="*/ 0 w 9444942"/>
                <a:gd name="connsiteY14-302" fmla="*/ 945266 h 1927177"/>
                <a:gd name="connsiteX15-303" fmla="*/ 0 w 9444942"/>
                <a:gd name="connsiteY15-304" fmla="*/ 945266 h 1927177"/>
                <a:gd name="connsiteX16-305" fmla="*/ 0 w 9444942"/>
                <a:gd name="connsiteY16-306" fmla="*/ 0 h 1927177"/>
                <a:gd name="connsiteX0-307" fmla="*/ 0 w 9444942"/>
                <a:gd name="connsiteY0-308" fmla="*/ 0 h 1927177"/>
                <a:gd name="connsiteX1-309" fmla="*/ 1574157 w 9444942"/>
                <a:gd name="connsiteY1-310" fmla="*/ 0 h 1927177"/>
                <a:gd name="connsiteX2-311" fmla="*/ 1574157 w 9444942"/>
                <a:gd name="connsiteY2-312" fmla="*/ 0 h 1927177"/>
                <a:gd name="connsiteX3-313" fmla="*/ 3935393 w 9444942"/>
                <a:gd name="connsiteY3-314" fmla="*/ 0 h 1927177"/>
                <a:gd name="connsiteX4-315" fmla="*/ 9444942 w 9444942"/>
                <a:gd name="connsiteY4-316" fmla="*/ 0 h 1927177"/>
                <a:gd name="connsiteX5-317" fmla="*/ 9444942 w 9444942"/>
                <a:gd name="connsiteY5-318" fmla="*/ 945266 h 1927177"/>
                <a:gd name="connsiteX6-319" fmla="*/ 9444942 w 9444942"/>
                <a:gd name="connsiteY6-320" fmla="*/ 945266 h 1927177"/>
                <a:gd name="connsiteX7-321" fmla="*/ 9444942 w 9444942"/>
                <a:gd name="connsiteY7-322" fmla="*/ 1350380 h 1927177"/>
                <a:gd name="connsiteX8-323" fmla="*/ 9444942 w 9444942"/>
                <a:gd name="connsiteY8-324" fmla="*/ 1620456 h 1927177"/>
                <a:gd name="connsiteX9-325" fmla="*/ 4907667 w 9444942"/>
                <a:gd name="connsiteY9-326" fmla="*/ 1655179 h 1927177"/>
                <a:gd name="connsiteX10-327" fmla="*/ 4629929 w 9444942"/>
                <a:gd name="connsiteY10-328" fmla="*/ 1927177 h 1927177"/>
                <a:gd name="connsiteX11-329" fmla="*/ 4409954 w 9444942"/>
                <a:gd name="connsiteY11-330" fmla="*/ 1643606 h 1927177"/>
                <a:gd name="connsiteX12-331" fmla="*/ 0 w 9444942"/>
                <a:gd name="connsiteY12-332" fmla="*/ 1620456 h 1927177"/>
                <a:gd name="connsiteX13-333" fmla="*/ 0 w 9444942"/>
                <a:gd name="connsiteY13-334" fmla="*/ 1350380 h 1927177"/>
                <a:gd name="connsiteX14-335" fmla="*/ 0 w 9444942"/>
                <a:gd name="connsiteY14-336" fmla="*/ 945266 h 1927177"/>
                <a:gd name="connsiteX15-337" fmla="*/ 0 w 9444942"/>
                <a:gd name="connsiteY15-338" fmla="*/ 945266 h 1927177"/>
                <a:gd name="connsiteX16-339" fmla="*/ 0 w 9444942"/>
                <a:gd name="connsiteY16-340" fmla="*/ 0 h 1927177"/>
                <a:gd name="connsiteX0-341" fmla="*/ 0 w 9444942"/>
                <a:gd name="connsiteY0-342" fmla="*/ 0 h 1927177"/>
                <a:gd name="connsiteX1-343" fmla="*/ 1574157 w 9444942"/>
                <a:gd name="connsiteY1-344" fmla="*/ 0 h 1927177"/>
                <a:gd name="connsiteX2-345" fmla="*/ 1574157 w 9444942"/>
                <a:gd name="connsiteY2-346" fmla="*/ 0 h 1927177"/>
                <a:gd name="connsiteX3-347" fmla="*/ 3935393 w 9444942"/>
                <a:gd name="connsiteY3-348" fmla="*/ 0 h 1927177"/>
                <a:gd name="connsiteX4-349" fmla="*/ 9444942 w 9444942"/>
                <a:gd name="connsiteY4-350" fmla="*/ 0 h 1927177"/>
                <a:gd name="connsiteX5-351" fmla="*/ 9444942 w 9444942"/>
                <a:gd name="connsiteY5-352" fmla="*/ 945266 h 1927177"/>
                <a:gd name="connsiteX6-353" fmla="*/ 9444942 w 9444942"/>
                <a:gd name="connsiteY6-354" fmla="*/ 945266 h 1927177"/>
                <a:gd name="connsiteX7-355" fmla="*/ 9444942 w 9444942"/>
                <a:gd name="connsiteY7-356" fmla="*/ 1350380 h 1927177"/>
                <a:gd name="connsiteX8-357" fmla="*/ 9444942 w 9444942"/>
                <a:gd name="connsiteY8-358" fmla="*/ 1620456 h 1927177"/>
                <a:gd name="connsiteX9-359" fmla="*/ 4907667 w 9444942"/>
                <a:gd name="connsiteY9-360" fmla="*/ 1655179 h 1927177"/>
                <a:gd name="connsiteX10-361" fmla="*/ 4722526 w 9444942"/>
                <a:gd name="connsiteY10-362" fmla="*/ 1927177 h 1927177"/>
                <a:gd name="connsiteX11-363" fmla="*/ 4409954 w 9444942"/>
                <a:gd name="connsiteY11-364" fmla="*/ 1643606 h 1927177"/>
                <a:gd name="connsiteX12-365" fmla="*/ 0 w 9444942"/>
                <a:gd name="connsiteY12-366" fmla="*/ 1620456 h 1927177"/>
                <a:gd name="connsiteX13-367" fmla="*/ 0 w 9444942"/>
                <a:gd name="connsiteY13-368" fmla="*/ 1350380 h 1927177"/>
                <a:gd name="connsiteX14-369" fmla="*/ 0 w 9444942"/>
                <a:gd name="connsiteY14-370" fmla="*/ 945266 h 1927177"/>
                <a:gd name="connsiteX15-371" fmla="*/ 0 w 9444942"/>
                <a:gd name="connsiteY15-372" fmla="*/ 945266 h 1927177"/>
                <a:gd name="connsiteX16-373" fmla="*/ 0 w 9444942"/>
                <a:gd name="connsiteY16-374" fmla="*/ 0 h 1927177"/>
                <a:gd name="connsiteX0-375" fmla="*/ 0 w 9444942"/>
                <a:gd name="connsiteY0-376" fmla="*/ 0 h 1927177"/>
                <a:gd name="connsiteX1-377" fmla="*/ 1574157 w 9444942"/>
                <a:gd name="connsiteY1-378" fmla="*/ 0 h 1927177"/>
                <a:gd name="connsiteX2-379" fmla="*/ 1574157 w 9444942"/>
                <a:gd name="connsiteY2-380" fmla="*/ 0 h 1927177"/>
                <a:gd name="connsiteX3-381" fmla="*/ 3935393 w 9444942"/>
                <a:gd name="connsiteY3-382" fmla="*/ 0 h 1927177"/>
                <a:gd name="connsiteX4-383" fmla="*/ 9444942 w 9444942"/>
                <a:gd name="connsiteY4-384" fmla="*/ 0 h 1927177"/>
                <a:gd name="connsiteX5-385" fmla="*/ 9444942 w 9444942"/>
                <a:gd name="connsiteY5-386" fmla="*/ 945266 h 1927177"/>
                <a:gd name="connsiteX6-387" fmla="*/ 9444942 w 9444942"/>
                <a:gd name="connsiteY6-388" fmla="*/ 945266 h 1927177"/>
                <a:gd name="connsiteX7-389" fmla="*/ 9444942 w 9444942"/>
                <a:gd name="connsiteY7-390" fmla="*/ 1350380 h 1927177"/>
                <a:gd name="connsiteX8-391" fmla="*/ 9444942 w 9444942"/>
                <a:gd name="connsiteY8-392" fmla="*/ 1620456 h 1927177"/>
                <a:gd name="connsiteX9-393" fmla="*/ 5011839 w 9444942"/>
                <a:gd name="connsiteY9-394" fmla="*/ 1655179 h 1927177"/>
                <a:gd name="connsiteX10-395" fmla="*/ 4722526 w 9444942"/>
                <a:gd name="connsiteY10-396" fmla="*/ 1927177 h 1927177"/>
                <a:gd name="connsiteX11-397" fmla="*/ 4409954 w 9444942"/>
                <a:gd name="connsiteY11-398" fmla="*/ 1643606 h 1927177"/>
                <a:gd name="connsiteX12-399" fmla="*/ 0 w 9444942"/>
                <a:gd name="connsiteY12-400" fmla="*/ 1620456 h 1927177"/>
                <a:gd name="connsiteX13-401" fmla="*/ 0 w 9444942"/>
                <a:gd name="connsiteY13-402" fmla="*/ 1350380 h 1927177"/>
                <a:gd name="connsiteX14-403" fmla="*/ 0 w 9444942"/>
                <a:gd name="connsiteY14-404" fmla="*/ 945266 h 1927177"/>
                <a:gd name="connsiteX15-405" fmla="*/ 0 w 9444942"/>
                <a:gd name="connsiteY15-406" fmla="*/ 945266 h 1927177"/>
                <a:gd name="connsiteX16-407" fmla="*/ 0 w 9444942"/>
                <a:gd name="connsiteY16-408" fmla="*/ 0 h 1927177"/>
                <a:gd name="connsiteX0-409" fmla="*/ 0 w 9444942"/>
                <a:gd name="connsiteY0-410" fmla="*/ 0 h 1927177"/>
                <a:gd name="connsiteX1-411" fmla="*/ 1574157 w 9444942"/>
                <a:gd name="connsiteY1-412" fmla="*/ 0 h 1927177"/>
                <a:gd name="connsiteX2-413" fmla="*/ 1574157 w 9444942"/>
                <a:gd name="connsiteY2-414" fmla="*/ 0 h 1927177"/>
                <a:gd name="connsiteX3-415" fmla="*/ 3935393 w 9444942"/>
                <a:gd name="connsiteY3-416" fmla="*/ 0 h 1927177"/>
                <a:gd name="connsiteX4-417" fmla="*/ 9444942 w 9444942"/>
                <a:gd name="connsiteY4-418" fmla="*/ 0 h 1927177"/>
                <a:gd name="connsiteX5-419" fmla="*/ 9444942 w 9444942"/>
                <a:gd name="connsiteY5-420" fmla="*/ 945266 h 1927177"/>
                <a:gd name="connsiteX6-421" fmla="*/ 9444942 w 9444942"/>
                <a:gd name="connsiteY6-422" fmla="*/ 945266 h 1927177"/>
                <a:gd name="connsiteX7-423" fmla="*/ 9444942 w 9444942"/>
                <a:gd name="connsiteY7-424" fmla="*/ 1350380 h 1927177"/>
                <a:gd name="connsiteX8-425" fmla="*/ 9444942 w 9444942"/>
                <a:gd name="connsiteY8-426" fmla="*/ 1620456 h 1927177"/>
                <a:gd name="connsiteX9-427" fmla="*/ 5011839 w 9444942"/>
                <a:gd name="connsiteY9-428" fmla="*/ 1655179 h 1927177"/>
                <a:gd name="connsiteX10-429" fmla="*/ 4722526 w 9444942"/>
                <a:gd name="connsiteY10-430" fmla="*/ 1927177 h 1927177"/>
                <a:gd name="connsiteX11-431" fmla="*/ 4444678 w 9444942"/>
                <a:gd name="connsiteY11-432" fmla="*/ 1643606 h 1927177"/>
                <a:gd name="connsiteX12-433" fmla="*/ 0 w 9444942"/>
                <a:gd name="connsiteY12-434" fmla="*/ 1620456 h 1927177"/>
                <a:gd name="connsiteX13-435" fmla="*/ 0 w 9444942"/>
                <a:gd name="connsiteY13-436" fmla="*/ 1350380 h 1927177"/>
                <a:gd name="connsiteX14-437" fmla="*/ 0 w 9444942"/>
                <a:gd name="connsiteY14-438" fmla="*/ 945266 h 1927177"/>
                <a:gd name="connsiteX15-439" fmla="*/ 0 w 9444942"/>
                <a:gd name="connsiteY15-440" fmla="*/ 945266 h 1927177"/>
                <a:gd name="connsiteX16-441" fmla="*/ 0 w 9444942"/>
                <a:gd name="connsiteY16-442" fmla="*/ 0 h 1927177"/>
                <a:gd name="connsiteX0-443" fmla="*/ 0 w 9444942"/>
                <a:gd name="connsiteY0-444" fmla="*/ 0 h 1927177"/>
                <a:gd name="connsiteX1-445" fmla="*/ 1574157 w 9444942"/>
                <a:gd name="connsiteY1-446" fmla="*/ 0 h 1927177"/>
                <a:gd name="connsiteX2-447" fmla="*/ 1574157 w 9444942"/>
                <a:gd name="connsiteY2-448" fmla="*/ 0 h 1927177"/>
                <a:gd name="connsiteX3-449" fmla="*/ 3935393 w 9444942"/>
                <a:gd name="connsiteY3-450" fmla="*/ 0 h 1927177"/>
                <a:gd name="connsiteX4-451" fmla="*/ 9444942 w 9444942"/>
                <a:gd name="connsiteY4-452" fmla="*/ 0 h 1927177"/>
                <a:gd name="connsiteX5-453" fmla="*/ 9444942 w 9444942"/>
                <a:gd name="connsiteY5-454" fmla="*/ 945266 h 1927177"/>
                <a:gd name="connsiteX6-455" fmla="*/ 9444942 w 9444942"/>
                <a:gd name="connsiteY6-456" fmla="*/ 945266 h 1927177"/>
                <a:gd name="connsiteX7-457" fmla="*/ 9444942 w 9444942"/>
                <a:gd name="connsiteY7-458" fmla="*/ 1350380 h 1927177"/>
                <a:gd name="connsiteX8-459" fmla="*/ 9444942 w 9444942"/>
                <a:gd name="connsiteY8-460" fmla="*/ 1620456 h 1927177"/>
                <a:gd name="connsiteX9-461" fmla="*/ 5011839 w 9444942"/>
                <a:gd name="connsiteY9-462" fmla="*/ 1655179 h 1927177"/>
                <a:gd name="connsiteX10-463" fmla="*/ 4722526 w 9444942"/>
                <a:gd name="connsiteY10-464" fmla="*/ 1927177 h 1927177"/>
                <a:gd name="connsiteX11-465" fmla="*/ 4444678 w 9444942"/>
                <a:gd name="connsiteY11-466" fmla="*/ 1643606 h 1927177"/>
                <a:gd name="connsiteX12-467" fmla="*/ 0 w 9444942"/>
                <a:gd name="connsiteY12-468" fmla="*/ 1620456 h 1927177"/>
                <a:gd name="connsiteX13-469" fmla="*/ 0 w 9444942"/>
                <a:gd name="connsiteY13-470" fmla="*/ 1350380 h 1927177"/>
                <a:gd name="connsiteX14-471" fmla="*/ 0 w 9444942"/>
                <a:gd name="connsiteY14-472" fmla="*/ 945266 h 1927177"/>
                <a:gd name="connsiteX15-473" fmla="*/ 0 w 9444942"/>
                <a:gd name="connsiteY15-474" fmla="*/ 945266 h 1927177"/>
                <a:gd name="connsiteX16-475" fmla="*/ 0 w 9444942"/>
                <a:gd name="connsiteY16-476" fmla="*/ 0 h 1927177"/>
                <a:gd name="connsiteX0-477" fmla="*/ 0 w 9444942"/>
                <a:gd name="connsiteY0-478" fmla="*/ 0 h 1927177"/>
                <a:gd name="connsiteX1-479" fmla="*/ 1574157 w 9444942"/>
                <a:gd name="connsiteY1-480" fmla="*/ 0 h 1927177"/>
                <a:gd name="connsiteX2-481" fmla="*/ 1574157 w 9444942"/>
                <a:gd name="connsiteY2-482" fmla="*/ 0 h 1927177"/>
                <a:gd name="connsiteX3-483" fmla="*/ 3935393 w 9444942"/>
                <a:gd name="connsiteY3-484" fmla="*/ 0 h 1927177"/>
                <a:gd name="connsiteX4-485" fmla="*/ 9444942 w 9444942"/>
                <a:gd name="connsiteY4-486" fmla="*/ 0 h 1927177"/>
                <a:gd name="connsiteX5-487" fmla="*/ 9444942 w 9444942"/>
                <a:gd name="connsiteY5-488" fmla="*/ 945266 h 1927177"/>
                <a:gd name="connsiteX6-489" fmla="*/ 9444942 w 9444942"/>
                <a:gd name="connsiteY6-490" fmla="*/ 945266 h 1927177"/>
                <a:gd name="connsiteX7-491" fmla="*/ 9444942 w 9444942"/>
                <a:gd name="connsiteY7-492" fmla="*/ 1350380 h 1927177"/>
                <a:gd name="connsiteX8-493" fmla="*/ 9444942 w 9444942"/>
                <a:gd name="connsiteY8-494" fmla="*/ 1620456 h 1927177"/>
                <a:gd name="connsiteX9-495" fmla="*/ 5011839 w 9444942"/>
                <a:gd name="connsiteY9-496" fmla="*/ 1655179 h 1927177"/>
                <a:gd name="connsiteX10-497" fmla="*/ 4722526 w 9444942"/>
                <a:gd name="connsiteY10-498" fmla="*/ 1927177 h 1927177"/>
                <a:gd name="connsiteX11-499" fmla="*/ 4444678 w 9444942"/>
                <a:gd name="connsiteY11-500" fmla="*/ 1657158 h 1927177"/>
                <a:gd name="connsiteX12-501" fmla="*/ 0 w 9444942"/>
                <a:gd name="connsiteY12-502" fmla="*/ 1620456 h 1927177"/>
                <a:gd name="connsiteX13-503" fmla="*/ 0 w 9444942"/>
                <a:gd name="connsiteY13-504" fmla="*/ 1350380 h 1927177"/>
                <a:gd name="connsiteX14-505" fmla="*/ 0 w 9444942"/>
                <a:gd name="connsiteY14-506" fmla="*/ 945266 h 1927177"/>
                <a:gd name="connsiteX15-507" fmla="*/ 0 w 9444942"/>
                <a:gd name="connsiteY15-508" fmla="*/ 945266 h 1927177"/>
                <a:gd name="connsiteX16-509" fmla="*/ 0 w 9444942"/>
                <a:gd name="connsiteY16-510" fmla="*/ 0 h 192717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9444942" h="1927177">
                  <a:moveTo>
                    <a:pt x="0" y="0"/>
                  </a:moveTo>
                  <a:lnTo>
                    <a:pt x="1574157" y="0"/>
                  </a:lnTo>
                  <a:lnTo>
                    <a:pt x="1574157" y="0"/>
                  </a:lnTo>
                  <a:lnTo>
                    <a:pt x="3935393" y="0"/>
                  </a:lnTo>
                  <a:lnTo>
                    <a:pt x="9444942" y="0"/>
                  </a:lnTo>
                  <a:lnTo>
                    <a:pt x="9444942" y="945266"/>
                  </a:lnTo>
                  <a:lnTo>
                    <a:pt x="9444942" y="945266"/>
                  </a:lnTo>
                  <a:lnTo>
                    <a:pt x="9444942" y="1350380"/>
                  </a:lnTo>
                  <a:lnTo>
                    <a:pt x="9444942" y="1620456"/>
                  </a:lnTo>
                  <a:lnTo>
                    <a:pt x="5011839" y="1655179"/>
                  </a:lnTo>
                  <a:lnTo>
                    <a:pt x="4722526" y="1927177"/>
                  </a:lnTo>
                  <a:lnTo>
                    <a:pt x="4444678" y="1657158"/>
                  </a:lnTo>
                  <a:lnTo>
                    <a:pt x="0" y="1620456"/>
                  </a:lnTo>
                  <a:lnTo>
                    <a:pt x="0" y="1350380"/>
                  </a:lnTo>
                  <a:lnTo>
                    <a:pt x="0" y="945266"/>
                  </a:lnTo>
                  <a:lnTo>
                    <a:pt x="0" y="945266"/>
                  </a:lnTo>
                  <a:lnTo>
                    <a:pt x="0" y="0"/>
                  </a:lnTo>
                  <a:close/>
                </a:path>
              </a:pathLst>
            </a:custGeom>
            <a:noFill/>
            <a:ln w="19050" cap="flat" cmpd="sng" algn="ctr">
              <a:gradFill>
                <a:gsLst>
                  <a:gs pos="0">
                    <a:schemeClr val="bg1">
                      <a:alpha val="10000"/>
                    </a:schemeClr>
                  </a:gs>
                  <a:gs pos="100000">
                    <a:schemeClr val="accent1"/>
                  </a:gs>
                </a:gsLst>
                <a:lin ang="5400000" scaled="1"/>
              </a:gradFill>
              <a:prstDash val="solid"/>
              <a:miter lim="800000"/>
            </a:ln>
            <a:effectLst/>
          </p:spPr>
          <p:txBody>
            <a:bodyPr rtlCol="0" anchor="ctr">
              <a:noAutofit/>
            </a:bodyPr>
            <a:lstStyle/>
            <a:p>
              <a:pPr algn="ctr" defTabSz="914400">
                <a:defRPr/>
              </a:pPr>
              <a:endParaRPr lang="zh-CN" altLang="en-US" sz="1800" kern="0">
                <a:gradFill>
                  <a:gsLst>
                    <a:gs pos="0">
                      <a:schemeClr val="tx1">
                        <a:lumMod val="60000"/>
                        <a:lumOff val="40000"/>
                      </a:schemeClr>
                    </a:gs>
                    <a:gs pos="100000">
                      <a:schemeClr val="accent4"/>
                    </a:gs>
                  </a:gsLst>
                  <a:lin ang="2700000" scaled="0"/>
                </a:gra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9" name="PPT世界-2-2"/>
            <p:cNvSpPr/>
            <p:nvPr/>
          </p:nvSpPr>
          <p:spPr>
            <a:xfrm>
              <a:off x="3572718" y="1588931"/>
              <a:ext cx="5073571" cy="665908"/>
            </a:xfrm>
            <a:custGeom>
              <a:avLst/>
              <a:gdLst>
                <a:gd name="connsiteX0" fmla="*/ 0 w 9444942"/>
                <a:gd name="connsiteY0" fmla="*/ 0 h 1620456"/>
                <a:gd name="connsiteX1" fmla="*/ 1574157 w 9444942"/>
                <a:gd name="connsiteY1" fmla="*/ 0 h 1620456"/>
                <a:gd name="connsiteX2" fmla="*/ 1574157 w 9444942"/>
                <a:gd name="connsiteY2" fmla="*/ 0 h 1620456"/>
                <a:gd name="connsiteX3" fmla="*/ 3935393 w 9444942"/>
                <a:gd name="connsiteY3" fmla="*/ 0 h 1620456"/>
                <a:gd name="connsiteX4" fmla="*/ 9444942 w 9444942"/>
                <a:gd name="connsiteY4" fmla="*/ 0 h 1620456"/>
                <a:gd name="connsiteX5" fmla="*/ 9444942 w 9444942"/>
                <a:gd name="connsiteY5" fmla="*/ 945266 h 1620456"/>
                <a:gd name="connsiteX6" fmla="*/ 9444942 w 9444942"/>
                <a:gd name="connsiteY6" fmla="*/ 945266 h 1620456"/>
                <a:gd name="connsiteX7" fmla="*/ 9444942 w 9444942"/>
                <a:gd name="connsiteY7" fmla="*/ 1350380 h 1620456"/>
                <a:gd name="connsiteX8" fmla="*/ 9444942 w 9444942"/>
                <a:gd name="connsiteY8" fmla="*/ 1620456 h 1620456"/>
                <a:gd name="connsiteX9" fmla="*/ 3935393 w 9444942"/>
                <a:gd name="connsiteY9" fmla="*/ 1620456 h 1620456"/>
                <a:gd name="connsiteX10" fmla="*/ 2812704 w 9444942"/>
                <a:gd name="connsiteY10" fmla="*/ 2042925 h 1620456"/>
                <a:gd name="connsiteX11" fmla="*/ 1574157 w 9444942"/>
                <a:gd name="connsiteY11" fmla="*/ 1620456 h 1620456"/>
                <a:gd name="connsiteX12" fmla="*/ 0 w 9444942"/>
                <a:gd name="connsiteY12" fmla="*/ 1620456 h 1620456"/>
                <a:gd name="connsiteX13" fmla="*/ 0 w 9444942"/>
                <a:gd name="connsiteY13" fmla="*/ 1350380 h 1620456"/>
                <a:gd name="connsiteX14" fmla="*/ 0 w 9444942"/>
                <a:gd name="connsiteY14" fmla="*/ 945266 h 1620456"/>
                <a:gd name="connsiteX15" fmla="*/ 0 w 9444942"/>
                <a:gd name="connsiteY15" fmla="*/ 945266 h 1620456"/>
                <a:gd name="connsiteX16" fmla="*/ 0 w 9444942"/>
                <a:gd name="connsiteY16" fmla="*/ 0 h 1620456"/>
                <a:gd name="connsiteX0-1" fmla="*/ 0 w 9444942"/>
                <a:gd name="connsiteY0-2" fmla="*/ 0 h 2042925"/>
                <a:gd name="connsiteX1-3" fmla="*/ 1574157 w 9444942"/>
                <a:gd name="connsiteY1-4" fmla="*/ 0 h 2042925"/>
                <a:gd name="connsiteX2-5" fmla="*/ 1574157 w 9444942"/>
                <a:gd name="connsiteY2-6" fmla="*/ 0 h 2042925"/>
                <a:gd name="connsiteX3-7" fmla="*/ 3935393 w 9444942"/>
                <a:gd name="connsiteY3-8" fmla="*/ 0 h 2042925"/>
                <a:gd name="connsiteX4-9" fmla="*/ 9444942 w 9444942"/>
                <a:gd name="connsiteY4-10" fmla="*/ 0 h 2042925"/>
                <a:gd name="connsiteX5-11" fmla="*/ 9444942 w 9444942"/>
                <a:gd name="connsiteY5-12" fmla="*/ 945266 h 2042925"/>
                <a:gd name="connsiteX6-13" fmla="*/ 9444942 w 9444942"/>
                <a:gd name="connsiteY6-14" fmla="*/ 945266 h 2042925"/>
                <a:gd name="connsiteX7-15" fmla="*/ 9444942 w 9444942"/>
                <a:gd name="connsiteY7-16" fmla="*/ 1350380 h 2042925"/>
                <a:gd name="connsiteX8-17" fmla="*/ 9444942 w 9444942"/>
                <a:gd name="connsiteY8-18" fmla="*/ 1620456 h 2042925"/>
                <a:gd name="connsiteX9-19" fmla="*/ 3935393 w 9444942"/>
                <a:gd name="connsiteY9-20" fmla="*/ 1620456 h 2042925"/>
                <a:gd name="connsiteX10-21" fmla="*/ 2812704 w 9444942"/>
                <a:gd name="connsiteY10-22" fmla="*/ 2042925 h 2042925"/>
                <a:gd name="connsiteX11-23" fmla="*/ 2419109 w 9444942"/>
                <a:gd name="connsiteY11-24" fmla="*/ 1632031 h 2042925"/>
                <a:gd name="connsiteX12-25" fmla="*/ 0 w 9444942"/>
                <a:gd name="connsiteY12-26" fmla="*/ 1620456 h 2042925"/>
                <a:gd name="connsiteX13-27" fmla="*/ 0 w 9444942"/>
                <a:gd name="connsiteY13-28" fmla="*/ 1350380 h 2042925"/>
                <a:gd name="connsiteX14-29" fmla="*/ 0 w 9444942"/>
                <a:gd name="connsiteY14-30" fmla="*/ 945266 h 2042925"/>
                <a:gd name="connsiteX15-31" fmla="*/ 0 w 9444942"/>
                <a:gd name="connsiteY15-32" fmla="*/ 945266 h 2042925"/>
                <a:gd name="connsiteX16-33" fmla="*/ 0 w 9444942"/>
                <a:gd name="connsiteY16-34" fmla="*/ 0 h 2042925"/>
                <a:gd name="connsiteX0-35" fmla="*/ 0 w 9444942"/>
                <a:gd name="connsiteY0-36" fmla="*/ 0 h 2042925"/>
                <a:gd name="connsiteX1-37" fmla="*/ 1574157 w 9444942"/>
                <a:gd name="connsiteY1-38" fmla="*/ 0 h 2042925"/>
                <a:gd name="connsiteX2-39" fmla="*/ 1574157 w 9444942"/>
                <a:gd name="connsiteY2-40" fmla="*/ 0 h 2042925"/>
                <a:gd name="connsiteX3-41" fmla="*/ 3935393 w 9444942"/>
                <a:gd name="connsiteY3-42" fmla="*/ 0 h 2042925"/>
                <a:gd name="connsiteX4-43" fmla="*/ 9444942 w 9444942"/>
                <a:gd name="connsiteY4-44" fmla="*/ 0 h 2042925"/>
                <a:gd name="connsiteX5-45" fmla="*/ 9444942 w 9444942"/>
                <a:gd name="connsiteY5-46" fmla="*/ 945266 h 2042925"/>
                <a:gd name="connsiteX6-47" fmla="*/ 9444942 w 9444942"/>
                <a:gd name="connsiteY6-48" fmla="*/ 945266 h 2042925"/>
                <a:gd name="connsiteX7-49" fmla="*/ 9444942 w 9444942"/>
                <a:gd name="connsiteY7-50" fmla="*/ 1350380 h 2042925"/>
                <a:gd name="connsiteX8-51" fmla="*/ 9444942 w 9444942"/>
                <a:gd name="connsiteY8-52" fmla="*/ 1620456 h 2042925"/>
                <a:gd name="connsiteX9-53" fmla="*/ 3935393 w 9444942"/>
                <a:gd name="connsiteY9-54" fmla="*/ 1620456 h 2042925"/>
                <a:gd name="connsiteX10-55" fmla="*/ 2812704 w 9444942"/>
                <a:gd name="connsiteY10-56" fmla="*/ 2042925 h 2042925"/>
                <a:gd name="connsiteX11-57" fmla="*/ 2731625 w 9444942"/>
                <a:gd name="connsiteY11-58" fmla="*/ 1643605 h 2042925"/>
                <a:gd name="connsiteX12-59" fmla="*/ 0 w 9444942"/>
                <a:gd name="connsiteY12-60" fmla="*/ 1620456 h 2042925"/>
                <a:gd name="connsiteX13-61" fmla="*/ 0 w 9444942"/>
                <a:gd name="connsiteY13-62" fmla="*/ 1350380 h 2042925"/>
                <a:gd name="connsiteX14-63" fmla="*/ 0 w 9444942"/>
                <a:gd name="connsiteY14-64" fmla="*/ 945266 h 2042925"/>
                <a:gd name="connsiteX15-65" fmla="*/ 0 w 9444942"/>
                <a:gd name="connsiteY15-66" fmla="*/ 945266 h 2042925"/>
                <a:gd name="connsiteX16-67" fmla="*/ 0 w 9444942"/>
                <a:gd name="connsiteY16-68" fmla="*/ 0 h 2042925"/>
                <a:gd name="connsiteX0-69" fmla="*/ 0 w 9444942"/>
                <a:gd name="connsiteY0-70" fmla="*/ 0 h 2042925"/>
                <a:gd name="connsiteX1-71" fmla="*/ 1574157 w 9444942"/>
                <a:gd name="connsiteY1-72" fmla="*/ 0 h 2042925"/>
                <a:gd name="connsiteX2-73" fmla="*/ 1574157 w 9444942"/>
                <a:gd name="connsiteY2-74" fmla="*/ 0 h 2042925"/>
                <a:gd name="connsiteX3-75" fmla="*/ 3935393 w 9444942"/>
                <a:gd name="connsiteY3-76" fmla="*/ 0 h 2042925"/>
                <a:gd name="connsiteX4-77" fmla="*/ 9444942 w 9444942"/>
                <a:gd name="connsiteY4-78" fmla="*/ 0 h 2042925"/>
                <a:gd name="connsiteX5-79" fmla="*/ 9444942 w 9444942"/>
                <a:gd name="connsiteY5-80" fmla="*/ 945266 h 2042925"/>
                <a:gd name="connsiteX6-81" fmla="*/ 9444942 w 9444942"/>
                <a:gd name="connsiteY6-82" fmla="*/ 945266 h 2042925"/>
                <a:gd name="connsiteX7-83" fmla="*/ 9444942 w 9444942"/>
                <a:gd name="connsiteY7-84" fmla="*/ 1350380 h 2042925"/>
                <a:gd name="connsiteX8-85" fmla="*/ 9444942 w 9444942"/>
                <a:gd name="connsiteY8-86" fmla="*/ 1620456 h 2042925"/>
                <a:gd name="connsiteX9-87" fmla="*/ 3217763 w 9444942"/>
                <a:gd name="connsiteY9-88" fmla="*/ 1655180 h 2042925"/>
                <a:gd name="connsiteX10-89" fmla="*/ 2812704 w 9444942"/>
                <a:gd name="connsiteY10-90" fmla="*/ 2042925 h 2042925"/>
                <a:gd name="connsiteX11-91" fmla="*/ 2731625 w 9444942"/>
                <a:gd name="connsiteY11-92" fmla="*/ 1643605 h 2042925"/>
                <a:gd name="connsiteX12-93" fmla="*/ 0 w 9444942"/>
                <a:gd name="connsiteY12-94" fmla="*/ 1620456 h 2042925"/>
                <a:gd name="connsiteX13-95" fmla="*/ 0 w 9444942"/>
                <a:gd name="connsiteY13-96" fmla="*/ 1350380 h 2042925"/>
                <a:gd name="connsiteX14-97" fmla="*/ 0 w 9444942"/>
                <a:gd name="connsiteY14-98" fmla="*/ 945266 h 2042925"/>
                <a:gd name="connsiteX15-99" fmla="*/ 0 w 9444942"/>
                <a:gd name="connsiteY15-100" fmla="*/ 945266 h 2042925"/>
                <a:gd name="connsiteX16-101" fmla="*/ 0 w 9444942"/>
                <a:gd name="connsiteY16-102" fmla="*/ 0 h 2042925"/>
                <a:gd name="connsiteX0-103" fmla="*/ 0 w 9444942"/>
                <a:gd name="connsiteY0-104" fmla="*/ 0 h 2054499"/>
                <a:gd name="connsiteX1-105" fmla="*/ 1574157 w 9444942"/>
                <a:gd name="connsiteY1-106" fmla="*/ 0 h 2054499"/>
                <a:gd name="connsiteX2-107" fmla="*/ 1574157 w 9444942"/>
                <a:gd name="connsiteY2-108" fmla="*/ 0 h 2054499"/>
                <a:gd name="connsiteX3-109" fmla="*/ 3935393 w 9444942"/>
                <a:gd name="connsiteY3-110" fmla="*/ 0 h 2054499"/>
                <a:gd name="connsiteX4-111" fmla="*/ 9444942 w 9444942"/>
                <a:gd name="connsiteY4-112" fmla="*/ 0 h 2054499"/>
                <a:gd name="connsiteX5-113" fmla="*/ 9444942 w 9444942"/>
                <a:gd name="connsiteY5-114" fmla="*/ 945266 h 2054499"/>
                <a:gd name="connsiteX6-115" fmla="*/ 9444942 w 9444942"/>
                <a:gd name="connsiteY6-116" fmla="*/ 945266 h 2054499"/>
                <a:gd name="connsiteX7-117" fmla="*/ 9444942 w 9444942"/>
                <a:gd name="connsiteY7-118" fmla="*/ 1350380 h 2054499"/>
                <a:gd name="connsiteX8-119" fmla="*/ 9444942 w 9444942"/>
                <a:gd name="connsiteY8-120" fmla="*/ 1620456 h 2054499"/>
                <a:gd name="connsiteX9-121" fmla="*/ 3217763 w 9444942"/>
                <a:gd name="connsiteY9-122" fmla="*/ 1655180 h 2054499"/>
                <a:gd name="connsiteX10-123" fmla="*/ 2882152 w 9444942"/>
                <a:gd name="connsiteY10-124" fmla="*/ 2054499 h 2054499"/>
                <a:gd name="connsiteX11-125" fmla="*/ 2731625 w 9444942"/>
                <a:gd name="connsiteY11-126" fmla="*/ 1643605 h 2054499"/>
                <a:gd name="connsiteX12-127" fmla="*/ 0 w 9444942"/>
                <a:gd name="connsiteY12-128" fmla="*/ 1620456 h 2054499"/>
                <a:gd name="connsiteX13-129" fmla="*/ 0 w 9444942"/>
                <a:gd name="connsiteY13-130" fmla="*/ 1350380 h 2054499"/>
                <a:gd name="connsiteX14-131" fmla="*/ 0 w 9444942"/>
                <a:gd name="connsiteY14-132" fmla="*/ 945266 h 2054499"/>
                <a:gd name="connsiteX15-133" fmla="*/ 0 w 9444942"/>
                <a:gd name="connsiteY15-134" fmla="*/ 945266 h 2054499"/>
                <a:gd name="connsiteX16-135" fmla="*/ 0 w 9444942"/>
                <a:gd name="connsiteY16-136" fmla="*/ 0 h 2054499"/>
                <a:gd name="connsiteX0-137" fmla="*/ 0 w 9444942"/>
                <a:gd name="connsiteY0-138" fmla="*/ 0 h 2054499"/>
                <a:gd name="connsiteX1-139" fmla="*/ 1574157 w 9444942"/>
                <a:gd name="connsiteY1-140" fmla="*/ 0 h 2054499"/>
                <a:gd name="connsiteX2-141" fmla="*/ 1574157 w 9444942"/>
                <a:gd name="connsiteY2-142" fmla="*/ 0 h 2054499"/>
                <a:gd name="connsiteX3-143" fmla="*/ 3935393 w 9444942"/>
                <a:gd name="connsiteY3-144" fmla="*/ 0 h 2054499"/>
                <a:gd name="connsiteX4-145" fmla="*/ 9444942 w 9444942"/>
                <a:gd name="connsiteY4-146" fmla="*/ 0 h 2054499"/>
                <a:gd name="connsiteX5-147" fmla="*/ 9444942 w 9444942"/>
                <a:gd name="connsiteY5-148" fmla="*/ 945266 h 2054499"/>
                <a:gd name="connsiteX6-149" fmla="*/ 9444942 w 9444942"/>
                <a:gd name="connsiteY6-150" fmla="*/ 945266 h 2054499"/>
                <a:gd name="connsiteX7-151" fmla="*/ 9444942 w 9444942"/>
                <a:gd name="connsiteY7-152" fmla="*/ 1350380 h 2054499"/>
                <a:gd name="connsiteX8-153" fmla="*/ 9444942 w 9444942"/>
                <a:gd name="connsiteY8-154" fmla="*/ 1620456 h 2054499"/>
                <a:gd name="connsiteX9-155" fmla="*/ 4988690 w 9444942"/>
                <a:gd name="connsiteY9-156" fmla="*/ 1632030 h 2054499"/>
                <a:gd name="connsiteX10-157" fmla="*/ 2882152 w 9444942"/>
                <a:gd name="connsiteY10-158" fmla="*/ 2054499 h 2054499"/>
                <a:gd name="connsiteX11-159" fmla="*/ 2731625 w 9444942"/>
                <a:gd name="connsiteY11-160" fmla="*/ 1643605 h 2054499"/>
                <a:gd name="connsiteX12-161" fmla="*/ 0 w 9444942"/>
                <a:gd name="connsiteY12-162" fmla="*/ 1620456 h 2054499"/>
                <a:gd name="connsiteX13-163" fmla="*/ 0 w 9444942"/>
                <a:gd name="connsiteY13-164" fmla="*/ 1350380 h 2054499"/>
                <a:gd name="connsiteX14-165" fmla="*/ 0 w 9444942"/>
                <a:gd name="connsiteY14-166" fmla="*/ 945266 h 2054499"/>
                <a:gd name="connsiteX15-167" fmla="*/ 0 w 9444942"/>
                <a:gd name="connsiteY15-168" fmla="*/ 945266 h 2054499"/>
                <a:gd name="connsiteX16-169" fmla="*/ 0 w 9444942"/>
                <a:gd name="connsiteY16-170" fmla="*/ 0 h 2054499"/>
                <a:gd name="connsiteX0-171" fmla="*/ 0 w 9444942"/>
                <a:gd name="connsiteY0-172" fmla="*/ 0 h 2054499"/>
                <a:gd name="connsiteX1-173" fmla="*/ 1574157 w 9444942"/>
                <a:gd name="connsiteY1-174" fmla="*/ 0 h 2054499"/>
                <a:gd name="connsiteX2-175" fmla="*/ 1574157 w 9444942"/>
                <a:gd name="connsiteY2-176" fmla="*/ 0 h 2054499"/>
                <a:gd name="connsiteX3-177" fmla="*/ 3935393 w 9444942"/>
                <a:gd name="connsiteY3-178" fmla="*/ 0 h 2054499"/>
                <a:gd name="connsiteX4-179" fmla="*/ 9444942 w 9444942"/>
                <a:gd name="connsiteY4-180" fmla="*/ 0 h 2054499"/>
                <a:gd name="connsiteX5-181" fmla="*/ 9444942 w 9444942"/>
                <a:gd name="connsiteY5-182" fmla="*/ 945266 h 2054499"/>
                <a:gd name="connsiteX6-183" fmla="*/ 9444942 w 9444942"/>
                <a:gd name="connsiteY6-184" fmla="*/ 945266 h 2054499"/>
                <a:gd name="connsiteX7-185" fmla="*/ 9444942 w 9444942"/>
                <a:gd name="connsiteY7-186" fmla="*/ 1350380 h 2054499"/>
                <a:gd name="connsiteX8-187" fmla="*/ 9444942 w 9444942"/>
                <a:gd name="connsiteY8-188" fmla="*/ 1620456 h 2054499"/>
                <a:gd name="connsiteX9-189" fmla="*/ 4907667 w 9444942"/>
                <a:gd name="connsiteY9-190" fmla="*/ 1655179 h 2054499"/>
                <a:gd name="connsiteX10-191" fmla="*/ 2882152 w 9444942"/>
                <a:gd name="connsiteY10-192" fmla="*/ 2054499 h 2054499"/>
                <a:gd name="connsiteX11-193" fmla="*/ 2731625 w 9444942"/>
                <a:gd name="connsiteY11-194" fmla="*/ 1643605 h 2054499"/>
                <a:gd name="connsiteX12-195" fmla="*/ 0 w 9444942"/>
                <a:gd name="connsiteY12-196" fmla="*/ 1620456 h 2054499"/>
                <a:gd name="connsiteX13-197" fmla="*/ 0 w 9444942"/>
                <a:gd name="connsiteY13-198" fmla="*/ 1350380 h 2054499"/>
                <a:gd name="connsiteX14-199" fmla="*/ 0 w 9444942"/>
                <a:gd name="connsiteY14-200" fmla="*/ 945266 h 2054499"/>
                <a:gd name="connsiteX15-201" fmla="*/ 0 w 9444942"/>
                <a:gd name="connsiteY15-202" fmla="*/ 945266 h 2054499"/>
                <a:gd name="connsiteX16-203" fmla="*/ 0 w 9444942"/>
                <a:gd name="connsiteY16-204" fmla="*/ 0 h 2054499"/>
                <a:gd name="connsiteX0-205" fmla="*/ 0 w 9444942"/>
                <a:gd name="connsiteY0-206" fmla="*/ 0 h 2054499"/>
                <a:gd name="connsiteX1-207" fmla="*/ 1574157 w 9444942"/>
                <a:gd name="connsiteY1-208" fmla="*/ 0 h 2054499"/>
                <a:gd name="connsiteX2-209" fmla="*/ 1574157 w 9444942"/>
                <a:gd name="connsiteY2-210" fmla="*/ 0 h 2054499"/>
                <a:gd name="connsiteX3-211" fmla="*/ 3935393 w 9444942"/>
                <a:gd name="connsiteY3-212" fmla="*/ 0 h 2054499"/>
                <a:gd name="connsiteX4-213" fmla="*/ 9444942 w 9444942"/>
                <a:gd name="connsiteY4-214" fmla="*/ 0 h 2054499"/>
                <a:gd name="connsiteX5-215" fmla="*/ 9444942 w 9444942"/>
                <a:gd name="connsiteY5-216" fmla="*/ 945266 h 2054499"/>
                <a:gd name="connsiteX6-217" fmla="*/ 9444942 w 9444942"/>
                <a:gd name="connsiteY6-218" fmla="*/ 945266 h 2054499"/>
                <a:gd name="connsiteX7-219" fmla="*/ 9444942 w 9444942"/>
                <a:gd name="connsiteY7-220" fmla="*/ 1350380 h 2054499"/>
                <a:gd name="connsiteX8-221" fmla="*/ 9444942 w 9444942"/>
                <a:gd name="connsiteY8-222" fmla="*/ 1620456 h 2054499"/>
                <a:gd name="connsiteX9-223" fmla="*/ 4907667 w 9444942"/>
                <a:gd name="connsiteY9-224" fmla="*/ 1655179 h 2054499"/>
                <a:gd name="connsiteX10-225" fmla="*/ 2882152 w 9444942"/>
                <a:gd name="connsiteY10-226" fmla="*/ 2054499 h 2054499"/>
                <a:gd name="connsiteX11-227" fmla="*/ 3912243 w 9444942"/>
                <a:gd name="connsiteY11-228" fmla="*/ 1655180 h 2054499"/>
                <a:gd name="connsiteX12-229" fmla="*/ 0 w 9444942"/>
                <a:gd name="connsiteY12-230" fmla="*/ 1620456 h 2054499"/>
                <a:gd name="connsiteX13-231" fmla="*/ 0 w 9444942"/>
                <a:gd name="connsiteY13-232" fmla="*/ 1350380 h 2054499"/>
                <a:gd name="connsiteX14-233" fmla="*/ 0 w 9444942"/>
                <a:gd name="connsiteY14-234" fmla="*/ 945266 h 2054499"/>
                <a:gd name="connsiteX15-235" fmla="*/ 0 w 9444942"/>
                <a:gd name="connsiteY15-236" fmla="*/ 945266 h 2054499"/>
                <a:gd name="connsiteX16-237" fmla="*/ 0 w 9444942"/>
                <a:gd name="connsiteY16-238" fmla="*/ 0 h 2054499"/>
                <a:gd name="connsiteX0-239" fmla="*/ 0 w 9444942"/>
                <a:gd name="connsiteY0-240" fmla="*/ 0 h 1927177"/>
                <a:gd name="connsiteX1-241" fmla="*/ 1574157 w 9444942"/>
                <a:gd name="connsiteY1-242" fmla="*/ 0 h 1927177"/>
                <a:gd name="connsiteX2-243" fmla="*/ 1574157 w 9444942"/>
                <a:gd name="connsiteY2-244" fmla="*/ 0 h 1927177"/>
                <a:gd name="connsiteX3-245" fmla="*/ 3935393 w 9444942"/>
                <a:gd name="connsiteY3-246" fmla="*/ 0 h 1927177"/>
                <a:gd name="connsiteX4-247" fmla="*/ 9444942 w 9444942"/>
                <a:gd name="connsiteY4-248" fmla="*/ 0 h 1927177"/>
                <a:gd name="connsiteX5-249" fmla="*/ 9444942 w 9444942"/>
                <a:gd name="connsiteY5-250" fmla="*/ 945266 h 1927177"/>
                <a:gd name="connsiteX6-251" fmla="*/ 9444942 w 9444942"/>
                <a:gd name="connsiteY6-252" fmla="*/ 945266 h 1927177"/>
                <a:gd name="connsiteX7-253" fmla="*/ 9444942 w 9444942"/>
                <a:gd name="connsiteY7-254" fmla="*/ 1350380 h 1927177"/>
                <a:gd name="connsiteX8-255" fmla="*/ 9444942 w 9444942"/>
                <a:gd name="connsiteY8-256" fmla="*/ 1620456 h 1927177"/>
                <a:gd name="connsiteX9-257" fmla="*/ 4907667 w 9444942"/>
                <a:gd name="connsiteY9-258" fmla="*/ 1655179 h 1927177"/>
                <a:gd name="connsiteX10-259" fmla="*/ 4629929 w 9444942"/>
                <a:gd name="connsiteY10-260" fmla="*/ 1927177 h 1927177"/>
                <a:gd name="connsiteX11-261" fmla="*/ 3912243 w 9444942"/>
                <a:gd name="connsiteY11-262" fmla="*/ 1655180 h 1927177"/>
                <a:gd name="connsiteX12-263" fmla="*/ 0 w 9444942"/>
                <a:gd name="connsiteY12-264" fmla="*/ 1620456 h 1927177"/>
                <a:gd name="connsiteX13-265" fmla="*/ 0 w 9444942"/>
                <a:gd name="connsiteY13-266" fmla="*/ 1350380 h 1927177"/>
                <a:gd name="connsiteX14-267" fmla="*/ 0 w 9444942"/>
                <a:gd name="connsiteY14-268" fmla="*/ 945266 h 1927177"/>
                <a:gd name="connsiteX15-269" fmla="*/ 0 w 9444942"/>
                <a:gd name="connsiteY15-270" fmla="*/ 945266 h 1927177"/>
                <a:gd name="connsiteX16-271" fmla="*/ 0 w 9444942"/>
                <a:gd name="connsiteY16-272" fmla="*/ 0 h 1927177"/>
                <a:gd name="connsiteX0-273" fmla="*/ 0 w 9444942"/>
                <a:gd name="connsiteY0-274" fmla="*/ 0 h 1927177"/>
                <a:gd name="connsiteX1-275" fmla="*/ 1574157 w 9444942"/>
                <a:gd name="connsiteY1-276" fmla="*/ 0 h 1927177"/>
                <a:gd name="connsiteX2-277" fmla="*/ 1574157 w 9444942"/>
                <a:gd name="connsiteY2-278" fmla="*/ 0 h 1927177"/>
                <a:gd name="connsiteX3-279" fmla="*/ 3935393 w 9444942"/>
                <a:gd name="connsiteY3-280" fmla="*/ 0 h 1927177"/>
                <a:gd name="connsiteX4-281" fmla="*/ 9444942 w 9444942"/>
                <a:gd name="connsiteY4-282" fmla="*/ 0 h 1927177"/>
                <a:gd name="connsiteX5-283" fmla="*/ 9444942 w 9444942"/>
                <a:gd name="connsiteY5-284" fmla="*/ 945266 h 1927177"/>
                <a:gd name="connsiteX6-285" fmla="*/ 9444942 w 9444942"/>
                <a:gd name="connsiteY6-286" fmla="*/ 945266 h 1927177"/>
                <a:gd name="connsiteX7-287" fmla="*/ 9444942 w 9444942"/>
                <a:gd name="connsiteY7-288" fmla="*/ 1350380 h 1927177"/>
                <a:gd name="connsiteX8-289" fmla="*/ 9444942 w 9444942"/>
                <a:gd name="connsiteY8-290" fmla="*/ 1620456 h 1927177"/>
                <a:gd name="connsiteX9-291" fmla="*/ 4907667 w 9444942"/>
                <a:gd name="connsiteY9-292" fmla="*/ 1655179 h 1927177"/>
                <a:gd name="connsiteX10-293" fmla="*/ 4629929 w 9444942"/>
                <a:gd name="connsiteY10-294" fmla="*/ 1927177 h 1927177"/>
                <a:gd name="connsiteX11-295" fmla="*/ 4259484 w 9444942"/>
                <a:gd name="connsiteY11-296" fmla="*/ 1666755 h 1927177"/>
                <a:gd name="connsiteX12-297" fmla="*/ 0 w 9444942"/>
                <a:gd name="connsiteY12-298" fmla="*/ 1620456 h 1927177"/>
                <a:gd name="connsiteX13-299" fmla="*/ 0 w 9444942"/>
                <a:gd name="connsiteY13-300" fmla="*/ 1350380 h 1927177"/>
                <a:gd name="connsiteX14-301" fmla="*/ 0 w 9444942"/>
                <a:gd name="connsiteY14-302" fmla="*/ 945266 h 1927177"/>
                <a:gd name="connsiteX15-303" fmla="*/ 0 w 9444942"/>
                <a:gd name="connsiteY15-304" fmla="*/ 945266 h 1927177"/>
                <a:gd name="connsiteX16-305" fmla="*/ 0 w 9444942"/>
                <a:gd name="connsiteY16-306" fmla="*/ 0 h 1927177"/>
                <a:gd name="connsiteX0-307" fmla="*/ 0 w 9444942"/>
                <a:gd name="connsiteY0-308" fmla="*/ 0 h 1927177"/>
                <a:gd name="connsiteX1-309" fmla="*/ 1574157 w 9444942"/>
                <a:gd name="connsiteY1-310" fmla="*/ 0 h 1927177"/>
                <a:gd name="connsiteX2-311" fmla="*/ 1574157 w 9444942"/>
                <a:gd name="connsiteY2-312" fmla="*/ 0 h 1927177"/>
                <a:gd name="connsiteX3-313" fmla="*/ 3935393 w 9444942"/>
                <a:gd name="connsiteY3-314" fmla="*/ 0 h 1927177"/>
                <a:gd name="connsiteX4-315" fmla="*/ 9444942 w 9444942"/>
                <a:gd name="connsiteY4-316" fmla="*/ 0 h 1927177"/>
                <a:gd name="connsiteX5-317" fmla="*/ 9444942 w 9444942"/>
                <a:gd name="connsiteY5-318" fmla="*/ 945266 h 1927177"/>
                <a:gd name="connsiteX6-319" fmla="*/ 9444942 w 9444942"/>
                <a:gd name="connsiteY6-320" fmla="*/ 945266 h 1927177"/>
                <a:gd name="connsiteX7-321" fmla="*/ 9444942 w 9444942"/>
                <a:gd name="connsiteY7-322" fmla="*/ 1350380 h 1927177"/>
                <a:gd name="connsiteX8-323" fmla="*/ 9444942 w 9444942"/>
                <a:gd name="connsiteY8-324" fmla="*/ 1620456 h 1927177"/>
                <a:gd name="connsiteX9-325" fmla="*/ 4907667 w 9444942"/>
                <a:gd name="connsiteY9-326" fmla="*/ 1655179 h 1927177"/>
                <a:gd name="connsiteX10-327" fmla="*/ 4629929 w 9444942"/>
                <a:gd name="connsiteY10-328" fmla="*/ 1927177 h 1927177"/>
                <a:gd name="connsiteX11-329" fmla="*/ 4409954 w 9444942"/>
                <a:gd name="connsiteY11-330" fmla="*/ 1643606 h 1927177"/>
                <a:gd name="connsiteX12-331" fmla="*/ 0 w 9444942"/>
                <a:gd name="connsiteY12-332" fmla="*/ 1620456 h 1927177"/>
                <a:gd name="connsiteX13-333" fmla="*/ 0 w 9444942"/>
                <a:gd name="connsiteY13-334" fmla="*/ 1350380 h 1927177"/>
                <a:gd name="connsiteX14-335" fmla="*/ 0 w 9444942"/>
                <a:gd name="connsiteY14-336" fmla="*/ 945266 h 1927177"/>
                <a:gd name="connsiteX15-337" fmla="*/ 0 w 9444942"/>
                <a:gd name="connsiteY15-338" fmla="*/ 945266 h 1927177"/>
                <a:gd name="connsiteX16-339" fmla="*/ 0 w 9444942"/>
                <a:gd name="connsiteY16-340" fmla="*/ 0 h 1927177"/>
                <a:gd name="connsiteX0-341" fmla="*/ 0 w 9444942"/>
                <a:gd name="connsiteY0-342" fmla="*/ 0 h 1927177"/>
                <a:gd name="connsiteX1-343" fmla="*/ 1574157 w 9444942"/>
                <a:gd name="connsiteY1-344" fmla="*/ 0 h 1927177"/>
                <a:gd name="connsiteX2-345" fmla="*/ 1574157 w 9444942"/>
                <a:gd name="connsiteY2-346" fmla="*/ 0 h 1927177"/>
                <a:gd name="connsiteX3-347" fmla="*/ 3935393 w 9444942"/>
                <a:gd name="connsiteY3-348" fmla="*/ 0 h 1927177"/>
                <a:gd name="connsiteX4-349" fmla="*/ 9444942 w 9444942"/>
                <a:gd name="connsiteY4-350" fmla="*/ 0 h 1927177"/>
                <a:gd name="connsiteX5-351" fmla="*/ 9444942 w 9444942"/>
                <a:gd name="connsiteY5-352" fmla="*/ 945266 h 1927177"/>
                <a:gd name="connsiteX6-353" fmla="*/ 9444942 w 9444942"/>
                <a:gd name="connsiteY6-354" fmla="*/ 945266 h 1927177"/>
                <a:gd name="connsiteX7-355" fmla="*/ 9444942 w 9444942"/>
                <a:gd name="connsiteY7-356" fmla="*/ 1350380 h 1927177"/>
                <a:gd name="connsiteX8-357" fmla="*/ 9444942 w 9444942"/>
                <a:gd name="connsiteY8-358" fmla="*/ 1620456 h 1927177"/>
                <a:gd name="connsiteX9-359" fmla="*/ 4907667 w 9444942"/>
                <a:gd name="connsiteY9-360" fmla="*/ 1655179 h 1927177"/>
                <a:gd name="connsiteX10-361" fmla="*/ 4722526 w 9444942"/>
                <a:gd name="connsiteY10-362" fmla="*/ 1927177 h 1927177"/>
                <a:gd name="connsiteX11-363" fmla="*/ 4409954 w 9444942"/>
                <a:gd name="connsiteY11-364" fmla="*/ 1643606 h 1927177"/>
                <a:gd name="connsiteX12-365" fmla="*/ 0 w 9444942"/>
                <a:gd name="connsiteY12-366" fmla="*/ 1620456 h 1927177"/>
                <a:gd name="connsiteX13-367" fmla="*/ 0 w 9444942"/>
                <a:gd name="connsiteY13-368" fmla="*/ 1350380 h 1927177"/>
                <a:gd name="connsiteX14-369" fmla="*/ 0 w 9444942"/>
                <a:gd name="connsiteY14-370" fmla="*/ 945266 h 1927177"/>
                <a:gd name="connsiteX15-371" fmla="*/ 0 w 9444942"/>
                <a:gd name="connsiteY15-372" fmla="*/ 945266 h 1927177"/>
                <a:gd name="connsiteX16-373" fmla="*/ 0 w 9444942"/>
                <a:gd name="connsiteY16-374" fmla="*/ 0 h 1927177"/>
                <a:gd name="connsiteX0-375" fmla="*/ 0 w 9444942"/>
                <a:gd name="connsiteY0-376" fmla="*/ 0 h 1927177"/>
                <a:gd name="connsiteX1-377" fmla="*/ 1574157 w 9444942"/>
                <a:gd name="connsiteY1-378" fmla="*/ 0 h 1927177"/>
                <a:gd name="connsiteX2-379" fmla="*/ 1574157 w 9444942"/>
                <a:gd name="connsiteY2-380" fmla="*/ 0 h 1927177"/>
                <a:gd name="connsiteX3-381" fmla="*/ 3935393 w 9444942"/>
                <a:gd name="connsiteY3-382" fmla="*/ 0 h 1927177"/>
                <a:gd name="connsiteX4-383" fmla="*/ 9444942 w 9444942"/>
                <a:gd name="connsiteY4-384" fmla="*/ 0 h 1927177"/>
                <a:gd name="connsiteX5-385" fmla="*/ 9444942 w 9444942"/>
                <a:gd name="connsiteY5-386" fmla="*/ 945266 h 1927177"/>
                <a:gd name="connsiteX6-387" fmla="*/ 9444942 w 9444942"/>
                <a:gd name="connsiteY6-388" fmla="*/ 945266 h 1927177"/>
                <a:gd name="connsiteX7-389" fmla="*/ 9444942 w 9444942"/>
                <a:gd name="connsiteY7-390" fmla="*/ 1350380 h 1927177"/>
                <a:gd name="connsiteX8-391" fmla="*/ 9444942 w 9444942"/>
                <a:gd name="connsiteY8-392" fmla="*/ 1620456 h 1927177"/>
                <a:gd name="connsiteX9-393" fmla="*/ 5011839 w 9444942"/>
                <a:gd name="connsiteY9-394" fmla="*/ 1655179 h 1927177"/>
                <a:gd name="connsiteX10-395" fmla="*/ 4722526 w 9444942"/>
                <a:gd name="connsiteY10-396" fmla="*/ 1927177 h 1927177"/>
                <a:gd name="connsiteX11-397" fmla="*/ 4409954 w 9444942"/>
                <a:gd name="connsiteY11-398" fmla="*/ 1643606 h 1927177"/>
                <a:gd name="connsiteX12-399" fmla="*/ 0 w 9444942"/>
                <a:gd name="connsiteY12-400" fmla="*/ 1620456 h 1927177"/>
                <a:gd name="connsiteX13-401" fmla="*/ 0 w 9444942"/>
                <a:gd name="connsiteY13-402" fmla="*/ 1350380 h 1927177"/>
                <a:gd name="connsiteX14-403" fmla="*/ 0 w 9444942"/>
                <a:gd name="connsiteY14-404" fmla="*/ 945266 h 1927177"/>
                <a:gd name="connsiteX15-405" fmla="*/ 0 w 9444942"/>
                <a:gd name="connsiteY15-406" fmla="*/ 945266 h 1927177"/>
                <a:gd name="connsiteX16-407" fmla="*/ 0 w 9444942"/>
                <a:gd name="connsiteY16-408" fmla="*/ 0 h 1927177"/>
                <a:gd name="connsiteX0-409" fmla="*/ 0 w 9444942"/>
                <a:gd name="connsiteY0-410" fmla="*/ 0 h 1927177"/>
                <a:gd name="connsiteX1-411" fmla="*/ 1574157 w 9444942"/>
                <a:gd name="connsiteY1-412" fmla="*/ 0 h 1927177"/>
                <a:gd name="connsiteX2-413" fmla="*/ 1574157 w 9444942"/>
                <a:gd name="connsiteY2-414" fmla="*/ 0 h 1927177"/>
                <a:gd name="connsiteX3-415" fmla="*/ 3935393 w 9444942"/>
                <a:gd name="connsiteY3-416" fmla="*/ 0 h 1927177"/>
                <a:gd name="connsiteX4-417" fmla="*/ 9444942 w 9444942"/>
                <a:gd name="connsiteY4-418" fmla="*/ 0 h 1927177"/>
                <a:gd name="connsiteX5-419" fmla="*/ 9444942 w 9444942"/>
                <a:gd name="connsiteY5-420" fmla="*/ 945266 h 1927177"/>
                <a:gd name="connsiteX6-421" fmla="*/ 9444942 w 9444942"/>
                <a:gd name="connsiteY6-422" fmla="*/ 945266 h 1927177"/>
                <a:gd name="connsiteX7-423" fmla="*/ 9444942 w 9444942"/>
                <a:gd name="connsiteY7-424" fmla="*/ 1350380 h 1927177"/>
                <a:gd name="connsiteX8-425" fmla="*/ 9444942 w 9444942"/>
                <a:gd name="connsiteY8-426" fmla="*/ 1620456 h 1927177"/>
                <a:gd name="connsiteX9-427" fmla="*/ 5011839 w 9444942"/>
                <a:gd name="connsiteY9-428" fmla="*/ 1655179 h 1927177"/>
                <a:gd name="connsiteX10-429" fmla="*/ 4722526 w 9444942"/>
                <a:gd name="connsiteY10-430" fmla="*/ 1927177 h 1927177"/>
                <a:gd name="connsiteX11-431" fmla="*/ 4444678 w 9444942"/>
                <a:gd name="connsiteY11-432" fmla="*/ 1643606 h 1927177"/>
                <a:gd name="connsiteX12-433" fmla="*/ 0 w 9444942"/>
                <a:gd name="connsiteY12-434" fmla="*/ 1620456 h 1927177"/>
                <a:gd name="connsiteX13-435" fmla="*/ 0 w 9444942"/>
                <a:gd name="connsiteY13-436" fmla="*/ 1350380 h 1927177"/>
                <a:gd name="connsiteX14-437" fmla="*/ 0 w 9444942"/>
                <a:gd name="connsiteY14-438" fmla="*/ 945266 h 1927177"/>
                <a:gd name="connsiteX15-439" fmla="*/ 0 w 9444942"/>
                <a:gd name="connsiteY15-440" fmla="*/ 945266 h 1927177"/>
                <a:gd name="connsiteX16-441" fmla="*/ 0 w 9444942"/>
                <a:gd name="connsiteY16-442" fmla="*/ 0 h 1927177"/>
                <a:gd name="connsiteX0-443" fmla="*/ 0 w 9444942"/>
                <a:gd name="connsiteY0-444" fmla="*/ 0 h 1927177"/>
                <a:gd name="connsiteX1-445" fmla="*/ 1574157 w 9444942"/>
                <a:gd name="connsiteY1-446" fmla="*/ 0 h 1927177"/>
                <a:gd name="connsiteX2-447" fmla="*/ 1574157 w 9444942"/>
                <a:gd name="connsiteY2-448" fmla="*/ 0 h 1927177"/>
                <a:gd name="connsiteX3-449" fmla="*/ 3935393 w 9444942"/>
                <a:gd name="connsiteY3-450" fmla="*/ 0 h 1927177"/>
                <a:gd name="connsiteX4-451" fmla="*/ 9444942 w 9444942"/>
                <a:gd name="connsiteY4-452" fmla="*/ 0 h 1927177"/>
                <a:gd name="connsiteX5-453" fmla="*/ 9444942 w 9444942"/>
                <a:gd name="connsiteY5-454" fmla="*/ 945266 h 1927177"/>
                <a:gd name="connsiteX6-455" fmla="*/ 9444942 w 9444942"/>
                <a:gd name="connsiteY6-456" fmla="*/ 945266 h 1927177"/>
                <a:gd name="connsiteX7-457" fmla="*/ 9444942 w 9444942"/>
                <a:gd name="connsiteY7-458" fmla="*/ 1350380 h 1927177"/>
                <a:gd name="connsiteX8-459" fmla="*/ 9444942 w 9444942"/>
                <a:gd name="connsiteY8-460" fmla="*/ 1620456 h 1927177"/>
                <a:gd name="connsiteX9-461" fmla="*/ 5011839 w 9444942"/>
                <a:gd name="connsiteY9-462" fmla="*/ 1655179 h 1927177"/>
                <a:gd name="connsiteX10-463" fmla="*/ 4722526 w 9444942"/>
                <a:gd name="connsiteY10-464" fmla="*/ 1927177 h 1927177"/>
                <a:gd name="connsiteX11-465" fmla="*/ 4444678 w 9444942"/>
                <a:gd name="connsiteY11-466" fmla="*/ 1643606 h 1927177"/>
                <a:gd name="connsiteX12-467" fmla="*/ 0 w 9444942"/>
                <a:gd name="connsiteY12-468" fmla="*/ 1620456 h 1927177"/>
                <a:gd name="connsiteX13-469" fmla="*/ 0 w 9444942"/>
                <a:gd name="connsiteY13-470" fmla="*/ 1350380 h 1927177"/>
                <a:gd name="connsiteX14-471" fmla="*/ 0 w 9444942"/>
                <a:gd name="connsiteY14-472" fmla="*/ 945266 h 1927177"/>
                <a:gd name="connsiteX15-473" fmla="*/ 0 w 9444942"/>
                <a:gd name="connsiteY15-474" fmla="*/ 945266 h 1927177"/>
                <a:gd name="connsiteX16-475" fmla="*/ 0 w 9444942"/>
                <a:gd name="connsiteY16-476" fmla="*/ 0 h 1927177"/>
                <a:gd name="connsiteX0-477" fmla="*/ 0 w 9444942"/>
                <a:gd name="connsiteY0-478" fmla="*/ 0 h 1927177"/>
                <a:gd name="connsiteX1-479" fmla="*/ 1574157 w 9444942"/>
                <a:gd name="connsiteY1-480" fmla="*/ 0 h 1927177"/>
                <a:gd name="connsiteX2-481" fmla="*/ 1574157 w 9444942"/>
                <a:gd name="connsiteY2-482" fmla="*/ 0 h 1927177"/>
                <a:gd name="connsiteX3-483" fmla="*/ 3935393 w 9444942"/>
                <a:gd name="connsiteY3-484" fmla="*/ 0 h 1927177"/>
                <a:gd name="connsiteX4-485" fmla="*/ 9444942 w 9444942"/>
                <a:gd name="connsiteY4-486" fmla="*/ 0 h 1927177"/>
                <a:gd name="connsiteX5-487" fmla="*/ 9444942 w 9444942"/>
                <a:gd name="connsiteY5-488" fmla="*/ 945266 h 1927177"/>
                <a:gd name="connsiteX6-489" fmla="*/ 9444942 w 9444942"/>
                <a:gd name="connsiteY6-490" fmla="*/ 945266 h 1927177"/>
                <a:gd name="connsiteX7-491" fmla="*/ 9444942 w 9444942"/>
                <a:gd name="connsiteY7-492" fmla="*/ 1350380 h 1927177"/>
                <a:gd name="connsiteX8-493" fmla="*/ 9444942 w 9444942"/>
                <a:gd name="connsiteY8-494" fmla="*/ 1620456 h 1927177"/>
                <a:gd name="connsiteX9-495" fmla="*/ 5011839 w 9444942"/>
                <a:gd name="connsiteY9-496" fmla="*/ 1655179 h 1927177"/>
                <a:gd name="connsiteX10-497" fmla="*/ 4722526 w 9444942"/>
                <a:gd name="connsiteY10-498" fmla="*/ 1927177 h 1927177"/>
                <a:gd name="connsiteX11-499" fmla="*/ 4444678 w 9444942"/>
                <a:gd name="connsiteY11-500" fmla="*/ 1657158 h 1927177"/>
                <a:gd name="connsiteX12-501" fmla="*/ 0 w 9444942"/>
                <a:gd name="connsiteY12-502" fmla="*/ 1620456 h 1927177"/>
                <a:gd name="connsiteX13-503" fmla="*/ 0 w 9444942"/>
                <a:gd name="connsiteY13-504" fmla="*/ 1350380 h 1927177"/>
                <a:gd name="connsiteX14-505" fmla="*/ 0 w 9444942"/>
                <a:gd name="connsiteY14-506" fmla="*/ 945266 h 1927177"/>
                <a:gd name="connsiteX15-507" fmla="*/ 0 w 9444942"/>
                <a:gd name="connsiteY15-508" fmla="*/ 945266 h 1927177"/>
                <a:gd name="connsiteX16-509" fmla="*/ 0 w 9444942"/>
                <a:gd name="connsiteY16-510" fmla="*/ 0 h 192717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9444942" h="1927177">
                  <a:moveTo>
                    <a:pt x="0" y="0"/>
                  </a:moveTo>
                  <a:lnTo>
                    <a:pt x="1574157" y="0"/>
                  </a:lnTo>
                  <a:lnTo>
                    <a:pt x="1574157" y="0"/>
                  </a:lnTo>
                  <a:lnTo>
                    <a:pt x="3935393" y="0"/>
                  </a:lnTo>
                  <a:lnTo>
                    <a:pt x="9444942" y="0"/>
                  </a:lnTo>
                  <a:lnTo>
                    <a:pt x="9444942" y="945266"/>
                  </a:lnTo>
                  <a:lnTo>
                    <a:pt x="9444942" y="945266"/>
                  </a:lnTo>
                  <a:lnTo>
                    <a:pt x="9444942" y="1350380"/>
                  </a:lnTo>
                  <a:lnTo>
                    <a:pt x="9444942" y="1620456"/>
                  </a:lnTo>
                  <a:lnTo>
                    <a:pt x="5011839" y="1655179"/>
                  </a:lnTo>
                  <a:lnTo>
                    <a:pt x="4722526" y="1927177"/>
                  </a:lnTo>
                  <a:lnTo>
                    <a:pt x="4444678" y="1657158"/>
                  </a:lnTo>
                  <a:lnTo>
                    <a:pt x="0" y="1620456"/>
                  </a:lnTo>
                  <a:lnTo>
                    <a:pt x="0" y="1350380"/>
                  </a:lnTo>
                  <a:lnTo>
                    <a:pt x="0" y="945266"/>
                  </a:lnTo>
                  <a:lnTo>
                    <a:pt x="0" y="945266"/>
                  </a:lnTo>
                  <a:lnTo>
                    <a:pt x="0" y="0"/>
                  </a:lnTo>
                  <a:close/>
                </a:path>
              </a:pathLst>
            </a:custGeom>
            <a:noFill/>
            <a:ln w="19050" cap="flat" cmpd="sng" algn="ctr">
              <a:gradFill>
                <a:gsLst>
                  <a:gs pos="0">
                    <a:schemeClr val="bg1">
                      <a:alpha val="10000"/>
                    </a:schemeClr>
                  </a:gs>
                  <a:gs pos="100000">
                    <a:schemeClr val="accent2"/>
                  </a:gs>
                </a:gsLst>
                <a:lin ang="5400000" scaled="1"/>
              </a:gradFill>
              <a:prstDash val="solid"/>
              <a:miter lim="800000"/>
            </a:ln>
            <a:effectLst/>
          </p:spPr>
          <p:txBody>
            <a:bodyPr rtlCol="0" anchor="ctr">
              <a:noAutofit/>
            </a:bodyPr>
            <a:lstStyle/>
            <a:p>
              <a:pPr algn="ctr" defTabSz="914400">
                <a:defRPr/>
              </a:pPr>
              <a:endParaRPr lang="zh-CN" altLang="en-US" sz="1800" kern="0">
                <a:gradFill>
                  <a:gsLst>
                    <a:gs pos="0">
                      <a:schemeClr val="tx1">
                        <a:lumMod val="60000"/>
                        <a:lumOff val="40000"/>
                      </a:schemeClr>
                    </a:gs>
                    <a:gs pos="100000">
                      <a:schemeClr val="accent4"/>
                    </a:gs>
                  </a:gsLst>
                  <a:lin ang="2700000" scaled="0"/>
                </a:gra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0" name="PPT世界-2-3"/>
            <p:cNvSpPr/>
            <p:nvPr/>
          </p:nvSpPr>
          <p:spPr>
            <a:xfrm rot="10800000" flipV="1">
              <a:off x="2409463" y="2437456"/>
              <a:ext cx="7396224" cy="869921"/>
            </a:xfrm>
            <a:custGeom>
              <a:avLst/>
              <a:gdLst>
                <a:gd name="connsiteX0" fmla="*/ 0 w 7396224"/>
                <a:gd name="connsiteY0" fmla="*/ 858347 h 858347"/>
                <a:gd name="connsiteX1" fmla="*/ 2055157 w 7396224"/>
                <a:gd name="connsiteY1" fmla="*/ 0 h 858347"/>
                <a:gd name="connsiteX2" fmla="*/ 5341067 w 7396224"/>
                <a:gd name="connsiteY2" fmla="*/ 0 h 858347"/>
                <a:gd name="connsiteX3" fmla="*/ 7396224 w 7396224"/>
                <a:gd name="connsiteY3" fmla="*/ 858347 h 858347"/>
                <a:gd name="connsiteX4" fmla="*/ 0 w 7396224"/>
                <a:gd name="connsiteY4" fmla="*/ 858347 h 858347"/>
                <a:gd name="connsiteX0-1" fmla="*/ 0 w 7396224"/>
                <a:gd name="connsiteY0-2" fmla="*/ 869921 h 869921"/>
                <a:gd name="connsiteX1-3" fmla="*/ 2055157 w 7396224"/>
                <a:gd name="connsiteY1-4" fmla="*/ 11574 h 869921"/>
                <a:gd name="connsiteX2-5" fmla="*/ 3685887 w 7396224"/>
                <a:gd name="connsiteY2-6" fmla="*/ 0 h 869921"/>
                <a:gd name="connsiteX3-7" fmla="*/ 7396224 w 7396224"/>
                <a:gd name="connsiteY3-8" fmla="*/ 869921 h 869921"/>
                <a:gd name="connsiteX4-9" fmla="*/ 0 w 7396224"/>
                <a:gd name="connsiteY4-10" fmla="*/ 869921 h 869921"/>
                <a:gd name="connsiteX0-11" fmla="*/ 0 w 7396224"/>
                <a:gd name="connsiteY0-12" fmla="*/ 869921 h 869921"/>
                <a:gd name="connsiteX1-13" fmla="*/ 3685887 w 7396224"/>
                <a:gd name="connsiteY1-14" fmla="*/ 0 h 869921"/>
                <a:gd name="connsiteX2-15" fmla="*/ 7396224 w 7396224"/>
                <a:gd name="connsiteY2-16" fmla="*/ 869921 h 869921"/>
                <a:gd name="connsiteX3-17" fmla="*/ 0 w 7396224"/>
                <a:gd name="connsiteY3-18" fmla="*/ 869921 h 869921"/>
              </a:gdLst>
              <a:ahLst/>
              <a:cxnLst>
                <a:cxn ang="0">
                  <a:pos x="connsiteX0-1" y="connsiteY0-2"/>
                </a:cxn>
                <a:cxn ang="0">
                  <a:pos x="connsiteX1-3" y="connsiteY1-4"/>
                </a:cxn>
                <a:cxn ang="0">
                  <a:pos x="connsiteX2-5" y="connsiteY2-6"/>
                </a:cxn>
                <a:cxn ang="0">
                  <a:pos x="connsiteX3-7" y="connsiteY3-8"/>
                </a:cxn>
              </a:cxnLst>
              <a:rect l="l" t="t" r="r" b="b"/>
              <a:pathLst>
                <a:path w="7396223" h="869921">
                  <a:moveTo>
                    <a:pt x="0" y="869921"/>
                  </a:moveTo>
                  <a:lnTo>
                    <a:pt x="3685887" y="0"/>
                  </a:lnTo>
                  <a:lnTo>
                    <a:pt x="7396224" y="869921"/>
                  </a:lnTo>
                  <a:lnTo>
                    <a:pt x="0" y="869921"/>
                  </a:lnTo>
                  <a:close/>
                </a:path>
              </a:pathLst>
            </a:custGeom>
            <a:gradFill>
              <a:gsLst>
                <a:gs pos="0">
                  <a:schemeClr val="accent1">
                    <a:alpha val="72000"/>
                  </a:schemeClr>
                </a:gs>
                <a:gs pos="100000">
                  <a:schemeClr val="accent1">
                    <a:alpha val="0"/>
                  </a:schemeClr>
                </a:gs>
              </a:gsLst>
              <a:lin ang="5400000" scaled="1"/>
            </a:gradFill>
            <a:ln w="12700" cap="flat" cmpd="sng" algn="ctr">
              <a:noFill/>
              <a:prstDash val="solid"/>
              <a:miter lim="800000"/>
            </a:ln>
            <a:effectLst/>
          </p:spPr>
          <p:txBody>
            <a:bodyPr rtlCol="0" anchor="ctr">
              <a:noAutofit/>
            </a:bodyPr>
            <a:lstStyle/>
            <a:p>
              <a:pPr algn="ctr" defTabSz="914400">
                <a:defRPr/>
              </a:pPr>
              <a:endParaRPr lang="zh-CN" altLang="en-US" sz="1800" kern="0">
                <a:gradFill>
                  <a:gsLst>
                    <a:gs pos="0">
                      <a:schemeClr val="tx1">
                        <a:lumMod val="60000"/>
                        <a:lumOff val="40000"/>
                      </a:schemeClr>
                    </a:gs>
                    <a:gs pos="100000">
                      <a:schemeClr val="accent4"/>
                    </a:gs>
                  </a:gsLst>
                  <a:lin ang="2700000" scaled="0"/>
                </a:gra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1" name="PPT世界-2-4"/>
            <p:cNvSpPr txBox="1"/>
            <p:nvPr/>
          </p:nvSpPr>
          <p:spPr>
            <a:xfrm>
              <a:off x="4477745" y="1378121"/>
              <a:ext cx="3236511" cy="523220"/>
            </a:xfrm>
            <a:prstGeom prst="rect">
              <a:avLst/>
            </a:prstGeom>
            <a:noFill/>
          </p:spPr>
          <p:txBody>
            <a:bodyPr wrap="square">
              <a:noAutofit/>
            </a:bodyPr>
            <a:lstStyle/>
            <a:p>
              <a:pPr algn="ctr"/>
              <a:r>
                <a:rPr lang="zh-CN" altLang="en-US" sz="2800" b="1">
                  <a:solidFill>
                    <a:schemeClr val="tx1">
                      <a:lumMod val="75000"/>
                      <a:lumOff val="25000"/>
                    </a:schemeClr>
                  </a:solidFill>
                  <a:latin typeface="思源宋体 Heavy" panose="02020900000000000000" charset="-122"/>
                  <a:ea typeface="思源宋体 Heavy" panose="02020900000000000000" charset="-122"/>
                  <a:cs typeface="Aa楷体" panose="02000500000000000000" pitchFamily="2" charset="-122"/>
                  <a:sym typeface="+mn-lt"/>
                </a:rPr>
                <a:t>点击添加标题</a:t>
              </a:r>
              <a:endParaRPr lang="zh-CN" altLang="en-US" sz="2800" b="1">
                <a:solidFill>
                  <a:schemeClr val="tx1">
                    <a:lumMod val="75000"/>
                    <a:lumOff val="25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grpSp>
      <p:grpSp>
        <p:nvGrpSpPr>
          <p:cNvPr id="12" name="PPT世界-3"/>
          <p:cNvGrpSpPr/>
          <p:nvPr/>
        </p:nvGrpSpPr>
        <p:grpSpPr>
          <a:xfrm>
            <a:off x="1102785" y="3750154"/>
            <a:ext cx="2231610" cy="2685862"/>
            <a:chOff x="1102511" y="3427425"/>
            <a:chExt cx="2231732" cy="2686009"/>
          </a:xfrm>
        </p:grpSpPr>
        <p:sp>
          <p:nvSpPr>
            <p:cNvPr id="13" name="PPT世界-3-1"/>
            <p:cNvSpPr txBox="1"/>
            <p:nvPr/>
          </p:nvSpPr>
          <p:spPr>
            <a:xfrm>
              <a:off x="1331823" y="4818720"/>
              <a:ext cx="1773108" cy="400110"/>
            </a:xfrm>
            <a:prstGeom prst="rect">
              <a:avLst/>
            </a:prstGeom>
            <a:noFill/>
          </p:spPr>
          <p:txBody>
            <a:bodyPr wrap="square">
              <a:noAutofit/>
            </a:bodyPr>
            <a:lstStyle/>
            <a:p>
              <a:pPr algn="ctr"/>
              <a:r>
                <a:rPr lang="zh-CN" altLang="en-US" sz="20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标题文字添加</a:t>
              </a:r>
              <a:endParaRPr lang="zh-CN" altLang="en-US" sz="20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4" name="PPT世界-3-2"/>
            <p:cNvSpPr/>
            <p:nvPr/>
          </p:nvSpPr>
          <p:spPr>
            <a:xfrm>
              <a:off x="1102511" y="5218830"/>
              <a:ext cx="2231732" cy="894604"/>
            </a:xfrm>
            <a:prstGeom prst="rect">
              <a:avLst/>
            </a:prstGeom>
          </p:spPr>
          <p:txBody>
            <a:bodyPr wrap="square">
              <a:noAutofit/>
            </a:bodyPr>
            <a:lstStyle/>
            <a:p>
              <a:pPr algn="ctr">
                <a:lnSpc>
                  <a:spcPct val="150000"/>
                </a:lnSpc>
                <a:spcAft>
                  <a:spcPts val="600"/>
                </a:spcAft>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不用多余的文字修饰，言简意赅的说明分项内容</a:t>
              </a:r>
              <a:r>
                <a:rPr lang="en-US" altLang="zh-CN"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a:t>
              </a:r>
              <a:endParaRPr lang="en-US" altLang="zh-CN"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5" name="PPT世界-3-3"/>
            <p:cNvSpPr/>
            <p:nvPr/>
          </p:nvSpPr>
          <p:spPr>
            <a:xfrm>
              <a:off x="1600959" y="3427425"/>
              <a:ext cx="1234836" cy="1234836"/>
            </a:xfrm>
            <a:prstGeom prst="flowChartConnector">
              <a:avLst/>
            </a:prstGeom>
            <a:solidFill>
              <a:schemeClr val="accent2">
                <a:lumMod val="60000"/>
                <a:lumOff val="4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6" name="PPT世界-3-4"/>
            <p:cNvSpPr/>
            <p:nvPr/>
          </p:nvSpPr>
          <p:spPr>
            <a:xfrm>
              <a:off x="1847693" y="3650992"/>
              <a:ext cx="741369" cy="787703"/>
            </a:xfrm>
            <a:custGeom>
              <a:avLst/>
              <a:gdLst/>
              <a:ahLst/>
              <a:cxnLst>
                <a:cxn ang="0">
                  <a:pos x="wd2" y="hd2"/>
                </a:cxn>
                <a:cxn ang="5400000">
                  <a:pos x="wd2" y="hd2"/>
                </a:cxn>
                <a:cxn ang="10800000">
                  <a:pos x="wd2" y="hd2"/>
                </a:cxn>
                <a:cxn ang="16200000">
                  <a:pos x="wd2" y="hd2"/>
                </a:cxn>
              </a:cxnLst>
              <a:rect l="0" t="0" r="r" b="b"/>
              <a:pathLst>
                <a:path w="21600" h="21600" extrusionOk="0">
                  <a:moveTo>
                    <a:pt x="18202" y="5002"/>
                  </a:moveTo>
                  <a:cubicBezTo>
                    <a:pt x="20144" y="6594"/>
                    <a:pt x="21600" y="9095"/>
                    <a:pt x="21600" y="12051"/>
                  </a:cubicBezTo>
                  <a:cubicBezTo>
                    <a:pt x="21600" y="14324"/>
                    <a:pt x="20629" y="16598"/>
                    <a:pt x="18930" y="18189"/>
                  </a:cubicBezTo>
                  <a:cubicBezTo>
                    <a:pt x="11407" y="12051"/>
                    <a:pt x="11407" y="12051"/>
                    <a:pt x="11407" y="12051"/>
                  </a:cubicBezTo>
                  <a:cubicBezTo>
                    <a:pt x="18202" y="5002"/>
                    <a:pt x="18202" y="5002"/>
                    <a:pt x="18202" y="5002"/>
                  </a:cubicBezTo>
                  <a:close/>
                  <a:moveTo>
                    <a:pt x="18445" y="18872"/>
                  </a:moveTo>
                  <a:cubicBezTo>
                    <a:pt x="17960" y="19326"/>
                    <a:pt x="17474" y="19781"/>
                    <a:pt x="16746" y="20008"/>
                  </a:cubicBezTo>
                  <a:cubicBezTo>
                    <a:pt x="17960" y="18417"/>
                    <a:pt x="17960" y="18417"/>
                    <a:pt x="17960" y="18417"/>
                  </a:cubicBezTo>
                  <a:cubicBezTo>
                    <a:pt x="18445" y="18872"/>
                    <a:pt x="18445" y="18872"/>
                    <a:pt x="18445" y="18872"/>
                  </a:cubicBezTo>
                  <a:close/>
                  <a:moveTo>
                    <a:pt x="15533" y="20918"/>
                  </a:moveTo>
                  <a:cubicBezTo>
                    <a:pt x="17474" y="17962"/>
                    <a:pt x="17474" y="17962"/>
                    <a:pt x="17474" y="17962"/>
                  </a:cubicBezTo>
                  <a:cubicBezTo>
                    <a:pt x="16989" y="17507"/>
                    <a:pt x="16989" y="17507"/>
                    <a:pt x="16989" y="17507"/>
                  </a:cubicBezTo>
                  <a:cubicBezTo>
                    <a:pt x="14562" y="21373"/>
                    <a:pt x="14562" y="21373"/>
                    <a:pt x="14562" y="21373"/>
                  </a:cubicBezTo>
                  <a:cubicBezTo>
                    <a:pt x="14804" y="21145"/>
                    <a:pt x="15290" y="20918"/>
                    <a:pt x="15533" y="20918"/>
                  </a:cubicBezTo>
                  <a:close/>
                  <a:moveTo>
                    <a:pt x="14076" y="20691"/>
                  </a:moveTo>
                  <a:cubicBezTo>
                    <a:pt x="16261" y="17053"/>
                    <a:pt x="16261" y="17053"/>
                    <a:pt x="16261" y="17053"/>
                  </a:cubicBezTo>
                  <a:cubicBezTo>
                    <a:pt x="15775" y="16825"/>
                    <a:pt x="15775" y="16825"/>
                    <a:pt x="15775" y="16825"/>
                  </a:cubicBezTo>
                  <a:cubicBezTo>
                    <a:pt x="13834" y="20008"/>
                    <a:pt x="13834" y="20008"/>
                    <a:pt x="13834" y="20008"/>
                  </a:cubicBezTo>
                  <a:cubicBezTo>
                    <a:pt x="14076" y="20691"/>
                    <a:pt x="14076" y="20691"/>
                    <a:pt x="14076" y="20691"/>
                  </a:cubicBezTo>
                  <a:close/>
                  <a:moveTo>
                    <a:pt x="13591" y="19099"/>
                  </a:moveTo>
                  <a:cubicBezTo>
                    <a:pt x="15290" y="16371"/>
                    <a:pt x="15290" y="16371"/>
                    <a:pt x="15290" y="16371"/>
                  </a:cubicBezTo>
                  <a:cubicBezTo>
                    <a:pt x="14804" y="15916"/>
                    <a:pt x="14804" y="15916"/>
                    <a:pt x="14804" y="15916"/>
                  </a:cubicBezTo>
                  <a:cubicBezTo>
                    <a:pt x="13348" y="18417"/>
                    <a:pt x="13348" y="18417"/>
                    <a:pt x="13348" y="18417"/>
                  </a:cubicBezTo>
                  <a:cubicBezTo>
                    <a:pt x="13591" y="19099"/>
                    <a:pt x="13591" y="19099"/>
                    <a:pt x="13591" y="19099"/>
                  </a:cubicBezTo>
                  <a:close/>
                  <a:moveTo>
                    <a:pt x="12863" y="17735"/>
                  </a:moveTo>
                  <a:cubicBezTo>
                    <a:pt x="14319" y="15461"/>
                    <a:pt x="14319" y="15461"/>
                    <a:pt x="14319" y="15461"/>
                  </a:cubicBezTo>
                  <a:cubicBezTo>
                    <a:pt x="13834" y="15006"/>
                    <a:pt x="13834" y="15006"/>
                    <a:pt x="13834" y="15006"/>
                  </a:cubicBezTo>
                  <a:cubicBezTo>
                    <a:pt x="12620" y="17053"/>
                    <a:pt x="12620" y="17053"/>
                    <a:pt x="12620" y="17053"/>
                  </a:cubicBezTo>
                  <a:cubicBezTo>
                    <a:pt x="12863" y="17735"/>
                    <a:pt x="12863" y="17735"/>
                    <a:pt x="12863" y="17735"/>
                  </a:cubicBezTo>
                  <a:close/>
                  <a:moveTo>
                    <a:pt x="12378" y="16143"/>
                  </a:moveTo>
                  <a:cubicBezTo>
                    <a:pt x="13348" y="14552"/>
                    <a:pt x="13348" y="14552"/>
                    <a:pt x="13348" y="14552"/>
                  </a:cubicBezTo>
                  <a:cubicBezTo>
                    <a:pt x="12863" y="14097"/>
                    <a:pt x="12863" y="14097"/>
                    <a:pt x="12863" y="14097"/>
                  </a:cubicBezTo>
                  <a:cubicBezTo>
                    <a:pt x="12135" y="15461"/>
                    <a:pt x="12135" y="15461"/>
                    <a:pt x="12135" y="15461"/>
                  </a:cubicBezTo>
                  <a:cubicBezTo>
                    <a:pt x="12378" y="16143"/>
                    <a:pt x="12378" y="16143"/>
                    <a:pt x="12378" y="16143"/>
                  </a:cubicBezTo>
                  <a:close/>
                  <a:moveTo>
                    <a:pt x="11649" y="14779"/>
                  </a:moveTo>
                  <a:cubicBezTo>
                    <a:pt x="12378" y="13869"/>
                    <a:pt x="12378" y="13869"/>
                    <a:pt x="12378" y="13869"/>
                  </a:cubicBezTo>
                  <a:cubicBezTo>
                    <a:pt x="11892" y="13415"/>
                    <a:pt x="11892" y="13415"/>
                    <a:pt x="11892" y="13415"/>
                  </a:cubicBezTo>
                  <a:cubicBezTo>
                    <a:pt x="11407" y="13869"/>
                    <a:pt x="11407" y="13869"/>
                    <a:pt x="11407" y="13869"/>
                  </a:cubicBezTo>
                  <a:cubicBezTo>
                    <a:pt x="11649" y="14779"/>
                    <a:pt x="11649" y="14779"/>
                    <a:pt x="11649" y="14779"/>
                  </a:cubicBezTo>
                  <a:close/>
                  <a:moveTo>
                    <a:pt x="11164" y="13187"/>
                  </a:moveTo>
                  <a:cubicBezTo>
                    <a:pt x="10921" y="12505"/>
                    <a:pt x="10921" y="12505"/>
                    <a:pt x="10921" y="12505"/>
                  </a:cubicBezTo>
                  <a:cubicBezTo>
                    <a:pt x="11407" y="12960"/>
                    <a:pt x="11407" y="12960"/>
                    <a:pt x="11407" y="12960"/>
                  </a:cubicBezTo>
                  <a:cubicBezTo>
                    <a:pt x="11164" y="13187"/>
                    <a:pt x="11164" y="13187"/>
                    <a:pt x="11164" y="13187"/>
                  </a:cubicBezTo>
                  <a:close/>
                  <a:moveTo>
                    <a:pt x="14319" y="3865"/>
                  </a:moveTo>
                  <a:cubicBezTo>
                    <a:pt x="9951" y="12278"/>
                    <a:pt x="9951" y="12278"/>
                    <a:pt x="9951" y="12278"/>
                  </a:cubicBezTo>
                  <a:cubicBezTo>
                    <a:pt x="9951" y="12278"/>
                    <a:pt x="9222" y="6366"/>
                    <a:pt x="8737" y="2956"/>
                  </a:cubicBezTo>
                  <a:cubicBezTo>
                    <a:pt x="3883" y="3411"/>
                    <a:pt x="0" y="7503"/>
                    <a:pt x="0" y="12278"/>
                  </a:cubicBezTo>
                  <a:cubicBezTo>
                    <a:pt x="0" y="17507"/>
                    <a:pt x="4369" y="21600"/>
                    <a:pt x="9951" y="21600"/>
                  </a:cubicBezTo>
                  <a:cubicBezTo>
                    <a:pt x="11164" y="21600"/>
                    <a:pt x="12378" y="21373"/>
                    <a:pt x="13348" y="21145"/>
                  </a:cubicBezTo>
                  <a:cubicBezTo>
                    <a:pt x="9951" y="12278"/>
                    <a:pt x="9951" y="12278"/>
                    <a:pt x="9951" y="12278"/>
                  </a:cubicBezTo>
                  <a:cubicBezTo>
                    <a:pt x="16503" y="5229"/>
                    <a:pt x="16503" y="5229"/>
                    <a:pt x="16503" y="5229"/>
                  </a:cubicBezTo>
                  <a:cubicBezTo>
                    <a:pt x="16018" y="4547"/>
                    <a:pt x="15290" y="4093"/>
                    <a:pt x="14319" y="3865"/>
                  </a:cubicBezTo>
                  <a:close/>
                  <a:moveTo>
                    <a:pt x="10436" y="0"/>
                  </a:moveTo>
                  <a:cubicBezTo>
                    <a:pt x="9951" y="0"/>
                    <a:pt x="9708" y="0"/>
                    <a:pt x="9222" y="0"/>
                  </a:cubicBezTo>
                  <a:cubicBezTo>
                    <a:pt x="9708" y="3411"/>
                    <a:pt x="10436" y="9322"/>
                    <a:pt x="10436" y="9322"/>
                  </a:cubicBezTo>
                  <a:cubicBezTo>
                    <a:pt x="14804" y="909"/>
                    <a:pt x="14804" y="909"/>
                    <a:pt x="14804" y="909"/>
                  </a:cubicBezTo>
                  <a:cubicBezTo>
                    <a:pt x="13591" y="227"/>
                    <a:pt x="11892" y="0"/>
                    <a:pt x="10436" y="0"/>
                  </a:cubicBezTo>
                  <a:close/>
                </a:path>
              </a:pathLst>
            </a:custGeom>
            <a:solidFill>
              <a:schemeClr val="bg1"/>
            </a:solidFill>
            <a:ln w="12700">
              <a:miter lim="400000"/>
            </a:ln>
          </p:spPr>
          <p:txBody>
            <a:bodyPr lIns="45717" rIns="45717">
              <a:noAutofit/>
            </a:bodyPr>
            <a:lstStyle/>
            <a:p>
              <a:pPr defTabSz="914400">
                <a:defRPr/>
              </a:pPr>
              <a:endParaRPr sz="1800" kern="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grpSp>
      <p:grpSp>
        <p:nvGrpSpPr>
          <p:cNvPr id="17" name="PPT世界-4"/>
          <p:cNvGrpSpPr/>
          <p:nvPr/>
        </p:nvGrpSpPr>
        <p:grpSpPr>
          <a:xfrm>
            <a:off x="3692950" y="3750154"/>
            <a:ext cx="2231610" cy="2685862"/>
            <a:chOff x="3692818" y="3427425"/>
            <a:chExt cx="2231732" cy="2686009"/>
          </a:xfrm>
        </p:grpSpPr>
        <p:sp>
          <p:nvSpPr>
            <p:cNvPr id="18" name="PPT世界-4-1"/>
            <p:cNvSpPr txBox="1"/>
            <p:nvPr/>
          </p:nvSpPr>
          <p:spPr>
            <a:xfrm>
              <a:off x="3922131" y="4818720"/>
              <a:ext cx="1773106" cy="400110"/>
            </a:xfrm>
            <a:prstGeom prst="rect">
              <a:avLst/>
            </a:prstGeom>
            <a:noFill/>
          </p:spPr>
          <p:txBody>
            <a:bodyPr wrap="square">
              <a:noAutofit/>
            </a:bodyPr>
            <a:lstStyle/>
            <a:p>
              <a:pPr algn="ctr"/>
              <a:r>
                <a:rPr lang="zh-CN" altLang="en-US" sz="20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标题文字添加</a:t>
              </a:r>
              <a:endParaRPr lang="zh-CN" altLang="en-US" sz="20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9" name="PPT世界-4-2"/>
            <p:cNvSpPr/>
            <p:nvPr/>
          </p:nvSpPr>
          <p:spPr>
            <a:xfrm>
              <a:off x="3692818" y="5218830"/>
              <a:ext cx="2231732" cy="894604"/>
            </a:xfrm>
            <a:prstGeom prst="rect">
              <a:avLst/>
            </a:prstGeom>
          </p:spPr>
          <p:txBody>
            <a:bodyPr wrap="square">
              <a:noAutofit/>
            </a:bodyPr>
            <a:lstStyle/>
            <a:p>
              <a:pPr algn="ctr">
                <a:lnSpc>
                  <a:spcPct val="150000"/>
                </a:lnSpc>
                <a:spcAft>
                  <a:spcPts val="600"/>
                </a:spcAft>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不用多余的文字修饰，言简意赅的说明分项内容</a:t>
              </a:r>
              <a:r>
                <a:rPr lang="en-US" altLang="zh-CN"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a:t>
              </a:r>
              <a:endParaRPr lang="en-US" altLang="zh-CN"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0" name="PPT世界-4-3"/>
            <p:cNvSpPr/>
            <p:nvPr/>
          </p:nvSpPr>
          <p:spPr>
            <a:xfrm>
              <a:off x="4191266" y="3427425"/>
              <a:ext cx="1234836" cy="1234836"/>
            </a:xfrm>
            <a:prstGeom prst="flowChartConnector">
              <a:avLst/>
            </a:prstGeom>
            <a:solidFill>
              <a:schemeClr val="accent1">
                <a:lumMod val="40000"/>
                <a:lumOff val="6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1" name="PPT世界-4-4"/>
            <p:cNvSpPr/>
            <p:nvPr/>
          </p:nvSpPr>
          <p:spPr>
            <a:xfrm>
              <a:off x="4500302" y="3719751"/>
              <a:ext cx="616765" cy="650185"/>
            </a:xfrm>
            <a:custGeom>
              <a:avLst/>
              <a:gdLst/>
              <a:ahLst/>
              <a:cxnLst>
                <a:cxn ang="0">
                  <a:pos x="wd2" y="hd2"/>
                </a:cxn>
                <a:cxn ang="5400000">
                  <a:pos x="wd2" y="hd2"/>
                </a:cxn>
                <a:cxn ang="10800000">
                  <a:pos x="wd2" y="hd2"/>
                </a:cxn>
                <a:cxn ang="16200000">
                  <a:pos x="wd2" y="hd2"/>
                </a:cxn>
              </a:cxnLst>
              <a:rect l="0" t="0" r="r" b="b"/>
              <a:pathLst>
                <a:path w="21600" h="21600" extrusionOk="0">
                  <a:moveTo>
                    <a:pt x="14684" y="1817"/>
                  </a:moveTo>
                  <a:lnTo>
                    <a:pt x="16599" y="2624"/>
                  </a:lnTo>
                  <a:lnTo>
                    <a:pt x="19791" y="1817"/>
                  </a:lnTo>
                  <a:lnTo>
                    <a:pt x="17663" y="707"/>
                  </a:lnTo>
                  <a:lnTo>
                    <a:pt x="14684" y="1817"/>
                  </a:lnTo>
                  <a:close/>
                  <a:moveTo>
                    <a:pt x="2979" y="15746"/>
                  </a:moveTo>
                  <a:lnTo>
                    <a:pt x="745" y="14636"/>
                  </a:lnTo>
                  <a:lnTo>
                    <a:pt x="745" y="19379"/>
                  </a:lnTo>
                  <a:lnTo>
                    <a:pt x="2979" y="20490"/>
                  </a:lnTo>
                  <a:lnTo>
                    <a:pt x="2979" y="15746"/>
                  </a:lnTo>
                  <a:close/>
                  <a:moveTo>
                    <a:pt x="8512" y="9589"/>
                  </a:moveTo>
                  <a:lnTo>
                    <a:pt x="10640" y="10497"/>
                  </a:lnTo>
                  <a:lnTo>
                    <a:pt x="13407" y="9387"/>
                  </a:lnTo>
                  <a:lnTo>
                    <a:pt x="11279" y="8479"/>
                  </a:lnTo>
                  <a:lnTo>
                    <a:pt x="8512" y="9589"/>
                  </a:lnTo>
                  <a:close/>
                  <a:moveTo>
                    <a:pt x="6703" y="9387"/>
                  </a:moveTo>
                  <a:lnTo>
                    <a:pt x="7342" y="9185"/>
                  </a:lnTo>
                  <a:lnTo>
                    <a:pt x="11279" y="7671"/>
                  </a:lnTo>
                  <a:lnTo>
                    <a:pt x="11492" y="7671"/>
                  </a:lnTo>
                  <a:lnTo>
                    <a:pt x="12875" y="8277"/>
                  </a:lnTo>
                  <a:lnTo>
                    <a:pt x="12875" y="1817"/>
                  </a:lnTo>
                  <a:lnTo>
                    <a:pt x="13620" y="1312"/>
                  </a:lnTo>
                  <a:lnTo>
                    <a:pt x="17450" y="0"/>
                  </a:lnTo>
                  <a:lnTo>
                    <a:pt x="17663" y="0"/>
                  </a:lnTo>
                  <a:lnTo>
                    <a:pt x="20962" y="1312"/>
                  </a:lnTo>
                  <a:lnTo>
                    <a:pt x="21600" y="1817"/>
                  </a:lnTo>
                  <a:lnTo>
                    <a:pt x="21600" y="15443"/>
                  </a:lnTo>
                  <a:lnTo>
                    <a:pt x="16812" y="17260"/>
                  </a:lnTo>
                  <a:lnTo>
                    <a:pt x="16386" y="17058"/>
                  </a:lnTo>
                  <a:lnTo>
                    <a:pt x="15429" y="16553"/>
                  </a:lnTo>
                  <a:lnTo>
                    <a:pt x="15429" y="17664"/>
                  </a:lnTo>
                  <a:lnTo>
                    <a:pt x="10321" y="19379"/>
                  </a:lnTo>
                  <a:lnTo>
                    <a:pt x="9896" y="19178"/>
                  </a:lnTo>
                  <a:lnTo>
                    <a:pt x="8725" y="18572"/>
                  </a:lnTo>
                  <a:lnTo>
                    <a:pt x="8725" y="19884"/>
                  </a:lnTo>
                  <a:lnTo>
                    <a:pt x="3724" y="21600"/>
                  </a:lnTo>
                  <a:lnTo>
                    <a:pt x="3299" y="21398"/>
                  </a:lnTo>
                  <a:lnTo>
                    <a:pt x="319" y="20086"/>
                  </a:lnTo>
                  <a:lnTo>
                    <a:pt x="0" y="19884"/>
                  </a:lnTo>
                  <a:lnTo>
                    <a:pt x="0" y="13525"/>
                  </a:lnTo>
                  <a:lnTo>
                    <a:pt x="745" y="13323"/>
                  </a:lnTo>
                  <a:lnTo>
                    <a:pt x="4682" y="11809"/>
                  </a:lnTo>
                  <a:lnTo>
                    <a:pt x="4895" y="11809"/>
                  </a:lnTo>
                  <a:lnTo>
                    <a:pt x="7874" y="13323"/>
                  </a:lnTo>
                  <a:lnTo>
                    <a:pt x="8725" y="13525"/>
                  </a:lnTo>
                  <a:lnTo>
                    <a:pt x="8725" y="17865"/>
                  </a:lnTo>
                  <a:lnTo>
                    <a:pt x="9683" y="18269"/>
                  </a:lnTo>
                  <a:lnTo>
                    <a:pt x="9683" y="11607"/>
                  </a:lnTo>
                  <a:lnTo>
                    <a:pt x="7342" y="10497"/>
                  </a:lnTo>
                  <a:lnTo>
                    <a:pt x="7342" y="13121"/>
                  </a:lnTo>
                  <a:lnTo>
                    <a:pt x="6703" y="12617"/>
                  </a:lnTo>
                  <a:lnTo>
                    <a:pt x="6703" y="9387"/>
                  </a:lnTo>
                  <a:close/>
                  <a:moveTo>
                    <a:pt x="13620" y="8781"/>
                  </a:moveTo>
                  <a:lnTo>
                    <a:pt x="14471" y="9185"/>
                  </a:lnTo>
                  <a:lnTo>
                    <a:pt x="15429" y="9387"/>
                  </a:lnTo>
                  <a:lnTo>
                    <a:pt x="15429" y="15746"/>
                  </a:lnTo>
                  <a:lnTo>
                    <a:pt x="16067" y="16150"/>
                  </a:lnTo>
                  <a:lnTo>
                    <a:pt x="16067" y="3936"/>
                  </a:lnTo>
                  <a:lnTo>
                    <a:pt x="13620" y="2826"/>
                  </a:lnTo>
                  <a:lnTo>
                    <a:pt x="13620" y="8781"/>
                  </a:lnTo>
                  <a:close/>
                  <a:moveTo>
                    <a:pt x="1915" y="13727"/>
                  </a:moveTo>
                  <a:lnTo>
                    <a:pt x="3724" y="14636"/>
                  </a:lnTo>
                  <a:lnTo>
                    <a:pt x="6916" y="13525"/>
                  </a:lnTo>
                  <a:lnTo>
                    <a:pt x="4682" y="12617"/>
                  </a:lnTo>
                  <a:lnTo>
                    <a:pt x="1915" y="13727"/>
                  </a:lnTo>
                  <a:close/>
                  <a:moveTo>
                    <a:pt x="16812" y="3533"/>
                  </a:moveTo>
                  <a:lnTo>
                    <a:pt x="16812" y="3331"/>
                  </a:lnTo>
                  <a:lnTo>
                    <a:pt x="16812" y="3533"/>
                  </a:lnTo>
                  <a:close/>
                </a:path>
              </a:pathLst>
            </a:custGeom>
            <a:solidFill>
              <a:schemeClr val="bg1"/>
            </a:solidFill>
            <a:ln w="12700">
              <a:miter lim="400000"/>
            </a:ln>
          </p:spPr>
          <p:txBody>
            <a:bodyPr lIns="45717" rIns="45717">
              <a:noAutofit/>
            </a:bodyPr>
            <a:lstStyle/>
            <a:p>
              <a:pPr defTabSz="914400">
                <a:defRPr/>
              </a:pPr>
              <a:endParaRPr sz="1800" kern="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grpSp>
      <p:grpSp>
        <p:nvGrpSpPr>
          <p:cNvPr id="22" name="PPT世界-5"/>
          <p:cNvGrpSpPr/>
          <p:nvPr/>
        </p:nvGrpSpPr>
        <p:grpSpPr>
          <a:xfrm>
            <a:off x="6283115" y="3750154"/>
            <a:ext cx="2231610" cy="2685862"/>
            <a:chOff x="6283125" y="3427425"/>
            <a:chExt cx="2231732" cy="2686009"/>
          </a:xfrm>
        </p:grpSpPr>
        <p:sp>
          <p:nvSpPr>
            <p:cNvPr id="23" name="PPT世界-5-1"/>
            <p:cNvSpPr txBox="1"/>
            <p:nvPr/>
          </p:nvSpPr>
          <p:spPr>
            <a:xfrm>
              <a:off x="6512438" y="4818720"/>
              <a:ext cx="1773106" cy="400110"/>
            </a:xfrm>
            <a:prstGeom prst="rect">
              <a:avLst/>
            </a:prstGeom>
            <a:noFill/>
          </p:spPr>
          <p:txBody>
            <a:bodyPr wrap="square">
              <a:noAutofit/>
            </a:bodyPr>
            <a:lstStyle/>
            <a:p>
              <a:pPr algn="ctr"/>
              <a:r>
                <a:rPr lang="zh-CN" altLang="en-US" sz="20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标题文字添加</a:t>
              </a:r>
              <a:endParaRPr lang="zh-CN" altLang="en-US" sz="20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4" name="PPT世界-5-2"/>
            <p:cNvSpPr/>
            <p:nvPr/>
          </p:nvSpPr>
          <p:spPr>
            <a:xfrm>
              <a:off x="6283125" y="5218830"/>
              <a:ext cx="2231732" cy="894604"/>
            </a:xfrm>
            <a:prstGeom prst="rect">
              <a:avLst/>
            </a:prstGeom>
          </p:spPr>
          <p:txBody>
            <a:bodyPr wrap="square">
              <a:noAutofit/>
            </a:bodyPr>
            <a:lstStyle/>
            <a:p>
              <a:pPr algn="ctr">
                <a:lnSpc>
                  <a:spcPct val="150000"/>
                </a:lnSpc>
                <a:spcAft>
                  <a:spcPts val="600"/>
                </a:spcAft>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不用多余的文字修饰，言简意赅的说明分项内容</a:t>
              </a:r>
              <a:r>
                <a:rPr lang="en-US" altLang="zh-CN"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a:t>
              </a:r>
              <a:endParaRPr lang="en-US" altLang="zh-CN"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5" name="PPT世界-5-3"/>
            <p:cNvSpPr/>
            <p:nvPr/>
          </p:nvSpPr>
          <p:spPr>
            <a:xfrm>
              <a:off x="6781573" y="3427425"/>
              <a:ext cx="1234836" cy="1234836"/>
            </a:xfrm>
            <a:prstGeom prst="flowChartConnector">
              <a:avLst/>
            </a:prstGeom>
            <a:solidFill>
              <a:schemeClr val="accent2">
                <a:lumMod val="60000"/>
                <a:lumOff val="4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6" name="PPT世界-5-4"/>
            <p:cNvSpPr/>
            <p:nvPr/>
          </p:nvSpPr>
          <p:spPr>
            <a:xfrm>
              <a:off x="7066579" y="3776084"/>
              <a:ext cx="664824" cy="537518"/>
            </a:xfrm>
            <a:custGeom>
              <a:avLst/>
              <a:gdLst/>
              <a:ahLst/>
              <a:cxnLst>
                <a:cxn ang="0">
                  <a:pos x="wd2" y="hd2"/>
                </a:cxn>
                <a:cxn ang="5400000">
                  <a:pos x="wd2" y="hd2"/>
                </a:cxn>
                <a:cxn ang="10800000">
                  <a:pos x="wd2" y="hd2"/>
                </a:cxn>
                <a:cxn ang="16200000">
                  <a:pos x="wd2" y="hd2"/>
                </a:cxn>
              </a:cxnLst>
              <a:rect l="0" t="0" r="r" b="b"/>
              <a:pathLst>
                <a:path w="21600" h="21600" extrusionOk="0">
                  <a:moveTo>
                    <a:pt x="15853" y="21600"/>
                  </a:moveTo>
                  <a:cubicBezTo>
                    <a:pt x="17042" y="21600"/>
                    <a:pt x="17042" y="21600"/>
                    <a:pt x="17042" y="21600"/>
                  </a:cubicBezTo>
                  <a:cubicBezTo>
                    <a:pt x="17042" y="10800"/>
                    <a:pt x="17042" y="10800"/>
                    <a:pt x="17042" y="10800"/>
                  </a:cubicBezTo>
                  <a:cubicBezTo>
                    <a:pt x="16646" y="10800"/>
                    <a:pt x="16646" y="10800"/>
                    <a:pt x="16646" y="10800"/>
                  </a:cubicBezTo>
                  <a:cubicBezTo>
                    <a:pt x="16250" y="17182"/>
                    <a:pt x="16250" y="17182"/>
                    <a:pt x="16250" y="17182"/>
                  </a:cubicBezTo>
                  <a:cubicBezTo>
                    <a:pt x="15853" y="17427"/>
                    <a:pt x="15853" y="17427"/>
                    <a:pt x="15853" y="17427"/>
                  </a:cubicBezTo>
                  <a:cubicBezTo>
                    <a:pt x="15853" y="21600"/>
                    <a:pt x="15853" y="21600"/>
                    <a:pt x="15853" y="21600"/>
                  </a:cubicBezTo>
                  <a:close/>
                  <a:moveTo>
                    <a:pt x="21600" y="0"/>
                  </a:moveTo>
                  <a:cubicBezTo>
                    <a:pt x="19817" y="4173"/>
                    <a:pt x="19817" y="4173"/>
                    <a:pt x="19817" y="4173"/>
                  </a:cubicBezTo>
                  <a:cubicBezTo>
                    <a:pt x="18231" y="8100"/>
                    <a:pt x="18231" y="8100"/>
                    <a:pt x="18231" y="8100"/>
                  </a:cubicBezTo>
                  <a:cubicBezTo>
                    <a:pt x="16646" y="5400"/>
                    <a:pt x="16646" y="5400"/>
                    <a:pt x="16646" y="5400"/>
                  </a:cubicBezTo>
                  <a:cubicBezTo>
                    <a:pt x="15853" y="6136"/>
                    <a:pt x="15853" y="6136"/>
                    <a:pt x="15853" y="6136"/>
                  </a:cubicBezTo>
                  <a:cubicBezTo>
                    <a:pt x="15259" y="15709"/>
                    <a:pt x="15259" y="15709"/>
                    <a:pt x="15259" y="15709"/>
                  </a:cubicBezTo>
                  <a:cubicBezTo>
                    <a:pt x="13277" y="16691"/>
                    <a:pt x="13277" y="16691"/>
                    <a:pt x="13277" y="16691"/>
                  </a:cubicBezTo>
                  <a:cubicBezTo>
                    <a:pt x="9512" y="12273"/>
                    <a:pt x="9512" y="12273"/>
                    <a:pt x="9512" y="12273"/>
                  </a:cubicBezTo>
                  <a:cubicBezTo>
                    <a:pt x="7332" y="17918"/>
                    <a:pt x="7332" y="17918"/>
                    <a:pt x="7332" y="17918"/>
                  </a:cubicBezTo>
                  <a:cubicBezTo>
                    <a:pt x="5152" y="17918"/>
                    <a:pt x="5152" y="17918"/>
                    <a:pt x="5152" y="17918"/>
                  </a:cubicBezTo>
                  <a:cubicBezTo>
                    <a:pt x="3765" y="15464"/>
                    <a:pt x="3765" y="15464"/>
                    <a:pt x="3765" y="15464"/>
                  </a:cubicBezTo>
                  <a:cubicBezTo>
                    <a:pt x="793" y="16445"/>
                    <a:pt x="793" y="16445"/>
                    <a:pt x="793" y="16445"/>
                  </a:cubicBezTo>
                  <a:cubicBezTo>
                    <a:pt x="0" y="13745"/>
                    <a:pt x="0" y="13745"/>
                    <a:pt x="0" y="13745"/>
                  </a:cubicBezTo>
                  <a:cubicBezTo>
                    <a:pt x="3963" y="12273"/>
                    <a:pt x="3963" y="12273"/>
                    <a:pt x="3963" y="12273"/>
                  </a:cubicBezTo>
                  <a:cubicBezTo>
                    <a:pt x="4954" y="11782"/>
                    <a:pt x="4954" y="11782"/>
                    <a:pt x="4954" y="11782"/>
                  </a:cubicBezTo>
                  <a:cubicBezTo>
                    <a:pt x="5350" y="12764"/>
                    <a:pt x="5350" y="12764"/>
                    <a:pt x="5350" y="12764"/>
                  </a:cubicBezTo>
                  <a:cubicBezTo>
                    <a:pt x="5945" y="13991"/>
                    <a:pt x="5945" y="13991"/>
                    <a:pt x="5945" y="13991"/>
                  </a:cubicBezTo>
                  <a:cubicBezTo>
                    <a:pt x="7927" y="9082"/>
                    <a:pt x="7927" y="9082"/>
                    <a:pt x="7927" y="9082"/>
                  </a:cubicBezTo>
                  <a:cubicBezTo>
                    <a:pt x="8719" y="7118"/>
                    <a:pt x="8719" y="7118"/>
                    <a:pt x="8719" y="7118"/>
                  </a:cubicBezTo>
                  <a:cubicBezTo>
                    <a:pt x="9908" y="8591"/>
                    <a:pt x="9908" y="8591"/>
                    <a:pt x="9908" y="8591"/>
                  </a:cubicBezTo>
                  <a:cubicBezTo>
                    <a:pt x="13079" y="12273"/>
                    <a:pt x="13079" y="12273"/>
                    <a:pt x="13079" y="12273"/>
                  </a:cubicBezTo>
                  <a:cubicBezTo>
                    <a:pt x="13475" y="5155"/>
                    <a:pt x="13475" y="5155"/>
                    <a:pt x="13475" y="5155"/>
                  </a:cubicBezTo>
                  <a:cubicBezTo>
                    <a:pt x="13475" y="4418"/>
                    <a:pt x="13475" y="4418"/>
                    <a:pt x="13475" y="4418"/>
                  </a:cubicBezTo>
                  <a:cubicBezTo>
                    <a:pt x="14070" y="3927"/>
                    <a:pt x="14070" y="3927"/>
                    <a:pt x="14070" y="3927"/>
                  </a:cubicBezTo>
                  <a:cubicBezTo>
                    <a:pt x="15457" y="2945"/>
                    <a:pt x="15457" y="2945"/>
                    <a:pt x="15457" y="2945"/>
                  </a:cubicBezTo>
                  <a:cubicBezTo>
                    <a:pt x="14268" y="491"/>
                    <a:pt x="14268" y="491"/>
                    <a:pt x="14268" y="491"/>
                  </a:cubicBezTo>
                  <a:cubicBezTo>
                    <a:pt x="17835" y="245"/>
                    <a:pt x="17835" y="245"/>
                    <a:pt x="17835" y="245"/>
                  </a:cubicBezTo>
                  <a:cubicBezTo>
                    <a:pt x="21600" y="0"/>
                    <a:pt x="21600" y="0"/>
                    <a:pt x="21600" y="0"/>
                  </a:cubicBezTo>
                  <a:close/>
                  <a:moveTo>
                    <a:pt x="4360" y="21600"/>
                  </a:moveTo>
                  <a:cubicBezTo>
                    <a:pt x="4756" y="21600"/>
                    <a:pt x="5350" y="21600"/>
                    <a:pt x="5747" y="21600"/>
                  </a:cubicBezTo>
                  <a:cubicBezTo>
                    <a:pt x="5747" y="19636"/>
                    <a:pt x="5747" y="19636"/>
                    <a:pt x="5747" y="19636"/>
                  </a:cubicBezTo>
                  <a:cubicBezTo>
                    <a:pt x="4558" y="19882"/>
                    <a:pt x="4558" y="19882"/>
                    <a:pt x="4558" y="19882"/>
                  </a:cubicBezTo>
                  <a:cubicBezTo>
                    <a:pt x="4360" y="19391"/>
                    <a:pt x="4360" y="19391"/>
                    <a:pt x="4360" y="19391"/>
                  </a:cubicBezTo>
                  <a:cubicBezTo>
                    <a:pt x="4360" y="21600"/>
                    <a:pt x="4360" y="21600"/>
                    <a:pt x="4360" y="21600"/>
                  </a:cubicBezTo>
                  <a:close/>
                  <a:moveTo>
                    <a:pt x="2180" y="21600"/>
                  </a:moveTo>
                  <a:cubicBezTo>
                    <a:pt x="3369" y="21600"/>
                    <a:pt x="3369" y="21600"/>
                    <a:pt x="3369" y="21600"/>
                  </a:cubicBezTo>
                  <a:cubicBezTo>
                    <a:pt x="3369" y="17427"/>
                    <a:pt x="3369" y="17427"/>
                    <a:pt x="3369" y="17427"/>
                  </a:cubicBezTo>
                  <a:cubicBezTo>
                    <a:pt x="3369" y="17427"/>
                    <a:pt x="3369" y="17427"/>
                    <a:pt x="3369" y="17427"/>
                  </a:cubicBezTo>
                  <a:cubicBezTo>
                    <a:pt x="2180" y="17918"/>
                    <a:pt x="2180" y="17918"/>
                    <a:pt x="2180" y="17918"/>
                  </a:cubicBezTo>
                  <a:cubicBezTo>
                    <a:pt x="2180" y="21600"/>
                    <a:pt x="2180" y="21600"/>
                    <a:pt x="2180" y="21600"/>
                  </a:cubicBezTo>
                  <a:close/>
                  <a:moveTo>
                    <a:pt x="6738" y="21600"/>
                  </a:moveTo>
                  <a:cubicBezTo>
                    <a:pt x="7134" y="21600"/>
                    <a:pt x="7530" y="21600"/>
                    <a:pt x="7927" y="21600"/>
                  </a:cubicBezTo>
                  <a:cubicBezTo>
                    <a:pt x="7927" y="19391"/>
                    <a:pt x="7927" y="19391"/>
                    <a:pt x="7927" y="19391"/>
                  </a:cubicBezTo>
                  <a:cubicBezTo>
                    <a:pt x="7927" y="19636"/>
                    <a:pt x="7927" y="19636"/>
                    <a:pt x="7927" y="19636"/>
                  </a:cubicBezTo>
                  <a:cubicBezTo>
                    <a:pt x="6738" y="19636"/>
                    <a:pt x="6738" y="19636"/>
                    <a:pt x="6738" y="19636"/>
                  </a:cubicBezTo>
                  <a:cubicBezTo>
                    <a:pt x="6738" y="21600"/>
                    <a:pt x="6738" y="21600"/>
                    <a:pt x="6738" y="21600"/>
                  </a:cubicBezTo>
                  <a:close/>
                  <a:moveTo>
                    <a:pt x="8917" y="21600"/>
                  </a:moveTo>
                  <a:cubicBezTo>
                    <a:pt x="9314" y="21600"/>
                    <a:pt x="9908" y="21600"/>
                    <a:pt x="10305" y="21600"/>
                  </a:cubicBezTo>
                  <a:cubicBezTo>
                    <a:pt x="10305" y="15464"/>
                    <a:pt x="10305" y="15464"/>
                    <a:pt x="10305" y="15464"/>
                  </a:cubicBezTo>
                  <a:cubicBezTo>
                    <a:pt x="9710" y="14727"/>
                    <a:pt x="9710" y="14727"/>
                    <a:pt x="9710" y="14727"/>
                  </a:cubicBezTo>
                  <a:cubicBezTo>
                    <a:pt x="8917" y="16936"/>
                    <a:pt x="8917" y="16936"/>
                    <a:pt x="8917" y="16936"/>
                  </a:cubicBezTo>
                  <a:cubicBezTo>
                    <a:pt x="8917" y="21600"/>
                    <a:pt x="8917" y="21600"/>
                    <a:pt x="8917" y="21600"/>
                  </a:cubicBezTo>
                  <a:close/>
                  <a:moveTo>
                    <a:pt x="11295" y="21600"/>
                  </a:moveTo>
                  <a:cubicBezTo>
                    <a:pt x="11692" y="21600"/>
                    <a:pt x="12088" y="21600"/>
                    <a:pt x="12484" y="21600"/>
                  </a:cubicBezTo>
                  <a:cubicBezTo>
                    <a:pt x="12484" y="17918"/>
                    <a:pt x="12484" y="17918"/>
                    <a:pt x="12484" y="17918"/>
                  </a:cubicBezTo>
                  <a:cubicBezTo>
                    <a:pt x="11295" y="16445"/>
                    <a:pt x="11295" y="16445"/>
                    <a:pt x="11295" y="16445"/>
                  </a:cubicBezTo>
                  <a:cubicBezTo>
                    <a:pt x="11295" y="21600"/>
                    <a:pt x="11295" y="21600"/>
                    <a:pt x="11295" y="21600"/>
                  </a:cubicBezTo>
                  <a:close/>
                  <a:moveTo>
                    <a:pt x="13475" y="21600"/>
                  </a:moveTo>
                  <a:cubicBezTo>
                    <a:pt x="13872" y="21600"/>
                    <a:pt x="14466" y="21600"/>
                    <a:pt x="14862" y="21600"/>
                  </a:cubicBezTo>
                  <a:cubicBezTo>
                    <a:pt x="14862" y="17673"/>
                    <a:pt x="14862" y="17673"/>
                    <a:pt x="14862" y="17673"/>
                  </a:cubicBezTo>
                  <a:cubicBezTo>
                    <a:pt x="13475" y="18409"/>
                    <a:pt x="13475" y="18409"/>
                    <a:pt x="13475" y="18409"/>
                  </a:cubicBezTo>
                  <a:lnTo>
                    <a:pt x="13475" y="21600"/>
                  </a:lnTo>
                  <a:close/>
                </a:path>
              </a:pathLst>
            </a:custGeom>
            <a:solidFill>
              <a:schemeClr val="bg1"/>
            </a:solidFill>
            <a:ln w="12700">
              <a:miter lim="400000"/>
            </a:ln>
          </p:spPr>
          <p:txBody>
            <a:bodyPr lIns="45717" rIns="45717">
              <a:noAutofit/>
            </a:bodyPr>
            <a:lstStyle/>
            <a:p>
              <a:pPr defTabSz="914400">
                <a:defRPr/>
              </a:pPr>
              <a:endParaRPr sz="1800" kern="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grpSp>
      <p:grpSp>
        <p:nvGrpSpPr>
          <p:cNvPr id="27" name="PPT世界-6"/>
          <p:cNvGrpSpPr/>
          <p:nvPr/>
        </p:nvGrpSpPr>
        <p:grpSpPr>
          <a:xfrm>
            <a:off x="8873279" y="3750154"/>
            <a:ext cx="2231610" cy="2685862"/>
            <a:chOff x="8873431" y="3427425"/>
            <a:chExt cx="2231732" cy="2686009"/>
          </a:xfrm>
        </p:grpSpPr>
        <p:sp>
          <p:nvSpPr>
            <p:cNvPr id="28" name="PPT世界-6-1"/>
            <p:cNvSpPr txBox="1"/>
            <p:nvPr/>
          </p:nvSpPr>
          <p:spPr>
            <a:xfrm>
              <a:off x="9043142" y="4818720"/>
              <a:ext cx="1892310" cy="400110"/>
            </a:xfrm>
            <a:prstGeom prst="rect">
              <a:avLst/>
            </a:prstGeom>
            <a:noFill/>
          </p:spPr>
          <p:txBody>
            <a:bodyPr wrap="square">
              <a:noAutofit/>
            </a:bodyPr>
            <a:lstStyle/>
            <a:p>
              <a:pPr algn="ctr"/>
              <a:r>
                <a:rPr lang="zh-CN" altLang="en-US" sz="20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标题文字添加</a:t>
              </a:r>
              <a:endParaRPr lang="zh-CN" altLang="en-US" sz="20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9" name="PPT世界-6-2"/>
            <p:cNvSpPr/>
            <p:nvPr/>
          </p:nvSpPr>
          <p:spPr>
            <a:xfrm>
              <a:off x="8873431" y="5218830"/>
              <a:ext cx="2231732" cy="894604"/>
            </a:xfrm>
            <a:prstGeom prst="rect">
              <a:avLst/>
            </a:prstGeom>
          </p:spPr>
          <p:txBody>
            <a:bodyPr wrap="square">
              <a:noAutofit/>
            </a:bodyPr>
            <a:lstStyle/>
            <a:p>
              <a:pPr algn="ctr">
                <a:lnSpc>
                  <a:spcPct val="150000"/>
                </a:lnSpc>
                <a:spcAft>
                  <a:spcPts val="600"/>
                </a:spcAft>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不用多余的文字修饰，言简意赅的说明分项内容</a:t>
              </a:r>
              <a:r>
                <a:rPr lang="en-US" altLang="zh-CN"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a:t>
              </a:r>
              <a:endParaRPr lang="en-US" altLang="zh-CN"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30" name="PPT世界-6-3"/>
            <p:cNvSpPr/>
            <p:nvPr/>
          </p:nvSpPr>
          <p:spPr>
            <a:xfrm>
              <a:off x="9371879" y="3427425"/>
              <a:ext cx="1234836" cy="1234836"/>
            </a:xfrm>
            <a:prstGeom prst="flowChartConnector">
              <a:avLst/>
            </a:prstGeom>
            <a:solidFill>
              <a:schemeClr val="accent1">
                <a:lumMod val="40000"/>
                <a:lumOff val="6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31" name="PPT世界-6-4"/>
            <p:cNvSpPr/>
            <p:nvPr/>
          </p:nvSpPr>
          <p:spPr>
            <a:xfrm>
              <a:off x="9693416" y="3731714"/>
              <a:ext cx="591763" cy="626258"/>
            </a:xfrm>
            <a:custGeom>
              <a:avLst/>
              <a:gdLst/>
              <a:ahLst/>
              <a:cxnLst>
                <a:cxn ang="0">
                  <a:pos x="wd2" y="hd2"/>
                </a:cxn>
                <a:cxn ang="5400000">
                  <a:pos x="wd2" y="hd2"/>
                </a:cxn>
                <a:cxn ang="10800000">
                  <a:pos x="wd2" y="hd2"/>
                </a:cxn>
                <a:cxn ang="16200000">
                  <a:pos x="wd2" y="hd2"/>
                </a:cxn>
              </a:cxnLst>
              <a:rect l="0" t="0" r="r" b="b"/>
              <a:pathLst>
                <a:path w="21273" h="21600" extrusionOk="0">
                  <a:moveTo>
                    <a:pt x="491" y="7130"/>
                  </a:moveTo>
                  <a:cubicBezTo>
                    <a:pt x="2672" y="7130"/>
                    <a:pt x="2672" y="7130"/>
                    <a:pt x="2672" y="7130"/>
                  </a:cubicBezTo>
                  <a:cubicBezTo>
                    <a:pt x="2672" y="10066"/>
                    <a:pt x="2672" y="10066"/>
                    <a:pt x="2672" y="10066"/>
                  </a:cubicBezTo>
                  <a:cubicBezTo>
                    <a:pt x="2891" y="10066"/>
                    <a:pt x="2891" y="10066"/>
                    <a:pt x="2891" y="10066"/>
                  </a:cubicBezTo>
                  <a:cubicBezTo>
                    <a:pt x="3109" y="10066"/>
                    <a:pt x="3109" y="10066"/>
                    <a:pt x="3109" y="10066"/>
                  </a:cubicBezTo>
                  <a:cubicBezTo>
                    <a:pt x="3109" y="419"/>
                    <a:pt x="3109" y="419"/>
                    <a:pt x="3109" y="419"/>
                  </a:cubicBezTo>
                  <a:cubicBezTo>
                    <a:pt x="3109" y="0"/>
                    <a:pt x="3109" y="0"/>
                    <a:pt x="3109" y="0"/>
                  </a:cubicBezTo>
                  <a:cubicBezTo>
                    <a:pt x="3763" y="0"/>
                    <a:pt x="3763" y="0"/>
                    <a:pt x="3763" y="0"/>
                  </a:cubicBezTo>
                  <a:cubicBezTo>
                    <a:pt x="14018" y="0"/>
                    <a:pt x="14018" y="0"/>
                    <a:pt x="14018" y="0"/>
                  </a:cubicBezTo>
                  <a:cubicBezTo>
                    <a:pt x="14018" y="0"/>
                    <a:pt x="14018" y="0"/>
                    <a:pt x="14018" y="0"/>
                  </a:cubicBezTo>
                  <a:cubicBezTo>
                    <a:pt x="14236" y="0"/>
                    <a:pt x="14236" y="0"/>
                    <a:pt x="14236" y="0"/>
                  </a:cubicBezTo>
                  <a:cubicBezTo>
                    <a:pt x="17945" y="1887"/>
                    <a:pt x="17945" y="1887"/>
                    <a:pt x="17945" y="1887"/>
                  </a:cubicBezTo>
                  <a:cubicBezTo>
                    <a:pt x="18163" y="2097"/>
                    <a:pt x="18163" y="2097"/>
                    <a:pt x="18163" y="2097"/>
                  </a:cubicBezTo>
                  <a:cubicBezTo>
                    <a:pt x="18163" y="2307"/>
                    <a:pt x="18163" y="2307"/>
                    <a:pt x="18163" y="2307"/>
                  </a:cubicBezTo>
                  <a:cubicBezTo>
                    <a:pt x="18163" y="10066"/>
                    <a:pt x="18163" y="10066"/>
                    <a:pt x="18163" y="10066"/>
                  </a:cubicBezTo>
                  <a:cubicBezTo>
                    <a:pt x="18381" y="10066"/>
                    <a:pt x="18381" y="10066"/>
                    <a:pt x="18381" y="10066"/>
                  </a:cubicBezTo>
                  <a:cubicBezTo>
                    <a:pt x="18818" y="10066"/>
                    <a:pt x="18818" y="10066"/>
                    <a:pt x="18818" y="10066"/>
                  </a:cubicBezTo>
                  <a:cubicBezTo>
                    <a:pt x="18818" y="7130"/>
                    <a:pt x="18818" y="7130"/>
                    <a:pt x="18818" y="7130"/>
                  </a:cubicBezTo>
                  <a:cubicBezTo>
                    <a:pt x="20781" y="7130"/>
                    <a:pt x="20781" y="7130"/>
                    <a:pt x="20781" y="7130"/>
                  </a:cubicBezTo>
                  <a:cubicBezTo>
                    <a:pt x="21436" y="10485"/>
                    <a:pt x="21436" y="14050"/>
                    <a:pt x="20781" y="17406"/>
                  </a:cubicBezTo>
                  <a:cubicBezTo>
                    <a:pt x="18163" y="17406"/>
                    <a:pt x="18163" y="17406"/>
                    <a:pt x="18163" y="17406"/>
                  </a:cubicBezTo>
                  <a:cubicBezTo>
                    <a:pt x="18163" y="21600"/>
                    <a:pt x="18163" y="21600"/>
                    <a:pt x="18163" y="21600"/>
                  </a:cubicBezTo>
                  <a:cubicBezTo>
                    <a:pt x="18163" y="21600"/>
                    <a:pt x="18163" y="21600"/>
                    <a:pt x="18163" y="21600"/>
                  </a:cubicBezTo>
                  <a:cubicBezTo>
                    <a:pt x="3109" y="21600"/>
                    <a:pt x="3109" y="21600"/>
                    <a:pt x="3109" y="21600"/>
                  </a:cubicBezTo>
                  <a:cubicBezTo>
                    <a:pt x="3109" y="17406"/>
                    <a:pt x="3109" y="17406"/>
                    <a:pt x="3109" y="17406"/>
                  </a:cubicBezTo>
                  <a:cubicBezTo>
                    <a:pt x="491" y="17406"/>
                    <a:pt x="491" y="17406"/>
                    <a:pt x="491" y="17406"/>
                  </a:cubicBezTo>
                  <a:cubicBezTo>
                    <a:pt x="-164" y="14050"/>
                    <a:pt x="-164" y="10695"/>
                    <a:pt x="491" y="7130"/>
                  </a:cubicBezTo>
                  <a:close/>
                  <a:moveTo>
                    <a:pt x="4636" y="10066"/>
                  </a:moveTo>
                  <a:cubicBezTo>
                    <a:pt x="16854" y="10066"/>
                    <a:pt x="16854" y="10066"/>
                    <a:pt x="16854" y="10066"/>
                  </a:cubicBezTo>
                  <a:cubicBezTo>
                    <a:pt x="16854" y="3355"/>
                    <a:pt x="16854" y="3355"/>
                    <a:pt x="16854" y="3355"/>
                  </a:cubicBezTo>
                  <a:cubicBezTo>
                    <a:pt x="14236" y="3355"/>
                    <a:pt x="14236" y="3355"/>
                    <a:pt x="14236" y="3355"/>
                  </a:cubicBezTo>
                  <a:cubicBezTo>
                    <a:pt x="14018" y="3355"/>
                    <a:pt x="14018" y="3355"/>
                    <a:pt x="14018" y="3355"/>
                  </a:cubicBezTo>
                  <a:cubicBezTo>
                    <a:pt x="13800" y="2936"/>
                    <a:pt x="13800" y="2936"/>
                    <a:pt x="13800" y="2936"/>
                  </a:cubicBezTo>
                  <a:cubicBezTo>
                    <a:pt x="13581" y="1468"/>
                    <a:pt x="13581" y="1468"/>
                    <a:pt x="13581" y="1468"/>
                  </a:cubicBezTo>
                  <a:cubicBezTo>
                    <a:pt x="4636" y="1468"/>
                    <a:pt x="4636" y="1468"/>
                    <a:pt x="4636" y="1468"/>
                  </a:cubicBezTo>
                  <a:cubicBezTo>
                    <a:pt x="4636" y="10066"/>
                    <a:pt x="4636" y="10066"/>
                    <a:pt x="4636" y="10066"/>
                  </a:cubicBezTo>
                  <a:close/>
                  <a:moveTo>
                    <a:pt x="16636" y="15309"/>
                  </a:moveTo>
                  <a:cubicBezTo>
                    <a:pt x="4636" y="15309"/>
                    <a:pt x="4636" y="15309"/>
                    <a:pt x="4636" y="15309"/>
                  </a:cubicBezTo>
                  <a:cubicBezTo>
                    <a:pt x="4636" y="20132"/>
                    <a:pt x="4636" y="20132"/>
                    <a:pt x="4636" y="20132"/>
                  </a:cubicBezTo>
                  <a:cubicBezTo>
                    <a:pt x="16636" y="20132"/>
                    <a:pt x="16636" y="20132"/>
                    <a:pt x="16636" y="20132"/>
                  </a:cubicBezTo>
                  <a:cubicBezTo>
                    <a:pt x="16636" y="15309"/>
                    <a:pt x="16636" y="15309"/>
                    <a:pt x="16636" y="15309"/>
                  </a:cubicBezTo>
                  <a:close/>
                  <a:moveTo>
                    <a:pt x="5945" y="3355"/>
                  </a:moveTo>
                  <a:cubicBezTo>
                    <a:pt x="5945" y="4194"/>
                    <a:pt x="5945" y="4194"/>
                    <a:pt x="5945" y="4194"/>
                  </a:cubicBezTo>
                  <a:cubicBezTo>
                    <a:pt x="12491" y="4194"/>
                    <a:pt x="12491" y="4194"/>
                    <a:pt x="12491" y="4194"/>
                  </a:cubicBezTo>
                  <a:cubicBezTo>
                    <a:pt x="12491" y="3355"/>
                    <a:pt x="12491" y="3355"/>
                    <a:pt x="12491" y="3355"/>
                  </a:cubicBezTo>
                  <a:cubicBezTo>
                    <a:pt x="5945" y="3355"/>
                    <a:pt x="5945" y="3355"/>
                    <a:pt x="5945" y="3355"/>
                  </a:cubicBezTo>
                  <a:close/>
                  <a:moveTo>
                    <a:pt x="5945" y="6920"/>
                  </a:moveTo>
                  <a:cubicBezTo>
                    <a:pt x="5945" y="7759"/>
                    <a:pt x="5945" y="7759"/>
                    <a:pt x="5945" y="7759"/>
                  </a:cubicBezTo>
                  <a:cubicBezTo>
                    <a:pt x="15327" y="7759"/>
                    <a:pt x="15327" y="7759"/>
                    <a:pt x="15327" y="7759"/>
                  </a:cubicBezTo>
                  <a:cubicBezTo>
                    <a:pt x="15327" y="6920"/>
                    <a:pt x="15327" y="6920"/>
                    <a:pt x="15327" y="6920"/>
                  </a:cubicBezTo>
                  <a:cubicBezTo>
                    <a:pt x="5945" y="6920"/>
                    <a:pt x="5945" y="6920"/>
                    <a:pt x="5945" y="6920"/>
                  </a:cubicBezTo>
                  <a:close/>
                  <a:moveTo>
                    <a:pt x="5945" y="5033"/>
                  </a:moveTo>
                  <a:cubicBezTo>
                    <a:pt x="5945" y="5872"/>
                    <a:pt x="5945" y="5872"/>
                    <a:pt x="5945" y="5872"/>
                  </a:cubicBezTo>
                  <a:cubicBezTo>
                    <a:pt x="15327" y="5872"/>
                    <a:pt x="15327" y="5872"/>
                    <a:pt x="15327" y="5872"/>
                  </a:cubicBezTo>
                  <a:cubicBezTo>
                    <a:pt x="15327" y="5033"/>
                    <a:pt x="15327" y="5033"/>
                    <a:pt x="15327" y="5033"/>
                  </a:cubicBezTo>
                  <a:cubicBezTo>
                    <a:pt x="5945" y="5033"/>
                    <a:pt x="5945" y="5033"/>
                    <a:pt x="5945" y="5033"/>
                  </a:cubicBezTo>
                  <a:close/>
                  <a:moveTo>
                    <a:pt x="14454" y="1678"/>
                  </a:moveTo>
                  <a:cubicBezTo>
                    <a:pt x="14454" y="2726"/>
                    <a:pt x="14454" y="2726"/>
                    <a:pt x="14454" y="2726"/>
                  </a:cubicBezTo>
                  <a:cubicBezTo>
                    <a:pt x="16200" y="2726"/>
                    <a:pt x="16200" y="2726"/>
                    <a:pt x="16200" y="2726"/>
                  </a:cubicBezTo>
                  <a:cubicBezTo>
                    <a:pt x="14454" y="1678"/>
                    <a:pt x="14454" y="1678"/>
                    <a:pt x="14454" y="1678"/>
                  </a:cubicBezTo>
                  <a:close/>
                  <a:moveTo>
                    <a:pt x="16418" y="11744"/>
                  </a:moveTo>
                  <a:cubicBezTo>
                    <a:pt x="16418" y="12583"/>
                    <a:pt x="16418" y="12583"/>
                    <a:pt x="16418" y="12583"/>
                  </a:cubicBezTo>
                  <a:cubicBezTo>
                    <a:pt x="17072" y="12583"/>
                    <a:pt x="17072" y="12583"/>
                    <a:pt x="17072" y="12583"/>
                  </a:cubicBezTo>
                  <a:cubicBezTo>
                    <a:pt x="18163" y="12583"/>
                    <a:pt x="18163" y="12583"/>
                    <a:pt x="18163" y="12583"/>
                  </a:cubicBezTo>
                  <a:cubicBezTo>
                    <a:pt x="18818" y="12583"/>
                    <a:pt x="18818" y="12583"/>
                    <a:pt x="18818" y="12583"/>
                  </a:cubicBezTo>
                  <a:cubicBezTo>
                    <a:pt x="18818" y="11744"/>
                    <a:pt x="18818" y="11744"/>
                    <a:pt x="18818" y="11744"/>
                  </a:cubicBezTo>
                  <a:cubicBezTo>
                    <a:pt x="18163" y="11744"/>
                    <a:pt x="18163" y="11744"/>
                    <a:pt x="18163" y="11744"/>
                  </a:cubicBezTo>
                  <a:cubicBezTo>
                    <a:pt x="17072" y="11744"/>
                    <a:pt x="17072" y="11744"/>
                    <a:pt x="17072" y="11744"/>
                  </a:cubicBezTo>
                  <a:lnTo>
                    <a:pt x="16418" y="11744"/>
                  </a:lnTo>
                  <a:close/>
                </a:path>
              </a:pathLst>
            </a:custGeom>
            <a:solidFill>
              <a:schemeClr val="bg1"/>
            </a:solidFill>
            <a:ln w="12700">
              <a:miter lim="400000"/>
            </a:ln>
          </p:spPr>
          <p:txBody>
            <a:bodyPr lIns="45717" rIns="45717">
              <a:noAutofit/>
            </a:bodyPr>
            <a:lstStyle/>
            <a:p>
              <a:pPr defTabSz="914400">
                <a:defRPr/>
              </a:pPr>
              <a:endParaRPr sz="1800" kern="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grpSp>
      <p:grpSp>
        <p:nvGrpSpPr>
          <p:cNvPr id="2" name="组合 1"/>
          <p:cNvGrpSpPr/>
          <p:nvPr/>
        </p:nvGrpSpPr>
        <p:grpSpPr>
          <a:xfrm>
            <a:off x="193291" y="317173"/>
            <a:ext cx="5179768" cy="871755"/>
            <a:chOff x="193291" y="317173"/>
            <a:chExt cx="5179768" cy="871755"/>
          </a:xfrm>
        </p:grpSpPr>
        <p:sp>
          <p:nvSpPr>
            <p:cNvPr id="3" name="文本框 2"/>
            <p:cNvSpPr txBox="1"/>
            <p:nvPr/>
          </p:nvSpPr>
          <p:spPr>
            <a:xfrm>
              <a:off x="1059985" y="357880"/>
              <a:ext cx="4313074" cy="688073"/>
            </a:xfrm>
            <a:prstGeom prst="rect">
              <a:avLst/>
            </a:prstGeom>
            <a:noFill/>
          </p:spPr>
          <p:txBody>
            <a:bodyPr wrap="square" rtlCol="0">
              <a:spAutoFit/>
            </a:bodyPr>
            <a:lstStyle/>
            <a:p>
              <a:pPr lvl="0">
                <a:lnSpc>
                  <a:spcPct val="130000"/>
                </a:lnSpc>
                <a:defRPr/>
              </a:pPr>
              <a:r>
                <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rPr>
                <a:t>选题的背景与意义</a:t>
              </a:r>
              <a:endPar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endParaRPr>
            </a:p>
          </p:txBody>
        </p:sp>
        <p:pic>
          <p:nvPicPr>
            <p:cNvPr id="4" name="图片 3"/>
            <p:cNvPicPr>
              <a:picLocks noChangeAspect="1"/>
            </p:cNvPicPr>
            <p:nvPr/>
          </p:nvPicPr>
          <p:blipFill>
            <a:blip r:embed="rId1">
              <a:duotone>
                <a:schemeClr val="accent1">
                  <a:shade val="45000"/>
                  <a:satMod val="135000"/>
                </a:schemeClr>
                <a:prstClr val="white"/>
              </a:duotone>
              <a:extLst>
                <a:ext uri="{28A0092B-C50C-407E-A947-70E740481C1C}">
                  <a14:useLocalDpi xmlns:a14="http://schemas.microsoft.com/office/drawing/2010/main" val="0"/>
                </a:ext>
              </a:extLst>
            </a:blip>
            <a:srcRect l="24588" t="52000" r="15417" b="10555"/>
            <a:stretch>
              <a:fillRect/>
            </a:stretch>
          </p:blipFill>
          <p:spPr>
            <a:xfrm>
              <a:off x="193291" y="317173"/>
              <a:ext cx="931043" cy="871755"/>
            </a:xfrm>
            <a:prstGeom prst="rect">
              <a:avLst/>
            </a:prstGeom>
          </p:spPr>
        </p:pic>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1000"/>
                                        <p:tgtEl>
                                          <p:spTgt spid="17"/>
                                        </p:tgtEl>
                                      </p:cBhvr>
                                    </p:animEffect>
                                    <p:anim calcmode="lin" valueType="num">
                                      <p:cBhvr>
                                        <p:cTn id="18" dur="1000" fill="hold"/>
                                        <p:tgtEl>
                                          <p:spTgt spid="17"/>
                                        </p:tgtEl>
                                        <p:attrNameLst>
                                          <p:attrName>ppt_x</p:attrName>
                                        </p:attrNameLst>
                                      </p:cBhvr>
                                      <p:tavLst>
                                        <p:tav tm="0">
                                          <p:val>
                                            <p:strVal val="#ppt_x"/>
                                          </p:val>
                                        </p:tav>
                                        <p:tav tm="100000">
                                          <p:val>
                                            <p:strVal val="#ppt_x"/>
                                          </p:val>
                                        </p:tav>
                                      </p:tavLst>
                                    </p:anim>
                                    <p:anim calcmode="lin" valueType="num">
                                      <p:cBhvr>
                                        <p:cTn id="19" dur="1000" fill="hold"/>
                                        <p:tgtEl>
                                          <p:spTgt spid="1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1000"/>
                                        <p:tgtEl>
                                          <p:spTgt spid="22"/>
                                        </p:tgtEl>
                                      </p:cBhvr>
                                    </p:animEffect>
                                    <p:anim calcmode="lin" valueType="num">
                                      <p:cBhvr>
                                        <p:cTn id="23" dur="1000" fill="hold"/>
                                        <p:tgtEl>
                                          <p:spTgt spid="22"/>
                                        </p:tgtEl>
                                        <p:attrNameLst>
                                          <p:attrName>ppt_x</p:attrName>
                                        </p:attrNameLst>
                                      </p:cBhvr>
                                      <p:tavLst>
                                        <p:tav tm="0">
                                          <p:val>
                                            <p:strVal val="#ppt_x"/>
                                          </p:val>
                                        </p:tav>
                                        <p:tav tm="100000">
                                          <p:val>
                                            <p:strVal val="#ppt_x"/>
                                          </p:val>
                                        </p:tav>
                                      </p:tavLst>
                                    </p:anim>
                                    <p:anim calcmode="lin" valueType="num">
                                      <p:cBhvr>
                                        <p:cTn id="24" dur="1000" fill="hold"/>
                                        <p:tgtEl>
                                          <p:spTgt spid="22"/>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1000"/>
                                        <p:tgtEl>
                                          <p:spTgt spid="27"/>
                                        </p:tgtEl>
                                      </p:cBhvr>
                                    </p:animEffect>
                                    <p:anim calcmode="lin" valueType="num">
                                      <p:cBhvr>
                                        <p:cTn id="28" dur="1000" fill="hold"/>
                                        <p:tgtEl>
                                          <p:spTgt spid="27"/>
                                        </p:tgtEl>
                                        <p:attrNameLst>
                                          <p:attrName>ppt_x</p:attrName>
                                        </p:attrNameLst>
                                      </p:cBhvr>
                                      <p:tavLst>
                                        <p:tav tm="0">
                                          <p:val>
                                            <p:strVal val="#ppt_x"/>
                                          </p:val>
                                        </p:tav>
                                        <p:tav tm="100000">
                                          <p:val>
                                            <p:strVal val="#ppt_x"/>
                                          </p:val>
                                        </p:tav>
                                      </p:tavLst>
                                    </p:anim>
                                    <p:anim calcmode="lin" valueType="num">
                                      <p:cBhvr>
                                        <p:cTn id="2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形状 63"/>
          <p:cNvSpPr/>
          <p:nvPr/>
        </p:nvSpPr>
        <p:spPr>
          <a:xfrm>
            <a:off x="1043146" y="1872718"/>
            <a:ext cx="4627280" cy="1788087"/>
          </a:xfrm>
          <a:custGeom>
            <a:avLst/>
            <a:gdLst>
              <a:gd name="connsiteX0" fmla="*/ 465071 w 9728201"/>
              <a:gd name="connsiteY0" fmla="*/ 0 h 3759200"/>
              <a:gd name="connsiteX1" fmla="*/ 525423 w 9728201"/>
              <a:gd name="connsiteY1" fmla="*/ 0 h 3759200"/>
              <a:gd name="connsiteX2" fmla="*/ 8809076 w 9728201"/>
              <a:gd name="connsiteY2" fmla="*/ 0 h 3759200"/>
              <a:gd name="connsiteX3" fmla="*/ 9263129 w 9728201"/>
              <a:gd name="connsiteY3" fmla="*/ 0 h 3759200"/>
              <a:gd name="connsiteX4" fmla="*/ 9728200 w 9728201"/>
              <a:gd name="connsiteY4" fmla="*/ 465071 h 3759200"/>
              <a:gd name="connsiteX5" fmla="*/ 9728200 w 9728201"/>
              <a:gd name="connsiteY5" fmla="*/ 2862329 h 3759200"/>
              <a:gd name="connsiteX6" fmla="*/ 9726657 w 9728201"/>
              <a:gd name="connsiteY6" fmla="*/ 2877640 h 3759200"/>
              <a:gd name="connsiteX7" fmla="*/ 9728201 w 9728201"/>
              <a:gd name="connsiteY7" fmla="*/ 2875854 h 3759200"/>
              <a:gd name="connsiteX8" fmla="*/ 9728201 w 9728201"/>
              <a:gd name="connsiteY8" fmla="*/ 2909922 h 3759200"/>
              <a:gd name="connsiteX9" fmla="*/ 8878923 w 9728201"/>
              <a:gd name="connsiteY9" fmla="*/ 3759200 h 3759200"/>
              <a:gd name="connsiteX10" fmla="*/ 8809076 w 9728201"/>
              <a:gd name="connsiteY10" fmla="*/ 3759200 h 3759200"/>
              <a:gd name="connsiteX11" fmla="*/ 8790674 w 9728201"/>
              <a:gd name="connsiteY11" fmla="*/ 3759200 h 3759200"/>
              <a:gd name="connsiteX12" fmla="*/ 525423 w 9728201"/>
              <a:gd name="connsiteY12" fmla="*/ 3759200 h 3759200"/>
              <a:gd name="connsiteX13" fmla="*/ 0 w 9728201"/>
              <a:gd name="connsiteY13" fmla="*/ 3233777 h 3759200"/>
              <a:gd name="connsiteX14" fmla="*/ 0 w 9728201"/>
              <a:gd name="connsiteY14" fmla="*/ 525423 h 3759200"/>
              <a:gd name="connsiteX15" fmla="*/ 0 w 9728201"/>
              <a:gd name="connsiteY15" fmla="*/ 525422 h 3759200"/>
              <a:gd name="connsiteX16" fmla="*/ 0 w 9728201"/>
              <a:gd name="connsiteY16" fmla="*/ 465071 h 3759200"/>
              <a:gd name="connsiteX17" fmla="*/ 465071 w 9728201"/>
              <a:gd name="connsiteY17" fmla="*/ 0 h 375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28201" h="3759200">
                <a:moveTo>
                  <a:pt x="465071" y="0"/>
                </a:moveTo>
                <a:lnTo>
                  <a:pt x="525423" y="0"/>
                </a:lnTo>
                <a:lnTo>
                  <a:pt x="8809076" y="0"/>
                </a:lnTo>
                <a:lnTo>
                  <a:pt x="9263129" y="0"/>
                </a:lnTo>
                <a:cubicBezTo>
                  <a:pt x="9519981" y="0"/>
                  <a:pt x="9728200" y="208219"/>
                  <a:pt x="9728200" y="465071"/>
                </a:cubicBezTo>
                <a:lnTo>
                  <a:pt x="9728200" y="2862329"/>
                </a:lnTo>
                <a:lnTo>
                  <a:pt x="9726657" y="2877640"/>
                </a:lnTo>
                <a:lnTo>
                  <a:pt x="9728201" y="2875854"/>
                </a:lnTo>
                <a:lnTo>
                  <a:pt x="9728201" y="2909922"/>
                </a:lnTo>
                <a:cubicBezTo>
                  <a:pt x="9728201" y="3378965"/>
                  <a:pt x="9347966" y="3759200"/>
                  <a:pt x="8878923" y="3759200"/>
                </a:cubicBezTo>
                <a:lnTo>
                  <a:pt x="8809076" y="3759200"/>
                </a:lnTo>
                <a:lnTo>
                  <a:pt x="8790674" y="3759200"/>
                </a:lnTo>
                <a:lnTo>
                  <a:pt x="525423" y="3759200"/>
                </a:lnTo>
                <a:cubicBezTo>
                  <a:pt x="235240" y="3759200"/>
                  <a:pt x="0" y="3523960"/>
                  <a:pt x="0" y="3233777"/>
                </a:cubicBezTo>
                <a:lnTo>
                  <a:pt x="0" y="525423"/>
                </a:lnTo>
                <a:lnTo>
                  <a:pt x="0" y="525422"/>
                </a:lnTo>
                <a:lnTo>
                  <a:pt x="0" y="465071"/>
                </a:lnTo>
                <a:cubicBezTo>
                  <a:pt x="0" y="208219"/>
                  <a:pt x="208219" y="0"/>
                  <a:pt x="465071" y="0"/>
                </a:cubicBezTo>
                <a:close/>
              </a:path>
            </a:pathLst>
          </a:custGeom>
          <a:solidFill>
            <a:schemeClr val="bg1"/>
          </a:solidFill>
          <a:ln>
            <a:noFill/>
          </a:ln>
          <a:effectLst>
            <a:outerShdw blurRad="254000" sx="101000" sy="101000" algn="ctr" rotWithShape="0">
              <a:srgbClr val="236FA7">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panose="020B0500000000000000" pitchFamily="34" charset="-122"/>
              <a:ea typeface="思源黑体 CN Medium" panose="020B0600000000000000" pitchFamily="34" charset="-122"/>
              <a:cs typeface="+mn-ea"/>
              <a:sym typeface="思源黑体 CN Normal" panose="020B0400000000000000" pitchFamily="34" charset="-122"/>
            </a:endParaRPr>
          </a:p>
        </p:txBody>
      </p:sp>
      <p:sp>
        <p:nvSpPr>
          <p:cNvPr id="10" name="任意多边形: 形状 64"/>
          <p:cNvSpPr/>
          <p:nvPr/>
        </p:nvSpPr>
        <p:spPr>
          <a:xfrm>
            <a:off x="5224485" y="3240636"/>
            <a:ext cx="445941" cy="420169"/>
          </a:xfrm>
          <a:custGeom>
            <a:avLst/>
            <a:gdLst>
              <a:gd name="connsiteX0" fmla="*/ 937527 w 937527"/>
              <a:gd name="connsiteY0" fmla="*/ 0 h 883346"/>
              <a:gd name="connsiteX1" fmla="*/ 937527 w 937527"/>
              <a:gd name="connsiteY1" fmla="*/ 34068 h 883346"/>
              <a:gd name="connsiteX2" fmla="*/ 88249 w 937527"/>
              <a:gd name="connsiteY2" fmla="*/ 883346 h 883346"/>
              <a:gd name="connsiteX3" fmla="*/ 0 w 937527"/>
              <a:gd name="connsiteY3" fmla="*/ 883346 h 883346"/>
              <a:gd name="connsiteX4" fmla="*/ 900 w 937527"/>
              <a:gd name="connsiteY4" fmla="*/ 881757 h 883346"/>
              <a:gd name="connsiteX5" fmla="*/ 210450 w 937527"/>
              <a:gd name="connsiteY5" fmla="*/ 191195 h 883346"/>
              <a:gd name="connsiteX6" fmla="*/ 904271 w 937527"/>
              <a:gd name="connsiteY6" fmla="*/ 38457 h 883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7527" h="883346">
                <a:moveTo>
                  <a:pt x="937527" y="0"/>
                </a:moveTo>
                <a:lnTo>
                  <a:pt x="937527" y="34068"/>
                </a:lnTo>
                <a:cubicBezTo>
                  <a:pt x="937527" y="503111"/>
                  <a:pt x="557292" y="883346"/>
                  <a:pt x="88249" y="883346"/>
                </a:cubicBezTo>
                <a:lnTo>
                  <a:pt x="0" y="883346"/>
                </a:lnTo>
                <a:lnTo>
                  <a:pt x="900" y="881757"/>
                </a:lnTo>
                <a:cubicBezTo>
                  <a:pt x="135044" y="708720"/>
                  <a:pt x="208068" y="514252"/>
                  <a:pt x="210450" y="191195"/>
                </a:cubicBezTo>
                <a:cubicBezTo>
                  <a:pt x="472983" y="187723"/>
                  <a:pt x="766205" y="157813"/>
                  <a:pt x="904271" y="38457"/>
                </a:cubicBezTo>
                <a:close/>
              </a:path>
            </a:pathLst>
          </a:custGeom>
          <a:solidFill>
            <a:schemeClr val="accent1"/>
          </a:solidFill>
          <a:ln>
            <a:noFill/>
          </a:ln>
          <a:effectLst>
            <a:outerShdw blurRad="279400" dist="139700" dir="13500000" algn="b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panose="020B0500000000000000" pitchFamily="34" charset="-122"/>
              <a:ea typeface="思源黑体 CN Medium" panose="020B0600000000000000" pitchFamily="34" charset="-122"/>
              <a:cs typeface="+mn-ea"/>
              <a:sym typeface="思源黑体 CN Normal" panose="020B0400000000000000" pitchFamily="34" charset="-122"/>
            </a:endParaRPr>
          </a:p>
        </p:txBody>
      </p:sp>
      <p:sp>
        <p:nvSpPr>
          <p:cNvPr id="11" name="任意多边形: 形状 67"/>
          <p:cNvSpPr/>
          <p:nvPr/>
        </p:nvSpPr>
        <p:spPr>
          <a:xfrm>
            <a:off x="6521574" y="1872717"/>
            <a:ext cx="4627280" cy="1788087"/>
          </a:xfrm>
          <a:custGeom>
            <a:avLst/>
            <a:gdLst>
              <a:gd name="connsiteX0" fmla="*/ 465071 w 9728201"/>
              <a:gd name="connsiteY0" fmla="*/ 0 h 3759200"/>
              <a:gd name="connsiteX1" fmla="*/ 525423 w 9728201"/>
              <a:gd name="connsiteY1" fmla="*/ 0 h 3759200"/>
              <a:gd name="connsiteX2" fmla="*/ 8809076 w 9728201"/>
              <a:gd name="connsiteY2" fmla="*/ 0 h 3759200"/>
              <a:gd name="connsiteX3" fmla="*/ 9263129 w 9728201"/>
              <a:gd name="connsiteY3" fmla="*/ 0 h 3759200"/>
              <a:gd name="connsiteX4" fmla="*/ 9728200 w 9728201"/>
              <a:gd name="connsiteY4" fmla="*/ 465071 h 3759200"/>
              <a:gd name="connsiteX5" fmla="*/ 9728200 w 9728201"/>
              <a:gd name="connsiteY5" fmla="*/ 2862329 h 3759200"/>
              <a:gd name="connsiteX6" fmla="*/ 9726657 w 9728201"/>
              <a:gd name="connsiteY6" fmla="*/ 2877640 h 3759200"/>
              <a:gd name="connsiteX7" fmla="*/ 9728201 w 9728201"/>
              <a:gd name="connsiteY7" fmla="*/ 2875854 h 3759200"/>
              <a:gd name="connsiteX8" fmla="*/ 9728201 w 9728201"/>
              <a:gd name="connsiteY8" fmla="*/ 2909922 h 3759200"/>
              <a:gd name="connsiteX9" fmla="*/ 8878923 w 9728201"/>
              <a:gd name="connsiteY9" fmla="*/ 3759200 h 3759200"/>
              <a:gd name="connsiteX10" fmla="*/ 8809076 w 9728201"/>
              <a:gd name="connsiteY10" fmla="*/ 3759200 h 3759200"/>
              <a:gd name="connsiteX11" fmla="*/ 8790674 w 9728201"/>
              <a:gd name="connsiteY11" fmla="*/ 3759200 h 3759200"/>
              <a:gd name="connsiteX12" fmla="*/ 525423 w 9728201"/>
              <a:gd name="connsiteY12" fmla="*/ 3759200 h 3759200"/>
              <a:gd name="connsiteX13" fmla="*/ 0 w 9728201"/>
              <a:gd name="connsiteY13" fmla="*/ 3233777 h 3759200"/>
              <a:gd name="connsiteX14" fmla="*/ 0 w 9728201"/>
              <a:gd name="connsiteY14" fmla="*/ 525423 h 3759200"/>
              <a:gd name="connsiteX15" fmla="*/ 0 w 9728201"/>
              <a:gd name="connsiteY15" fmla="*/ 525422 h 3759200"/>
              <a:gd name="connsiteX16" fmla="*/ 0 w 9728201"/>
              <a:gd name="connsiteY16" fmla="*/ 465071 h 3759200"/>
              <a:gd name="connsiteX17" fmla="*/ 465071 w 9728201"/>
              <a:gd name="connsiteY17" fmla="*/ 0 h 375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28201" h="3759200">
                <a:moveTo>
                  <a:pt x="465071" y="0"/>
                </a:moveTo>
                <a:lnTo>
                  <a:pt x="525423" y="0"/>
                </a:lnTo>
                <a:lnTo>
                  <a:pt x="8809076" y="0"/>
                </a:lnTo>
                <a:lnTo>
                  <a:pt x="9263129" y="0"/>
                </a:lnTo>
                <a:cubicBezTo>
                  <a:pt x="9519981" y="0"/>
                  <a:pt x="9728200" y="208219"/>
                  <a:pt x="9728200" y="465071"/>
                </a:cubicBezTo>
                <a:lnTo>
                  <a:pt x="9728200" y="2862329"/>
                </a:lnTo>
                <a:lnTo>
                  <a:pt x="9726657" y="2877640"/>
                </a:lnTo>
                <a:lnTo>
                  <a:pt x="9728201" y="2875854"/>
                </a:lnTo>
                <a:lnTo>
                  <a:pt x="9728201" y="2909922"/>
                </a:lnTo>
                <a:cubicBezTo>
                  <a:pt x="9728201" y="3378965"/>
                  <a:pt x="9347966" y="3759200"/>
                  <a:pt x="8878923" y="3759200"/>
                </a:cubicBezTo>
                <a:lnTo>
                  <a:pt x="8809076" y="3759200"/>
                </a:lnTo>
                <a:lnTo>
                  <a:pt x="8790674" y="3759200"/>
                </a:lnTo>
                <a:lnTo>
                  <a:pt x="525423" y="3759200"/>
                </a:lnTo>
                <a:cubicBezTo>
                  <a:pt x="235240" y="3759200"/>
                  <a:pt x="0" y="3523960"/>
                  <a:pt x="0" y="3233777"/>
                </a:cubicBezTo>
                <a:lnTo>
                  <a:pt x="0" y="525423"/>
                </a:lnTo>
                <a:lnTo>
                  <a:pt x="0" y="525422"/>
                </a:lnTo>
                <a:lnTo>
                  <a:pt x="0" y="465071"/>
                </a:lnTo>
                <a:cubicBezTo>
                  <a:pt x="0" y="208219"/>
                  <a:pt x="208219" y="0"/>
                  <a:pt x="465071" y="0"/>
                </a:cubicBezTo>
                <a:close/>
              </a:path>
            </a:pathLst>
          </a:custGeom>
          <a:solidFill>
            <a:schemeClr val="bg1"/>
          </a:solidFill>
          <a:ln>
            <a:noFill/>
          </a:ln>
          <a:effectLst>
            <a:outerShdw blurRad="254000" sx="101000" sy="101000" algn="ctr" rotWithShape="0">
              <a:srgbClr val="236FA7">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panose="020B0500000000000000" pitchFamily="34" charset="-122"/>
              <a:ea typeface="思源黑体 CN Medium" panose="020B0600000000000000" pitchFamily="34" charset="-122"/>
              <a:cs typeface="+mn-ea"/>
              <a:sym typeface="思源黑体 CN Normal" panose="020B0400000000000000" pitchFamily="34" charset="-122"/>
            </a:endParaRPr>
          </a:p>
        </p:txBody>
      </p:sp>
      <p:sp>
        <p:nvSpPr>
          <p:cNvPr id="12" name="任意多边形: 形状 68"/>
          <p:cNvSpPr/>
          <p:nvPr/>
        </p:nvSpPr>
        <p:spPr>
          <a:xfrm>
            <a:off x="10702913" y="3240635"/>
            <a:ext cx="445941" cy="420169"/>
          </a:xfrm>
          <a:custGeom>
            <a:avLst/>
            <a:gdLst>
              <a:gd name="connsiteX0" fmla="*/ 937527 w 937527"/>
              <a:gd name="connsiteY0" fmla="*/ 0 h 883346"/>
              <a:gd name="connsiteX1" fmla="*/ 937527 w 937527"/>
              <a:gd name="connsiteY1" fmla="*/ 34068 h 883346"/>
              <a:gd name="connsiteX2" fmla="*/ 88249 w 937527"/>
              <a:gd name="connsiteY2" fmla="*/ 883346 h 883346"/>
              <a:gd name="connsiteX3" fmla="*/ 0 w 937527"/>
              <a:gd name="connsiteY3" fmla="*/ 883346 h 883346"/>
              <a:gd name="connsiteX4" fmla="*/ 900 w 937527"/>
              <a:gd name="connsiteY4" fmla="*/ 881757 h 883346"/>
              <a:gd name="connsiteX5" fmla="*/ 210450 w 937527"/>
              <a:gd name="connsiteY5" fmla="*/ 191195 h 883346"/>
              <a:gd name="connsiteX6" fmla="*/ 904271 w 937527"/>
              <a:gd name="connsiteY6" fmla="*/ 38457 h 883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7527" h="883346">
                <a:moveTo>
                  <a:pt x="937527" y="0"/>
                </a:moveTo>
                <a:lnTo>
                  <a:pt x="937527" y="34068"/>
                </a:lnTo>
                <a:cubicBezTo>
                  <a:pt x="937527" y="503111"/>
                  <a:pt x="557292" y="883346"/>
                  <a:pt x="88249" y="883346"/>
                </a:cubicBezTo>
                <a:lnTo>
                  <a:pt x="0" y="883346"/>
                </a:lnTo>
                <a:lnTo>
                  <a:pt x="900" y="881757"/>
                </a:lnTo>
                <a:cubicBezTo>
                  <a:pt x="135044" y="708720"/>
                  <a:pt x="208068" y="514252"/>
                  <a:pt x="210450" y="191195"/>
                </a:cubicBezTo>
                <a:cubicBezTo>
                  <a:pt x="472983" y="187723"/>
                  <a:pt x="766205" y="157813"/>
                  <a:pt x="904271" y="38457"/>
                </a:cubicBezTo>
                <a:close/>
              </a:path>
            </a:pathLst>
          </a:custGeom>
          <a:solidFill>
            <a:schemeClr val="accent2"/>
          </a:solidFill>
          <a:ln>
            <a:noFill/>
          </a:ln>
          <a:effectLst>
            <a:outerShdw blurRad="279400" dist="139700" dir="13500000" algn="b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panose="020B0500000000000000" pitchFamily="34" charset="-122"/>
              <a:ea typeface="思源黑体 CN Medium" panose="020B0600000000000000" pitchFamily="34" charset="-122"/>
              <a:cs typeface="+mn-ea"/>
              <a:sym typeface="思源黑体 CN Normal" panose="020B0400000000000000" pitchFamily="34" charset="-122"/>
            </a:endParaRPr>
          </a:p>
        </p:txBody>
      </p:sp>
      <p:sp>
        <p:nvSpPr>
          <p:cNvPr id="13" name="任意多边形: 形状 70"/>
          <p:cNvSpPr/>
          <p:nvPr/>
        </p:nvSpPr>
        <p:spPr>
          <a:xfrm>
            <a:off x="1043146" y="4191925"/>
            <a:ext cx="4627280" cy="1788087"/>
          </a:xfrm>
          <a:custGeom>
            <a:avLst/>
            <a:gdLst>
              <a:gd name="connsiteX0" fmla="*/ 465071 w 9728201"/>
              <a:gd name="connsiteY0" fmla="*/ 0 h 3759200"/>
              <a:gd name="connsiteX1" fmla="*/ 525423 w 9728201"/>
              <a:gd name="connsiteY1" fmla="*/ 0 h 3759200"/>
              <a:gd name="connsiteX2" fmla="*/ 8809076 w 9728201"/>
              <a:gd name="connsiteY2" fmla="*/ 0 h 3759200"/>
              <a:gd name="connsiteX3" fmla="*/ 9263129 w 9728201"/>
              <a:gd name="connsiteY3" fmla="*/ 0 h 3759200"/>
              <a:gd name="connsiteX4" fmla="*/ 9728200 w 9728201"/>
              <a:gd name="connsiteY4" fmla="*/ 465071 h 3759200"/>
              <a:gd name="connsiteX5" fmla="*/ 9728200 w 9728201"/>
              <a:gd name="connsiteY5" fmla="*/ 2862329 h 3759200"/>
              <a:gd name="connsiteX6" fmla="*/ 9726657 w 9728201"/>
              <a:gd name="connsiteY6" fmla="*/ 2877640 h 3759200"/>
              <a:gd name="connsiteX7" fmla="*/ 9728201 w 9728201"/>
              <a:gd name="connsiteY7" fmla="*/ 2875854 h 3759200"/>
              <a:gd name="connsiteX8" fmla="*/ 9728201 w 9728201"/>
              <a:gd name="connsiteY8" fmla="*/ 2909922 h 3759200"/>
              <a:gd name="connsiteX9" fmla="*/ 8878923 w 9728201"/>
              <a:gd name="connsiteY9" fmla="*/ 3759200 h 3759200"/>
              <a:gd name="connsiteX10" fmla="*/ 8809076 w 9728201"/>
              <a:gd name="connsiteY10" fmla="*/ 3759200 h 3759200"/>
              <a:gd name="connsiteX11" fmla="*/ 8790674 w 9728201"/>
              <a:gd name="connsiteY11" fmla="*/ 3759200 h 3759200"/>
              <a:gd name="connsiteX12" fmla="*/ 525423 w 9728201"/>
              <a:gd name="connsiteY12" fmla="*/ 3759200 h 3759200"/>
              <a:gd name="connsiteX13" fmla="*/ 0 w 9728201"/>
              <a:gd name="connsiteY13" fmla="*/ 3233777 h 3759200"/>
              <a:gd name="connsiteX14" fmla="*/ 0 w 9728201"/>
              <a:gd name="connsiteY14" fmla="*/ 525423 h 3759200"/>
              <a:gd name="connsiteX15" fmla="*/ 0 w 9728201"/>
              <a:gd name="connsiteY15" fmla="*/ 525422 h 3759200"/>
              <a:gd name="connsiteX16" fmla="*/ 0 w 9728201"/>
              <a:gd name="connsiteY16" fmla="*/ 465071 h 3759200"/>
              <a:gd name="connsiteX17" fmla="*/ 465071 w 9728201"/>
              <a:gd name="connsiteY17" fmla="*/ 0 h 375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28201" h="3759200">
                <a:moveTo>
                  <a:pt x="465071" y="0"/>
                </a:moveTo>
                <a:lnTo>
                  <a:pt x="525423" y="0"/>
                </a:lnTo>
                <a:lnTo>
                  <a:pt x="8809076" y="0"/>
                </a:lnTo>
                <a:lnTo>
                  <a:pt x="9263129" y="0"/>
                </a:lnTo>
                <a:cubicBezTo>
                  <a:pt x="9519981" y="0"/>
                  <a:pt x="9728200" y="208219"/>
                  <a:pt x="9728200" y="465071"/>
                </a:cubicBezTo>
                <a:lnTo>
                  <a:pt x="9728200" y="2862329"/>
                </a:lnTo>
                <a:lnTo>
                  <a:pt x="9726657" y="2877640"/>
                </a:lnTo>
                <a:lnTo>
                  <a:pt x="9728201" y="2875854"/>
                </a:lnTo>
                <a:lnTo>
                  <a:pt x="9728201" y="2909922"/>
                </a:lnTo>
                <a:cubicBezTo>
                  <a:pt x="9728201" y="3378965"/>
                  <a:pt x="9347966" y="3759200"/>
                  <a:pt x="8878923" y="3759200"/>
                </a:cubicBezTo>
                <a:lnTo>
                  <a:pt x="8809076" y="3759200"/>
                </a:lnTo>
                <a:lnTo>
                  <a:pt x="8790674" y="3759200"/>
                </a:lnTo>
                <a:lnTo>
                  <a:pt x="525423" y="3759200"/>
                </a:lnTo>
                <a:cubicBezTo>
                  <a:pt x="235240" y="3759200"/>
                  <a:pt x="0" y="3523960"/>
                  <a:pt x="0" y="3233777"/>
                </a:cubicBezTo>
                <a:lnTo>
                  <a:pt x="0" y="525423"/>
                </a:lnTo>
                <a:lnTo>
                  <a:pt x="0" y="525422"/>
                </a:lnTo>
                <a:lnTo>
                  <a:pt x="0" y="465071"/>
                </a:lnTo>
                <a:cubicBezTo>
                  <a:pt x="0" y="208219"/>
                  <a:pt x="208219" y="0"/>
                  <a:pt x="465071" y="0"/>
                </a:cubicBezTo>
                <a:close/>
              </a:path>
            </a:pathLst>
          </a:custGeom>
          <a:solidFill>
            <a:schemeClr val="bg1"/>
          </a:solidFill>
          <a:ln>
            <a:noFill/>
          </a:ln>
          <a:effectLst>
            <a:outerShdw blurRad="254000" sx="101000" sy="101000" algn="ctr" rotWithShape="0">
              <a:srgbClr val="236FA7">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panose="020B0500000000000000" pitchFamily="34" charset="-122"/>
              <a:ea typeface="思源黑体 CN Medium" panose="020B0600000000000000" pitchFamily="34" charset="-122"/>
              <a:cs typeface="+mn-ea"/>
              <a:sym typeface="思源黑体 CN Normal" panose="020B0400000000000000" pitchFamily="34" charset="-122"/>
            </a:endParaRPr>
          </a:p>
        </p:txBody>
      </p:sp>
      <p:sp>
        <p:nvSpPr>
          <p:cNvPr id="14" name="任意多边形: 形状 71"/>
          <p:cNvSpPr/>
          <p:nvPr/>
        </p:nvSpPr>
        <p:spPr>
          <a:xfrm>
            <a:off x="5224485" y="5559843"/>
            <a:ext cx="445941" cy="420169"/>
          </a:xfrm>
          <a:custGeom>
            <a:avLst/>
            <a:gdLst>
              <a:gd name="connsiteX0" fmla="*/ 937527 w 937527"/>
              <a:gd name="connsiteY0" fmla="*/ 0 h 883346"/>
              <a:gd name="connsiteX1" fmla="*/ 937527 w 937527"/>
              <a:gd name="connsiteY1" fmla="*/ 34068 h 883346"/>
              <a:gd name="connsiteX2" fmla="*/ 88249 w 937527"/>
              <a:gd name="connsiteY2" fmla="*/ 883346 h 883346"/>
              <a:gd name="connsiteX3" fmla="*/ 0 w 937527"/>
              <a:gd name="connsiteY3" fmla="*/ 883346 h 883346"/>
              <a:gd name="connsiteX4" fmla="*/ 900 w 937527"/>
              <a:gd name="connsiteY4" fmla="*/ 881757 h 883346"/>
              <a:gd name="connsiteX5" fmla="*/ 210450 w 937527"/>
              <a:gd name="connsiteY5" fmla="*/ 191195 h 883346"/>
              <a:gd name="connsiteX6" fmla="*/ 904271 w 937527"/>
              <a:gd name="connsiteY6" fmla="*/ 38457 h 883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7527" h="883346">
                <a:moveTo>
                  <a:pt x="937527" y="0"/>
                </a:moveTo>
                <a:lnTo>
                  <a:pt x="937527" y="34068"/>
                </a:lnTo>
                <a:cubicBezTo>
                  <a:pt x="937527" y="503111"/>
                  <a:pt x="557292" y="883346"/>
                  <a:pt x="88249" y="883346"/>
                </a:cubicBezTo>
                <a:lnTo>
                  <a:pt x="0" y="883346"/>
                </a:lnTo>
                <a:lnTo>
                  <a:pt x="900" y="881757"/>
                </a:lnTo>
                <a:cubicBezTo>
                  <a:pt x="135044" y="708720"/>
                  <a:pt x="208068" y="514252"/>
                  <a:pt x="210450" y="191195"/>
                </a:cubicBezTo>
                <a:cubicBezTo>
                  <a:pt x="472983" y="187723"/>
                  <a:pt x="766205" y="157813"/>
                  <a:pt x="904271" y="38457"/>
                </a:cubicBezTo>
                <a:close/>
              </a:path>
            </a:pathLst>
          </a:custGeom>
          <a:solidFill>
            <a:schemeClr val="accent2"/>
          </a:solidFill>
          <a:ln>
            <a:noFill/>
          </a:ln>
          <a:effectLst>
            <a:outerShdw blurRad="279400" dist="139700" dir="13500000" algn="b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panose="020B0500000000000000" pitchFamily="34" charset="-122"/>
              <a:ea typeface="思源黑体 CN Medium" panose="020B0600000000000000" pitchFamily="34" charset="-122"/>
              <a:cs typeface="+mn-ea"/>
              <a:sym typeface="思源黑体 CN Normal" panose="020B0400000000000000" pitchFamily="34" charset="-122"/>
            </a:endParaRPr>
          </a:p>
        </p:txBody>
      </p:sp>
      <p:sp>
        <p:nvSpPr>
          <p:cNvPr id="15" name="任意多边形: 形状 73"/>
          <p:cNvSpPr/>
          <p:nvPr/>
        </p:nvSpPr>
        <p:spPr>
          <a:xfrm>
            <a:off x="6521574" y="4191924"/>
            <a:ext cx="4627280" cy="1788087"/>
          </a:xfrm>
          <a:custGeom>
            <a:avLst/>
            <a:gdLst>
              <a:gd name="connsiteX0" fmla="*/ 465071 w 9728201"/>
              <a:gd name="connsiteY0" fmla="*/ 0 h 3759200"/>
              <a:gd name="connsiteX1" fmla="*/ 525423 w 9728201"/>
              <a:gd name="connsiteY1" fmla="*/ 0 h 3759200"/>
              <a:gd name="connsiteX2" fmla="*/ 8809076 w 9728201"/>
              <a:gd name="connsiteY2" fmla="*/ 0 h 3759200"/>
              <a:gd name="connsiteX3" fmla="*/ 9263129 w 9728201"/>
              <a:gd name="connsiteY3" fmla="*/ 0 h 3759200"/>
              <a:gd name="connsiteX4" fmla="*/ 9728200 w 9728201"/>
              <a:gd name="connsiteY4" fmla="*/ 465071 h 3759200"/>
              <a:gd name="connsiteX5" fmla="*/ 9728200 w 9728201"/>
              <a:gd name="connsiteY5" fmla="*/ 2862329 h 3759200"/>
              <a:gd name="connsiteX6" fmla="*/ 9726657 w 9728201"/>
              <a:gd name="connsiteY6" fmla="*/ 2877640 h 3759200"/>
              <a:gd name="connsiteX7" fmla="*/ 9728201 w 9728201"/>
              <a:gd name="connsiteY7" fmla="*/ 2875854 h 3759200"/>
              <a:gd name="connsiteX8" fmla="*/ 9728201 w 9728201"/>
              <a:gd name="connsiteY8" fmla="*/ 2909922 h 3759200"/>
              <a:gd name="connsiteX9" fmla="*/ 8878923 w 9728201"/>
              <a:gd name="connsiteY9" fmla="*/ 3759200 h 3759200"/>
              <a:gd name="connsiteX10" fmla="*/ 8809076 w 9728201"/>
              <a:gd name="connsiteY10" fmla="*/ 3759200 h 3759200"/>
              <a:gd name="connsiteX11" fmla="*/ 8790674 w 9728201"/>
              <a:gd name="connsiteY11" fmla="*/ 3759200 h 3759200"/>
              <a:gd name="connsiteX12" fmla="*/ 525423 w 9728201"/>
              <a:gd name="connsiteY12" fmla="*/ 3759200 h 3759200"/>
              <a:gd name="connsiteX13" fmla="*/ 0 w 9728201"/>
              <a:gd name="connsiteY13" fmla="*/ 3233777 h 3759200"/>
              <a:gd name="connsiteX14" fmla="*/ 0 w 9728201"/>
              <a:gd name="connsiteY14" fmla="*/ 525423 h 3759200"/>
              <a:gd name="connsiteX15" fmla="*/ 0 w 9728201"/>
              <a:gd name="connsiteY15" fmla="*/ 525422 h 3759200"/>
              <a:gd name="connsiteX16" fmla="*/ 0 w 9728201"/>
              <a:gd name="connsiteY16" fmla="*/ 465071 h 3759200"/>
              <a:gd name="connsiteX17" fmla="*/ 465071 w 9728201"/>
              <a:gd name="connsiteY17" fmla="*/ 0 h 375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28201" h="3759200">
                <a:moveTo>
                  <a:pt x="465071" y="0"/>
                </a:moveTo>
                <a:lnTo>
                  <a:pt x="525423" y="0"/>
                </a:lnTo>
                <a:lnTo>
                  <a:pt x="8809076" y="0"/>
                </a:lnTo>
                <a:lnTo>
                  <a:pt x="9263129" y="0"/>
                </a:lnTo>
                <a:cubicBezTo>
                  <a:pt x="9519981" y="0"/>
                  <a:pt x="9728200" y="208219"/>
                  <a:pt x="9728200" y="465071"/>
                </a:cubicBezTo>
                <a:lnTo>
                  <a:pt x="9728200" y="2862329"/>
                </a:lnTo>
                <a:lnTo>
                  <a:pt x="9726657" y="2877640"/>
                </a:lnTo>
                <a:lnTo>
                  <a:pt x="9728201" y="2875854"/>
                </a:lnTo>
                <a:lnTo>
                  <a:pt x="9728201" y="2909922"/>
                </a:lnTo>
                <a:cubicBezTo>
                  <a:pt x="9728201" y="3378965"/>
                  <a:pt x="9347966" y="3759200"/>
                  <a:pt x="8878923" y="3759200"/>
                </a:cubicBezTo>
                <a:lnTo>
                  <a:pt x="8809076" y="3759200"/>
                </a:lnTo>
                <a:lnTo>
                  <a:pt x="8790674" y="3759200"/>
                </a:lnTo>
                <a:lnTo>
                  <a:pt x="525423" y="3759200"/>
                </a:lnTo>
                <a:cubicBezTo>
                  <a:pt x="235240" y="3759200"/>
                  <a:pt x="0" y="3523960"/>
                  <a:pt x="0" y="3233777"/>
                </a:cubicBezTo>
                <a:lnTo>
                  <a:pt x="0" y="525423"/>
                </a:lnTo>
                <a:lnTo>
                  <a:pt x="0" y="525422"/>
                </a:lnTo>
                <a:lnTo>
                  <a:pt x="0" y="465071"/>
                </a:lnTo>
                <a:cubicBezTo>
                  <a:pt x="0" y="208219"/>
                  <a:pt x="208219" y="0"/>
                  <a:pt x="465071" y="0"/>
                </a:cubicBezTo>
                <a:close/>
              </a:path>
            </a:pathLst>
          </a:custGeom>
          <a:solidFill>
            <a:schemeClr val="bg1"/>
          </a:solidFill>
          <a:ln>
            <a:noFill/>
          </a:ln>
          <a:effectLst>
            <a:outerShdw blurRad="254000" sx="101000" sy="101000" algn="ctr" rotWithShape="0">
              <a:srgbClr val="236FA7">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panose="020B0500000000000000" pitchFamily="34" charset="-122"/>
              <a:ea typeface="思源黑体 CN Medium" panose="020B0600000000000000" pitchFamily="34" charset="-122"/>
              <a:cs typeface="+mn-ea"/>
              <a:sym typeface="思源黑体 CN Normal" panose="020B0400000000000000" pitchFamily="34" charset="-122"/>
            </a:endParaRPr>
          </a:p>
        </p:txBody>
      </p:sp>
      <p:sp>
        <p:nvSpPr>
          <p:cNvPr id="16" name="任意多边形: 形状 74"/>
          <p:cNvSpPr/>
          <p:nvPr/>
        </p:nvSpPr>
        <p:spPr>
          <a:xfrm>
            <a:off x="10702913" y="5559842"/>
            <a:ext cx="445941" cy="420169"/>
          </a:xfrm>
          <a:custGeom>
            <a:avLst/>
            <a:gdLst>
              <a:gd name="connsiteX0" fmla="*/ 937527 w 937527"/>
              <a:gd name="connsiteY0" fmla="*/ 0 h 883346"/>
              <a:gd name="connsiteX1" fmla="*/ 937527 w 937527"/>
              <a:gd name="connsiteY1" fmla="*/ 34068 h 883346"/>
              <a:gd name="connsiteX2" fmla="*/ 88249 w 937527"/>
              <a:gd name="connsiteY2" fmla="*/ 883346 h 883346"/>
              <a:gd name="connsiteX3" fmla="*/ 0 w 937527"/>
              <a:gd name="connsiteY3" fmla="*/ 883346 h 883346"/>
              <a:gd name="connsiteX4" fmla="*/ 900 w 937527"/>
              <a:gd name="connsiteY4" fmla="*/ 881757 h 883346"/>
              <a:gd name="connsiteX5" fmla="*/ 210450 w 937527"/>
              <a:gd name="connsiteY5" fmla="*/ 191195 h 883346"/>
              <a:gd name="connsiteX6" fmla="*/ 904271 w 937527"/>
              <a:gd name="connsiteY6" fmla="*/ 38457 h 883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7527" h="883346">
                <a:moveTo>
                  <a:pt x="937527" y="0"/>
                </a:moveTo>
                <a:lnTo>
                  <a:pt x="937527" y="34068"/>
                </a:lnTo>
                <a:cubicBezTo>
                  <a:pt x="937527" y="503111"/>
                  <a:pt x="557292" y="883346"/>
                  <a:pt x="88249" y="883346"/>
                </a:cubicBezTo>
                <a:lnTo>
                  <a:pt x="0" y="883346"/>
                </a:lnTo>
                <a:lnTo>
                  <a:pt x="900" y="881757"/>
                </a:lnTo>
                <a:cubicBezTo>
                  <a:pt x="135044" y="708720"/>
                  <a:pt x="208068" y="514252"/>
                  <a:pt x="210450" y="191195"/>
                </a:cubicBezTo>
                <a:cubicBezTo>
                  <a:pt x="472983" y="187723"/>
                  <a:pt x="766205" y="157813"/>
                  <a:pt x="904271" y="38457"/>
                </a:cubicBezTo>
                <a:close/>
              </a:path>
            </a:pathLst>
          </a:custGeom>
          <a:solidFill>
            <a:schemeClr val="accent1"/>
          </a:solidFill>
          <a:ln>
            <a:noFill/>
          </a:ln>
          <a:effectLst>
            <a:outerShdw blurRad="279400" dist="139700" dir="13500000" algn="b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panose="020B0500000000000000" pitchFamily="34" charset="-122"/>
              <a:ea typeface="思源黑体 CN Medium" panose="020B0600000000000000" pitchFamily="34" charset="-122"/>
              <a:cs typeface="+mn-ea"/>
              <a:sym typeface="思源黑体 CN Normal" panose="020B0400000000000000" pitchFamily="34" charset="-122"/>
            </a:endParaRPr>
          </a:p>
        </p:txBody>
      </p:sp>
      <p:sp>
        <p:nvSpPr>
          <p:cNvPr id="17" name="椭圆 16"/>
          <p:cNvSpPr/>
          <p:nvPr/>
        </p:nvSpPr>
        <p:spPr>
          <a:xfrm>
            <a:off x="1277461" y="2110515"/>
            <a:ext cx="201378" cy="201378"/>
          </a:xfrm>
          <a:prstGeom prst="ellipse">
            <a:avLst/>
          </a:prstGeom>
          <a:solidFill>
            <a:schemeClr val="accent1"/>
          </a:solidFill>
          <a:ln w="22225">
            <a:noFill/>
          </a:ln>
          <a:effectLst>
            <a:outerShdw blurRad="292100" dist="127000" dir="5400000" sx="101000" sy="101000" algn="t" rotWithShape="0">
              <a:srgbClr val="113ECC">
                <a:alpha val="4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panose="020B0500000000000000" pitchFamily="34" charset="-122"/>
              <a:ea typeface="思源黑体 CN Medium" panose="020B0600000000000000" pitchFamily="34" charset="-122"/>
              <a:cs typeface="+mn-ea"/>
              <a:sym typeface="思源黑体 CN Normal" panose="020B0400000000000000" pitchFamily="34" charset="-122"/>
            </a:endParaRPr>
          </a:p>
        </p:txBody>
      </p:sp>
      <p:sp>
        <p:nvSpPr>
          <p:cNvPr id="18" name="文本框 17"/>
          <p:cNvSpPr txBox="1"/>
          <p:nvPr/>
        </p:nvSpPr>
        <p:spPr>
          <a:xfrm>
            <a:off x="1572588" y="2060790"/>
            <a:ext cx="2231071" cy="369332"/>
          </a:xfrm>
          <a:prstGeom prst="rect">
            <a:avLst/>
          </a:prstGeom>
          <a:noFill/>
        </p:spPr>
        <p:txBody>
          <a:bodyPr wrap="square" rtlCol="0">
            <a:spAutoFit/>
          </a:bodyPr>
          <a:lstStyle/>
          <a:p>
            <a:r>
              <a:rPr lang="zh-CN" altLang="en-US" b="1">
                <a:solidFill>
                  <a:schemeClr val="bg2">
                    <a:lumMod val="25000"/>
                  </a:schemeClr>
                </a:solidFill>
                <a:latin typeface="思源宋体 Heavy" panose="02020900000000000000" charset="-122"/>
                <a:ea typeface="思源宋体 Heavy" panose="02020900000000000000" charset="-122"/>
                <a:cs typeface="思源宋体 Heavy" panose="02020900000000000000" charset="-122"/>
                <a:sym typeface="思源黑体 CN Normal" panose="020B0400000000000000" pitchFamily="34" charset="-122"/>
              </a:rPr>
              <a:t>点击添加标题</a:t>
            </a:r>
            <a:endParaRPr lang="zh-CN" altLang="en-US" b="1">
              <a:solidFill>
                <a:schemeClr val="bg2">
                  <a:lumMod val="25000"/>
                </a:schemeClr>
              </a:solidFill>
              <a:latin typeface="思源宋体 Heavy" panose="02020900000000000000" charset="-122"/>
              <a:ea typeface="思源宋体 Heavy" panose="02020900000000000000" charset="-122"/>
              <a:cs typeface="思源宋体 Heavy" panose="02020900000000000000" charset="-122"/>
              <a:sym typeface="思源黑体 CN Normal" panose="020B0400000000000000" pitchFamily="34" charset="-122"/>
            </a:endParaRPr>
          </a:p>
        </p:txBody>
      </p:sp>
      <p:sp>
        <p:nvSpPr>
          <p:cNvPr id="19" name="文本框 18"/>
          <p:cNvSpPr txBox="1"/>
          <p:nvPr/>
        </p:nvSpPr>
        <p:spPr>
          <a:xfrm>
            <a:off x="1572588" y="2378751"/>
            <a:ext cx="3622114" cy="923330"/>
          </a:xfrm>
          <a:prstGeom prst="rect">
            <a:avLst/>
          </a:prstGeom>
          <a:noFill/>
        </p:spPr>
        <p:txBody>
          <a:bodyPr wrap="square" rtlCol="0">
            <a:spAutoFit/>
          </a:bodyPr>
          <a:lstStyle>
            <a:defPPr>
              <a:defRPr lang="zh-CN"/>
            </a:defPPr>
            <a:lvl1pPr>
              <a:lnSpc>
                <a:spcPct val="150000"/>
              </a:lnSpc>
              <a:defRPr sz="1200" kern="1400" spc="100">
                <a:solidFill>
                  <a:schemeClr val="tx1">
                    <a:lumMod val="65000"/>
                    <a:lumOff val="35000"/>
                  </a:schemeClr>
                </a:solidFill>
                <a:latin typeface="思源黑体 CN Normal" panose="020B0400000000000000" pitchFamily="34" charset="-122"/>
                <a:ea typeface="思源黑体 CN Normal" panose="020B0400000000000000" pitchFamily="34" charset="-122"/>
              </a:defRPr>
            </a:lvl1pPr>
          </a:lstStyle>
          <a:p>
            <a:r>
              <a:rPr lang="zh-CN" altLang="en-US">
                <a:solidFill>
                  <a:schemeClr val="bg2">
                    <a:lumMod val="25000"/>
                  </a:schemeClr>
                </a:solidFill>
                <a:latin typeface="思源宋体 Heavy" panose="02020900000000000000" charset="-122"/>
                <a:ea typeface="思源宋体 Heavy" panose="02020900000000000000" charset="-122"/>
                <a:cs typeface="思源宋体 Heavy" panose="02020900000000000000" charset="-122"/>
                <a:sym typeface="思源黑体 CN Normal" panose="020B0400000000000000" pitchFamily="34" charset="-122"/>
              </a:rPr>
              <a:t>此处添加详细文本描述，建议与标题相关并符合整体语言风格此处添加详细文本描述此处添加详细文本描述，建议与标题相关</a:t>
            </a:r>
            <a:endParaRPr lang="en-US" altLang="zh-CN">
              <a:solidFill>
                <a:schemeClr val="bg2">
                  <a:lumMod val="25000"/>
                </a:schemeClr>
              </a:solidFill>
              <a:latin typeface="思源宋体 Heavy" panose="02020900000000000000" charset="-122"/>
              <a:ea typeface="思源宋体 Heavy" panose="02020900000000000000" charset="-122"/>
              <a:cs typeface="思源宋体 Heavy" panose="02020900000000000000" charset="-122"/>
              <a:sym typeface="思源黑体 CN Normal" panose="020B0400000000000000" pitchFamily="34" charset="-122"/>
            </a:endParaRPr>
          </a:p>
        </p:txBody>
      </p:sp>
      <p:sp>
        <p:nvSpPr>
          <p:cNvPr id="20" name="椭圆 19"/>
          <p:cNvSpPr/>
          <p:nvPr/>
        </p:nvSpPr>
        <p:spPr>
          <a:xfrm>
            <a:off x="6774978" y="2110515"/>
            <a:ext cx="201378" cy="201378"/>
          </a:xfrm>
          <a:prstGeom prst="ellipse">
            <a:avLst/>
          </a:prstGeom>
          <a:solidFill>
            <a:schemeClr val="accent2"/>
          </a:solidFill>
          <a:ln w="22225">
            <a:noFill/>
          </a:ln>
          <a:effectLst>
            <a:outerShdw blurRad="292100" dist="127000" dir="5400000" sx="101000" sy="101000" algn="t" rotWithShape="0">
              <a:srgbClr val="113ECC">
                <a:alpha val="4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panose="020B0500000000000000" pitchFamily="34" charset="-122"/>
              <a:ea typeface="思源黑体 CN Medium" panose="020B0600000000000000" pitchFamily="34" charset="-122"/>
              <a:cs typeface="+mn-ea"/>
              <a:sym typeface="思源黑体 CN Normal" panose="020B0400000000000000" pitchFamily="34" charset="-122"/>
            </a:endParaRPr>
          </a:p>
        </p:txBody>
      </p:sp>
      <p:sp>
        <p:nvSpPr>
          <p:cNvPr id="21" name="文本框 20"/>
          <p:cNvSpPr txBox="1"/>
          <p:nvPr/>
        </p:nvSpPr>
        <p:spPr>
          <a:xfrm>
            <a:off x="7070104" y="2060790"/>
            <a:ext cx="2231071" cy="369332"/>
          </a:xfrm>
          <a:prstGeom prst="rect">
            <a:avLst/>
          </a:prstGeom>
          <a:noFill/>
        </p:spPr>
        <p:txBody>
          <a:bodyPr wrap="square" rtlCol="0">
            <a:spAutoFit/>
          </a:bodyPr>
          <a:lstStyle>
            <a:defPPr>
              <a:defRPr lang="zh-CN"/>
            </a:defPPr>
            <a:lvl1pPr>
              <a:defRPr sz="2400">
                <a:solidFill>
                  <a:schemeClr val="accent1"/>
                </a:solidFill>
                <a:latin typeface="+mj-ea"/>
                <a:ea typeface="+mj-ea"/>
              </a:defRPr>
            </a:lvl1pPr>
          </a:lstStyle>
          <a:p>
            <a:r>
              <a:rPr lang="zh-CN" altLang="en-US" sz="1800" b="1">
                <a:solidFill>
                  <a:schemeClr val="bg2">
                    <a:lumMod val="25000"/>
                  </a:schemeClr>
                </a:solidFill>
                <a:latin typeface="思源宋体 Heavy" panose="02020900000000000000" charset="-122"/>
                <a:ea typeface="思源宋体 Heavy" panose="02020900000000000000" charset="-122"/>
                <a:cs typeface="思源宋体 Heavy" panose="02020900000000000000" charset="-122"/>
                <a:sym typeface="思源黑体 CN Normal" panose="020B0400000000000000" pitchFamily="34" charset="-122"/>
              </a:rPr>
              <a:t>点击添加标题</a:t>
            </a:r>
            <a:endParaRPr lang="zh-CN" altLang="en-US" sz="1800" b="1">
              <a:solidFill>
                <a:schemeClr val="bg2">
                  <a:lumMod val="25000"/>
                </a:schemeClr>
              </a:solidFill>
              <a:latin typeface="思源宋体 Heavy" panose="02020900000000000000" charset="-122"/>
              <a:ea typeface="思源宋体 Heavy" panose="02020900000000000000" charset="-122"/>
              <a:cs typeface="思源宋体 Heavy" panose="02020900000000000000" charset="-122"/>
              <a:sym typeface="思源黑体 CN Normal" panose="020B0400000000000000" pitchFamily="34" charset="-122"/>
            </a:endParaRPr>
          </a:p>
        </p:txBody>
      </p:sp>
      <p:sp>
        <p:nvSpPr>
          <p:cNvPr id="22" name="文本框 21"/>
          <p:cNvSpPr txBox="1"/>
          <p:nvPr/>
        </p:nvSpPr>
        <p:spPr>
          <a:xfrm>
            <a:off x="7070104" y="2378751"/>
            <a:ext cx="3603026" cy="923330"/>
          </a:xfrm>
          <a:prstGeom prst="rect">
            <a:avLst/>
          </a:prstGeom>
          <a:noFill/>
        </p:spPr>
        <p:txBody>
          <a:bodyPr wrap="square" rtlCol="0">
            <a:spAutoFit/>
          </a:bodyPr>
          <a:lstStyle>
            <a:defPPr>
              <a:defRPr lang="zh-CN"/>
            </a:defPPr>
            <a:lvl1pPr>
              <a:lnSpc>
                <a:spcPct val="150000"/>
              </a:lnSpc>
              <a:defRPr sz="1200" kern="1400" spc="100">
                <a:solidFill>
                  <a:schemeClr val="tx1">
                    <a:lumMod val="65000"/>
                    <a:lumOff val="35000"/>
                  </a:schemeClr>
                </a:solidFill>
                <a:latin typeface="思源黑体 CN Normal" panose="020B0400000000000000" pitchFamily="34" charset="-122"/>
                <a:ea typeface="思源黑体 CN Normal" panose="020B0400000000000000" pitchFamily="34" charset="-122"/>
              </a:defRPr>
            </a:lvl1pPr>
          </a:lstStyle>
          <a:p>
            <a:r>
              <a:rPr lang="zh-CN" altLang="en-US">
                <a:solidFill>
                  <a:schemeClr val="bg2">
                    <a:lumMod val="25000"/>
                  </a:schemeClr>
                </a:solidFill>
                <a:latin typeface="思源宋体 Heavy" panose="02020900000000000000" charset="-122"/>
                <a:ea typeface="思源宋体 Heavy" panose="02020900000000000000" charset="-122"/>
                <a:cs typeface="思源宋体 Heavy" panose="02020900000000000000" charset="-122"/>
                <a:sym typeface="思源黑体 CN Normal" panose="020B0400000000000000" pitchFamily="34" charset="-122"/>
              </a:rPr>
              <a:t>此处添加详细文本描述，建议与标题相关并符合整体语言风格此处添加详细文本描述此处添加详细文本描述，建议与标题相关</a:t>
            </a:r>
            <a:endParaRPr lang="en-US" altLang="zh-CN">
              <a:solidFill>
                <a:schemeClr val="bg2">
                  <a:lumMod val="25000"/>
                </a:schemeClr>
              </a:solidFill>
              <a:latin typeface="思源宋体 Heavy" panose="02020900000000000000" charset="-122"/>
              <a:ea typeface="思源宋体 Heavy" panose="02020900000000000000" charset="-122"/>
              <a:cs typeface="思源宋体 Heavy" panose="02020900000000000000" charset="-122"/>
              <a:sym typeface="思源黑体 CN Normal" panose="020B0400000000000000" pitchFamily="34" charset="-122"/>
            </a:endParaRPr>
          </a:p>
        </p:txBody>
      </p:sp>
      <p:sp>
        <p:nvSpPr>
          <p:cNvPr id="23" name="椭圆 22"/>
          <p:cNvSpPr/>
          <p:nvPr/>
        </p:nvSpPr>
        <p:spPr>
          <a:xfrm>
            <a:off x="1277461" y="4450991"/>
            <a:ext cx="201378" cy="201378"/>
          </a:xfrm>
          <a:prstGeom prst="ellipse">
            <a:avLst/>
          </a:prstGeom>
          <a:solidFill>
            <a:schemeClr val="accent2"/>
          </a:solidFill>
          <a:ln w="22225">
            <a:noFill/>
          </a:ln>
          <a:effectLst>
            <a:outerShdw blurRad="292100" dist="127000" dir="5400000" sx="101000" sy="101000" algn="t" rotWithShape="0">
              <a:srgbClr val="113ECC">
                <a:alpha val="4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panose="020B0500000000000000" pitchFamily="34" charset="-122"/>
              <a:ea typeface="思源黑体 CN Medium" panose="020B0600000000000000" pitchFamily="34" charset="-122"/>
              <a:cs typeface="+mn-ea"/>
              <a:sym typeface="思源黑体 CN Normal" panose="020B0400000000000000" pitchFamily="34" charset="-122"/>
            </a:endParaRPr>
          </a:p>
        </p:txBody>
      </p:sp>
      <p:sp>
        <p:nvSpPr>
          <p:cNvPr id="24" name="文本框 23"/>
          <p:cNvSpPr txBox="1"/>
          <p:nvPr/>
        </p:nvSpPr>
        <p:spPr>
          <a:xfrm>
            <a:off x="1572588" y="4401267"/>
            <a:ext cx="2231071" cy="369332"/>
          </a:xfrm>
          <a:prstGeom prst="rect">
            <a:avLst/>
          </a:prstGeom>
          <a:noFill/>
        </p:spPr>
        <p:txBody>
          <a:bodyPr wrap="square" rtlCol="0">
            <a:spAutoFit/>
          </a:bodyPr>
          <a:lstStyle>
            <a:defPPr>
              <a:defRPr lang="zh-CN"/>
            </a:defPPr>
            <a:lvl1pPr>
              <a:defRPr sz="2400">
                <a:solidFill>
                  <a:schemeClr val="accent1"/>
                </a:solidFill>
                <a:latin typeface="+mj-ea"/>
                <a:ea typeface="+mj-ea"/>
              </a:defRPr>
            </a:lvl1pPr>
          </a:lstStyle>
          <a:p>
            <a:r>
              <a:rPr lang="zh-CN" altLang="en-US" sz="1800" b="1">
                <a:solidFill>
                  <a:schemeClr val="bg2">
                    <a:lumMod val="25000"/>
                  </a:schemeClr>
                </a:solidFill>
                <a:latin typeface="思源宋体 Heavy" panose="02020900000000000000" charset="-122"/>
                <a:ea typeface="思源宋体 Heavy" panose="02020900000000000000" charset="-122"/>
                <a:cs typeface="思源宋体 Heavy" panose="02020900000000000000" charset="-122"/>
                <a:sym typeface="思源黑体 CN Normal" panose="020B0400000000000000" pitchFamily="34" charset="-122"/>
              </a:rPr>
              <a:t>点击添加标题</a:t>
            </a:r>
            <a:endParaRPr lang="zh-CN" altLang="en-US" sz="1800" b="1">
              <a:solidFill>
                <a:schemeClr val="bg2">
                  <a:lumMod val="25000"/>
                </a:schemeClr>
              </a:solidFill>
              <a:latin typeface="思源宋体 Heavy" panose="02020900000000000000" charset="-122"/>
              <a:ea typeface="思源宋体 Heavy" panose="02020900000000000000" charset="-122"/>
              <a:cs typeface="思源宋体 Heavy" panose="02020900000000000000" charset="-122"/>
              <a:sym typeface="思源黑体 CN Normal" panose="020B0400000000000000" pitchFamily="34" charset="-122"/>
            </a:endParaRPr>
          </a:p>
        </p:txBody>
      </p:sp>
      <p:sp>
        <p:nvSpPr>
          <p:cNvPr id="25" name="文本框 24"/>
          <p:cNvSpPr txBox="1"/>
          <p:nvPr/>
        </p:nvSpPr>
        <p:spPr>
          <a:xfrm>
            <a:off x="1572588" y="4721171"/>
            <a:ext cx="3622114" cy="923330"/>
          </a:xfrm>
          <a:prstGeom prst="rect">
            <a:avLst/>
          </a:prstGeom>
          <a:noFill/>
        </p:spPr>
        <p:txBody>
          <a:bodyPr wrap="square" rtlCol="0">
            <a:spAutoFit/>
          </a:bodyPr>
          <a:lstStyle>
            <a:defPPr>
              <a:defRPr lang="zh-CN"/>
            </a:defPPr>
            <a:lvl1pPr>
              <a:lnSpc>
                <a:spcPct val="150000"/>
              </a:lnSpc>
              <a:defRPr sz="1200" kern="1400" spc="100">
                <a:solidFill>
                  <a:schemeClr val="tx1">
                    <a:lumMod val="65000"/>
                    <a:lumOff val="35000"/>
                  </a:schemeClr>
                </a:solidFill>
                <a:latin typeface="思源黑体 CN Normal" panose="020B0400000000000000" pitchFamily="34" charset="-122"/>
                <a:ea typeface="思源黑体 CN Normal" panose="020B0400000000000000" pitchFamily="34" charset="-122"/>
              </a:defRPr>
            </a:lvl1pPr>
          </a:lstStyle>
          <a:p>
            <a:r>
              <a:rPr lang="zh-CN" altLang="en-US">
                <a:solidFill>
                  <a:schemeClr val="bg2">
                    <a:lumMod val="25000"/>
                  </a:schemeClr>
                </a:solidFill>
                <a:latin typeface="思源宋体 Heavy" panose="02020900000000000000" charset="-122"/>
                <a:ea typeface="思源宋体 Heavy" panose="02020900000000000000" charset="-122"/>
                <a:cs typeface="思源宋体 Heavy" panose="02020900000000000000" charset="-122"/>
                <a:sym typeface="思源黑体 CN Normal" panose="020B0400000000000000" pitchFamily="34" charset="-122"/>
              </a:rPr>
              <a:t>此处添加详细文本描述，建议与标题相关并符合整体语言风格此处添加详细文本描述此处添加详细文本描述，建议与标题相关</a:t>
            </a:r>
            <a:endParaRPr lang="en-US" altLang="zh-CN">
              <a:solidFill>
                <a:schemeClr val="bg2">
                  <a:lumMod val="25000"/>
                </a:schemeClr>
              </a:solidFill>
              <a:latin typeface="思源宋体 Heavy" panose="02020900000000000000" charset="-122"/>
              <a:ea typeface="思源宋体 Heavy" panose="02020900000000000000" charset="-122"/>
              <a:cs typeface="思源宋体 Heavy" panose="02020900000000000000" charset="-122"/>
              <a:sym typeface="思源黑体 CN Normal" panose="020B0400000000000000" pitchFamily="34" charset="-122"/>
            </a:endParaRPr>
          </a:p>
        </p:txBody>
      </p:sp>
      <p:sp>
        <p:nvSpPr>
          <p:cNvPr id="26" name="椭圆 25"/>
          <p:cNvSpPr/>
          <p:nvPr/>
        </p:nvSpPr>
        <p:spPr>
          <a:xfrm>
            <a:off x="6774978" y="4450991"/>
            <a:ext cx="201378" cy="201378"/>
          </a:xfrm>
          <a:prstGeom prst="ellipse">
            <a:avLst/>
          </a:prstGeom>
          <a:solidFill>
            <a:schemeClr val="accent1"/>
          </a:solidFill>
          <a:ln w="22225">
            <a:noFill/>
          </a:ln>
          <a:effectLst>
            <a:outerShdw blurRad="292100" dist="127000" dir="5400000" sx="101000" sy="101000" algn="t" rotWithShape="0">
              <a:srgbClr val="113ECC">
                <a:alpha val="4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panose="020B0500000000000000" pitchFamily="34" charset="-122"/>
              <a:ea typeface="思源黑体 CN Medium" panose="020B0600000000000000" pitchFamily="34" charset="-122"/>
              <a:cs typeface="+mn-ea"/>
              <a:sym typeface="思源黑体 CN Normal" panose="020B0400000000000000" pitchFamily="34" charset="-122"/>
            </a:endParaRPr>
          </a:p>
        </p:txBody>
      </p:sp>
      <p:sp>
        <p:nvSpPr>
          <p:cNvPr id="27" name="文本框 26"/>
          <p:cNvSpPr txBox="1"/>
          <p:nvPr/>
        </p:nvSpPr>
        <p:spPr>
          <a:xfrm>
            <a:off x="7070104" y="4401267"/>
            <a:ext cx="2231071" cy="369332"/>
          </a:xfrm>
          <a:prstGeom prst="rect">
            <a:avLst/>
          </a:prstGeom>
          <a:noFill/>
        </p:spPr>
        <p:txBody>
          <a:bodyPr wrap="square" rtlCol="0">
            <a:spAutoFit/>
          </a:bodyPr>
          <a:lstStyle>
            <a:defPPr>
              <a:defRPr lang="zh-CN"/>
            </a:defPPr>
            <a:lvl1pPr>
              <a:defRPr sz="2400">
                <a:solidFill>
                  <a:schemeClr val="accent1"/>
                </a:solidFill>
                <a:latin typeface="+mj-ea"/>
                <a:ea typeface="+mj-ea"/>
              </a:defRPr>
            </a:lvl1pPr>
          </a:lstStyle>
          <a:p>
            <a:r>
              <a:rPr lang="zh-CN" altLang="en-US" sz="1800" b="1">
                <a:solidFill>
                  <a:schemeClr val="bg2">
                    <a:lumMod val="25000"/>
                  </a:schemeClr>
                </a:solidFill>
                <a:latin typeface="思源宋体 Heavy" panose="02020900000000000000" charset="-122"/>
                <a:ea typeface="思源宋体 Heavy" panose="02020900000000000000" charset="-122"/>
                <a:cs typeface="思源宋体 Heavy" panose="02020900000000000000" charset="-122"/>
                <a:sym typeface="思源黑体 CN Normal" panose="020B0400000000000000" pitchFamily="34" charset="-122"/>
              </a:rPr>
              <a:t>点击添加标题</a:t>
            </a:r>
            <a:endParaRPr lang="zh-CN" altLang="en-US" sz="1800" b="1">
              <a:solidFill>
                <a:schemeClr val="bg2">
                  <a:lumMod val="25000"/>
                </a:schemeClr>
              </a:solidFill>
              <a:latin typeface="思源宋体 Heavy" panose="02020900000000000000" charset="-122"/>
              <a:ea typeface="思源宋体 Heavy" panose="02020900000000000000" charset="-122"/>
              <a:cs typeface="思源宋体 Heavy" panose="02020900000000000000" charset="-122"/>
              <a:sym typeface="思源黑体 CN Normal" panose="020B0400000000000000" pitchFamily="34" charset="-122"/>
            </a:endParaRPr>
          </a:p>
        </p:txBody>
      </p:sp>
      <p:sp>
        <p:nvSpPr>
          <p:cNvPr id="28" name="文本框 27"/>
          <p:cNvSpPr txBox="1"/>
          <p:nvPr/>
        </p:nvSpPr>
        <p:spPr>
          <a:xfrm>
            <a:off x="7070104" y="4721171"/>
            <a:ext cx="3603026" cy="923330"/>
          </a:xfrm>
          <a:prstGeom prst="rect">
            <a:avLst/>
          </a:prstGeom>
          <a:noFill/>
        </p:spPr>
        <p:txBody>
          <a:bodyPr wrap="square" rtlCol="0">
            <a:spAutoFit/>
          </a:bodyPr>
          <a:lstStyle>
            <a:defPPr>
              <a:defRPr lang="zh-CN"/>
            </a:defPPr>
            <a:lvl1pPr>
              <a:lnSpc>
                <a:spcPct val="150000"/>
              </a:lnSpc>
              <a:defRPr sz="1200" kern="1400" spc="100">
                <a:solidFill>
                  <a:schemeClr val="tx1">
                    <a:lumMod val="65000"/>
                    <a:lumOff val="35000"/>
                  </a:schemeClr>
                </a:solidFill>
                <a:latin typeface="思源黑体 CN Normal" panose="020B0400000000000000" pitchFamily="34" charset="-122"/>
                <a:ea typeface="思源黑体 CN Normal" panose="020B0400000000000000" pitchFamily="34" charset="-122"/>
              </a:defRPr>
            </a:lvl1pPr>
          </a:lstStyle>
          <a:p>
            <a:r>
              <a:rPr lang="zh-CN" altLang="en-US">
                <a:solidFill>
                  <a:schemeClr val="bg2">
                    <a:lumMod val="25000"/>
                  </a:schemeClr>
                </a:solidFill>
                <a:latin typeface="思源宋体 Heavy" panose="02020900000000000000" charset="-122"/>
                <a:ea typeface="思源宋体 Heavy" panose="02020900000000000000" charset="-122"/>
                <a:cs typeface="思源宋体 Heavy" panose="02020900000000000000" charset="-122"/>
                <a:sym typeface="思源黑体 CN Normal" panose="020B0400000000000000" pitchFamily="34" charset="-122"/>
              </a:rPr>
              <a:t>此处添加详细文本描述，建议与标题相关并符合整体语言风格此处添加详细文本描述此处添加详细文本描述，建议与标题相关</a:t>
            </a:r>
            <a:endParaRPr lang="en-US" altLang="zh-CN">
              <a:solidFill>
                <a:schemeClr val="bg2">
                  <a:lumMod val="25000"/>
                </a:schemeClr>
              </a:solidFill>
              <a:latin typeface="思源宋体 Heavy" panose="02020900000000000000" charset="-122"/>
              <a:ea typeface="思源宋体 Heavy" panose="02020900000000000000" charset="-122"/>
              <a:cs typeface="思源宋体 Heavy" panose="02020900000000000000" charset="-122"/>
              <a:sym typeface="思源黑体 CN Normal" panose="020B0400000000000000" pitchFamily="34" charset="-122"/>
            </a:endParaRPr>
          </a:p>
        </p:txBody>
      </p:sp>
      <p:grpSp>
        <p:nvGrpSpPr>
          <p:cNvPr id="2" name="组合 1"/>
          <p:cNvGrpSpPr/>
          <p:nvPr/>
        </p:nvGrpSpPr>
        <p:grpSpPr>
          <a:xfrm>
            <a:off x="193291" y="317173"/>
            <a:ext cx="5179768" cy="871755"/>
            <a:chOff x="193291" y="317173"/>
            <a:chExt cx="5179768" cy="871755"/>
          </a:xfrm>
        </p:grpSpPr>
        <p:sp>
          <p:nvSpPr>
            <p:cNvPr id="3" name="文本框 2"/>
            <p:cNvSpPr txBox="1"/>
            <p:nvPr/>
          </p:nvSpPr>
          <p:spPr>
            <a:xfrm>
              <a:off x="1059985" y="357880"/>
              <a:ext cx="4313074" cy="688073"/>
            </a:xfrm>
            <a:prstGeom prst="rect">
              <a:avLst/>
            </a:prstGeom>
            <a:noFill/>
          </p:spPr>
          <p:txBody>
            <a:bodyPr wrap="square" rtlCol="0">
              <a:spAutoFit/>
            </a:bodyPr>
            <a:lstStyle/>
            <a:p>
              <a:pPr lvl="0">
                <a:lnSpc>
                  <a:spcPct val="130000"/>
                </a:lnSpc>
                <a:defRPr/>
              </a:pPr>
              <a:r>
                <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rPr>
                <a:t>选题的背景与意义</a:t>
              </a:r>
              <a:endPar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endParaRPr>
            </a:p>
          </p:txBody>
        </p:sp>
        <p:pic>
          <p:nvPicPr>
            <p:cNvPr id="4" name="图片 3"/>
            <p:cNvPicPr>
              <a:picLocks noChangeAspect="1"/>
            </p:cNvPicPr>
            <p:nvPr/>
          </p:nvPicPr>
          <p:blipFill>
            <a:blip r:embed="rId1">
              <a:duotone>
                <a:schemeClr val="accent1">
                  <a:shade val="45000"/>
                  <a:satMod val="135000"/>
                </a:schemeClr>
                <a:prstClr val="white"/>
              </a:duotone>
              <a:extLst>
                <a:ext uri="{28A0092B-C50C-407E-A947-70E740481C1C}">
                  <a14:useLocalDpi xmlns:a14="http://schemas.microsoft.com/office/drawing/2010/main" val="0"/>
                </a:ext>
              </a:extLst>
            </a:blip>
            <a:srcRect l="24588" t="52000" r="15417" b="10555"/>
            <a:stretch>
              <a:fillRect/>
            </a:stretch>
          </p:blipFill>
          <p:spPr>
            <a:xfrm>
              <a:off x="193291" y="317173"/>
              <a:ext cx="931043" cy="871755"/>
            </a:xfrm>
            <a:prstGeom prst="rect">
              <a:avLst/>
            </a:prstGeom>
          </p:spPr>
        </p:pic>
      </p:gr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p:cTn id="27" dur="500" fill="hold"/>
                                        <p:tgtEl>
                                          <p:spTgt spid="13"/>
                                        </p:tgtEl>
                                        <p:attrNameLst>
                                          <p:attrName>ppt_w</p:attrName>
                                        </p:attrNameLst>
                                      </p:cBhvr>
                                      <p:tavLst>
                                        <p:tav tm="0">
                                          <p:val>
                                            <p:fltVal val="0"/>
                                          </p:val>
                                        </p:tav>
                                        <p:tav tm="100000">
                                          <p:val>
                                            <p:strVal val="#ppt_w"/>
                                          </p:val>
                                        </p:tav>
                                      </p:tavLst>
                                    </p:anim>
                                    <p:anim calcmode="lin" valueType="num">
                                      <p:cBhvr>
                                        <p:cTn id="28" dur="500" fill="hold"/>
                                        <p:tgtEl>
                                          <p:spTgt spid="13"/>
                                        </p:tgtEl>
                                        <p:attrNameLst>
                                          <p:attrName>ppt_h</p:attrName>
                                        </p:attrNameLst>
                                      </p:cBhvr>
                                      <p:tavLst>
                                        <p:tav tm="0">
                                          <p:val>
                                            <p:fltVal val="0"/>
                                          </p:val>
                                        </p:tav>
                                        <p:tav tm="100000">
                                          <p:val>
                                            <p:strVal val="#ppt_h"/>
                                          </p:val>
                                        </p:tav>
                                      </p:tavLst>
                                    </p:anim>
                                    <p:animEffect transition="in" filter="fade">
                                      <p:cBhvr>
                                        <p:cTn id="29" dur="500"/>
                                        <p:tgtEl>
                                          <p:spTgt spid="13"/>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p:cTn id="32" dur="500" fill="hold"/>
                                        <p:tgtEl>
                                          <p:spTgt spid="14"/>
                                        </p:tgtEl>
                                        <p:attrNameLst>
                                          <p:attrName>ppt_w</p:attrName>
                                        </p:attrNameLst>
                                      </p:cBhvr>
                                      <p:tavLst>
                                        <p:tav tm="0">
                                          <p:val>
                                            <p:fltVal val="0"/>
                                          </p:val>
                                        </p:tav>
                                        <p:tav tm="100000">
                                          <p:val>
                                            <p:strVal val="#ppt_w"/>
                                          </p:val>
                                        </p:tav>
                                      </p:tavLst>
                                    </p:anim>
                                    <p:anim calcmode="lin" valueType="num">
                                      <p:cBhvr>
                                        <p:cTn id="33" dur="500" fill="hold"/>
                                        <p:tgtEl>
                                          <p:spTgt spid="14"/>
                                        </p:tgtEl>
                                        <p:attrNameLst>
                                          <p:attrName>ppt_h</p:attrName>
                                        </p:attrNameLst>
                                      </p:cBhvr>
                                      <p:tavLst>
                                        <p:tav tm="0">
                                          <p:val>
                                            <p:fltVal val="0"/>
                                          </p:val>
                                        </p:tav>
                                        <p:tav tm="100000">
                                          <p:val>
                                            <p:strVal val="#ppt_h"/>
                                          </p:val>
                                        </p:tav>
                                      </p:tavLst>
                                    </p:anim>
                                    <p:animEffect transition="in" filter="fade">
                                      <p:cBhvr>
                                        <p:cTn id="34" dur="500"/>
                                        <p:tgtEl>
                                          <p:spTgt spid="14"/>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p:cTn id="37" dur="500" fill="hold"/>
                                        <p:tgtEl>
                                          <p:spTgt spid="15"/>
                                        </p:tgtEl>
                                        <p:attrNameLst>
                                          <p:attrName>ppt_w</p:attrName>
                                        </p:attrNameLst>
                                      </p:cBhvr>
                                      <p:tavLst>
                                        <p:tav tm="0">
                                          <p:val>
                                            <p:fltVal val="0"/>
                                          </p:val>
                                        </p:tav>
                                        <p:tav tm="100000">
                                          <p:val>
                                            <p:strVal val="#ppt_w"/>
                                          </p:val>
                                        </p:tav>
                                      </p:tavLst>
                                    </p:anim>
                                    <p:anim calcmode="lin" valueType="num">
                                      <p:cBhvr>
                                        <p:cTn id="38" dur="500" fill="hold"/>
                                        <p:tgtEl>
                                          <p:spTgt spid="15"/>
                                        </p:tgtEl>
                                        <p:attrNameLst>
                                          <p:attrName>ppt_h</p:attrName>
                                        </p:attrNameLst>
                                      </p:cBhvr>
                                      <p:tavLst>
                                        <p:tav tm="0">
                                          <p:val>
                                            <p:fltVal val="0"/>
                                          </p:val>
                                        </p:tav>
                                        <p:tav tm="100000">
                                          <p:val>
                                            <p:strVal val="#ppt_h"/>
                                          </p:val>
                                        </p:tav>
                                      </p:tavLst>
                                    </p:anim>
                                    <p:animEffect transition="in" filter="fade">
                                      <p:cBhvr>
                                        <p:cTn id="39" dur="500"/>
                                        <p:tgtEl>
                                          <p:spTgt spid="15"/>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p:cTn id="42" dur="500" fill="hold"/>
                                        <p:tgtEl>
                                          <p:spTgt spid="16"/>
                                        </p:tgtEl>
                                        <p:attrNameLst>
                                          <p:attrName>ppt_w</p:attrName>
                                        </p:attrNameLst>
                                      </p:cBhvr>
                                      <p:tavLst>
                                        <p:tav tm="0">
                                          <p:val>
                                            <p:fltVal val="0"/>
                                          </p:val>
                                        </p:tav>
                                        <p:tav tm="100000">
                                          <p:val>
                                            <p:strVal val="#ppt_w"/>
                                          </p:val>
                                        </p:tav>
                                      </p:tavLst>
                                    </p:anim>
                                    <p:anim calcmode="lin" valueType="num">
                                      <p:cBhvr>
                                        <p:cTn id="43" dur="500" fill="hold"/>
                                        <p:tgtEl>
                                          <p:spTgt spid="16"/>
                                        </p:tgtEl>
                                        <p:attrNameLst>
                                          <p:attrName>ppt_h</p:attrName>
                                        </p:attrNameLst>
                                      </p:cBhvr>
                                      <p:tavLst>
                                        <p:tav tm="0">
                                          <p:val>
                                            <p:fltVal val="0"/>
                                          </p:val>
                                        </p:tav>
                                        <p:tav tm="100000">
                                          <p:val>
                                            <p:strVal val="#ppt_h"/>
                                          </p:val>
                                        </p:tav>
                                      </p:tavLst>
                                    </p:anim>
                                    <p:animEffect transition="in" filter="fade">
                                      <p:cBhvr>
                                        <p:cTn id="44" dur="500"/>
                                        <p:tgtEl>
                                          <p:spTgt spid="16"/>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p:cTn id="47" dur="500" fill="hold"/>
                                        <p:tgtEl>
                                          <p:spTgt spid="17"/>
                                        </p:tgtEl>
                                        <p:attrNameLst>
                                          <p:attrName>ppt_w</p:attrName>
                                        </p:attrNameLst>
                                      </p:cBhvr>
                                      <p:tavLst>
                                        <p:tav tm="0">
                                          <p:val>
                                            <p:fltVal val="0"/>
                                          </p:val>
                                        </p:tav>
                                        <p:tav tm="100000">
                                          <p:val>
                                            <p:strVal val="#ppt_w"/>
                                          </p:val>
                                        </p:tav>
                                      </p:tavLst>
                                    </p:anim>
                                    <p:anim calcmode="lin" valueType="num">
                                      <p:cBhvr>
                                        <p:cTn id="48" dur="500" fill="hold"/>
                                        <p:tgtEl>
                                          <p:spTgt spid="17"/>
                                        </p:tgtEl>
                                        <p:attrNameLst>
                                          <p:attrName>ppt_h</p:attrName>
                                        </p:attrNameLst>
                                      </p:cBhvr>
                                      <p:tavLst>
                                        <p:tav tm="0">
                                          <p:val>
                                            <p:fltVal val="0"/>
                                          </p:val>
                                        </p:tav>
                                        <p:tav tm="100000">
                                          <p:val>
                                            <p:strVal val="#ppt_h"/>
                                          </p:val>
                                        </p:tav>
                                      </p:tavLst>
                                    </p:anim>
                                    <p:animEffect transition="in" filter="fade">
                                      <p:cBhvr>
                                        <p:cTn id="49" dur="500"/>
                                        <p:tgtEl>
                                          <p:spTgt spid="17"/>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 calcmode="lin" valueType="num">
                                      <p:cBhvr>
                                        <p:cTn id="52" dur="500" fill="hold"/>
                                        <p:tgtEl>
                                          <p:spTgt spid="18"/>
                                        </p:tgtEl>
                                        <p:attrNameLst>
                                          <p:attrName>ppt_w</p:attrName>
                                        </p:attrNameLst>
                                      </p:cBhvr>
                                      <p:tavLst>
                                        <p:tav tm="0">
                                          <p:val>
                                            <p:fltVal val="0"/>
                                          </p:val>
                                        </p:tav>
                                        <p:tav tm="100000">
                                          <p:val>
                                            <p:strVal val="#ppt_w"/>
                                          </p:val>
                                        </p:tav>
                                      </p:tavLst>
                                    </p:anim>
                                    <p:anim calcmode="lin" valueType="num">
                                      <p:cBhvr>
                                        <p:cTn id="53" dur="500" fill="hold"/>
                                        <p:tgtEl>
                                          <p:spTgt spid="18"/>
                                        </p:tgtEl>
                                        <p:attrNameLst>
                                          <p:attrName>ppt_h</p:attrName>
                                        </p:attrNameLst>
                                      </p:cBhvr>
                                      <p:tavLst>
                                        <p:tav tm="0">
                                          <p:val>
                                            <p:fltVal val="0"/>
                                          </p:val>
                                        </p:tav>
                                        <p:tav tm="100000">
                                          <p:val>
                                            <p:strVal val="#ppt_h"/>
                                          </p:val>
                                        </p:tav>
                                      </p:tavLst>
                                    </p:anim>
                                    <p:animEffect transition="in" filter="fade">
                                      <p:cBhvr>
                                        <p:cTn id="54" dur="500"/>
                                        <p:tgtEl>
                                          <p:spTgt spid="18"/>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 calcmode="lin" valueType="num">
                                      <p:cBhvr>
                                        <p:cTn id="57" dur="500" fill="hold"/>
                                        <p:tgtEl>
                                          <p:spTgt spid="19"/>
                                        </p:tgtEl>
                                        <p:attrNameLst>
                                          <p:attrName>ppt_w</p:attrName>
                                        </p:attrNameLst>
                                      </p:cBhvr>
                                      <p:tavLst>
                                        <p:tav tm="0">
                                          <p:val>
                                            <p:fltVal val="0"/>
                                          </p:val>
                                        </p:tav>
                                        <p:tav tm="100000">
                                          <p:val>
                                            <p:strVal val="#ppt_w"/>
                                          </p:val>
                                        </p:tav>
                                      </p:tavLst>
                                    </p:anim>
                                    <p:anim calcmode="lin" valueType="num">
                                      <p:cBhvr>
                                        <p:cTn id="58" dur="500" fill="hold"/>
                                        <p:tgtEl>
                                          <p:spTgt spid="19"/>
                                        </p:tgtEl>
                                        <p:attrNameLst>
                                          <p:attrName>ppt_h</p:attrName>
                                        </p:attrNameLst>
                                      </p:cBhvr>
                                      <p:tavLst>
                                        <p:tav tm="0">
                                          <p:val>
                                            <p:fltVal val="0"/>
                                          </p:val>
                                        </p:tav>
                                        <p:tav tm="100000">
                                          <p:val>
                                            <p:strVal val="#ppt_h"/>
                                          </p:val>
                                        </p:tav>
                                      </p:tavLst>
                                    </p:anim>
                                    <p:animEffect transition="in" filter="fade">
                                      <p:cBhvr>
                                        <p:cTn id="59" dur="500"/>
                                        <p:tgtEl>
                                          <p:spTgt spid="19"/>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 calcmode="lin" valueType="num">
                                      <p:cBhvr>
                                        <p:cTn id="62" dur="500" fill="hold"/>
                                        <p:tgtEl>
                                          <p:spTgt spid="20"/>
                                        </p:tgtEl>
                                        <p:attrNameLst>
                                          <p:attrName>ppt_w</p:attrName>
                                        </p:attrNameLst>
                                      </p:cBhvr>
                                      <p:tavLst>
                                        <p:tav tm="0">
                                          <p:val>
                                            <p:fltVal val="0"/>
                                          </p:val>
                                        </p:tav>
                                        <p:tav tm="100000">
                                          <p:val>
                                            <p:strVal val="#ppt_w"/>
                                          </p:val>
                                        </p:tav>
                                      </p:tavLst>
                                    </p:anim>
                                    <p:anim calcmode="lin" valueType="num">
                                      <p:cBhvr>
                                        <p:cTn id="63" dur="500" fill="hold"/>
                                        <p:tgtEl>
                                          <p:spTgt spid="20"/>
                                        </p:tgtEl>
                                        <p:attrNameLst>
                                          <p:attrName>ppt_h</p:attrName>
                                        </p:attrNameLst>
                                      </p:cBhvr>
                                      <p:tavLst>
                                        <p:tav tm="0">
                                          <p:val>
                                            <p:fltVal val="0"/>
                                          </p:val>
                                        </p:tav>
                                        <p:tav tm="100000">
                                          <p:val>
                                            <p:strVal val="#ppt_h"/>
                                          </p:val>
                                        </p:tav>
                                      </p:tavLst>
                                    </p:anim>
                                    <p:animEffect transition="in" filter="fade">
                                      <p:cBhvr>
                                        <p:cTn id="64" dur="500"/>
                                        <p:tgtEl>
                                          <p:spTgt spid="20"/>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p:cTn id="67" dur="500" fill="hold"/>
                                        <p:tgtEl>
                                          <p:spTgt spid="21"/>
                                        </p:tgtEl>
                                        <p:attrNameLst>
                                          <p:attrName>ppt_w</p:attrName>
                                        </p:attrNameLst>
                                      </p:cBhvr>
                                      <p:tavLst>
                                        <p:tav tm="0">
                                          <p:val>
                                            <p:fltVal val="0"/>
                                          </p:val>
                                        </p:tav>
                                        <p:tav tm="100000">
                                          <p:val>
                                            <p:strVal val="#ppt_w"/>
                                          </p:val>
                                        </p:tav>
                                      </p:tavLst>
                                    </p:anim>
                                    <p:anim calcmode="lin" valueType="num">
                                      <p:cBhvr>
                                        <p:cTn id="68" dur="500" fill="hold"/>
                                        <p:tgtEl>
                                          <p:spTgt spid="21"/>
                                        </p:tgtEl>
                                        <p:attrNameLst>
                                          <p:attrName>ppt_h</p:attrName>
                                        </p:attrNameLst>
                                      </p:cBhvr>
                                      <p:tavLst>
                                        <p:tav tm="0">
                                          <p:val>
                                            <p:fltVal val="0"/>
                                          </p:val>
                                        </p:tav>
                                        <p:tav tm="100000">
                                          <p:val>
                                            <p:strVal val="#ppt_h"/>
                                          </p:val>
                                        </p:tav>
                                      </p:tavLst>
                                    </p:anim>
                                    <p:animEffect transition="in" filter="fade">
                                      <p:cBhvr>
                                        <p:cTn id="69" dur="500"/>
                                        <p:tgtEl>
                                          <p:spTgt spid="21"/>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22"/>
                                        </p:tgtEl>
                                        <p:attrNameLst>
                                          <p:attrName>style.visibility</p:attrName>
                                        </p:attrNameLst>
                                      </p:cBhvr>
                                      <p:to>
                                        <p:strVal val="visible"/>
                                      </p:to>
                                    </p:set>
                                    <p:anim calcmode="lin" valueType="num">
                                      <p:cBhvr>
                                        <p:cTn id="72" dur="500" fill="hold"/>
                                        <p:tgtEl>
                                          <p:spTgt spid="22"/>
                                        </p:tgtEl>
                                        <p:attrNameLst>
                                          <p:attrName>ppt_w</p:attrName>
                                        </p:attrNameLst>
                                      </p:cBhvr>
                                      <p:tavLst>
                                        <p:tav tm="0">
                                          <p:val>
                                            <p:fltVal val="0"/>
                                          </p:val>
                                        </p:tav>
                                        <p:tav tm="100000">
                                          <p:val>
                                            <p:strVal val="#ppt_w"/>
                                          </p:val>
                                        </p:tav>
                                      </p:tavLst>
                                    </p:anim>
                                    <p:anim calcmode="lin" valueType="num">
                                      <p:cBhvr>
                                        <p:cTn id="73" dur="500" fill="hold"/>
                                        <p:tgtEl>
                                          <p:spTgt spid="22"/>
                                        </p:tgtEl>
                                        <p:attrNameLst>
                                          <p:attrName>ppt_h</p:attrName>
                                        </p:attrNameLst>
                                      </p:cBhvr>
                                      <p:tavLst>
                                        <p:tav tm="0">
                                          <p:val>
                                            <p:fltVal val="0"/>
                                          </p:val>
                                        </p:tav>
                                        <p:tav tm="100000">
                                          <p:val>
                                            <p:strVal val="#ppt_h"/>
                                          </p:val>
                                        </p:tav>
                                      </p:tavLst>
                                    </p:anim>
                                    <p:animEffect transition="in" filter="fade">
                                      <p:cBhvr>
                                        <p:cTn id="74" dur="500"/>
                                        <p:tgtEl>
                                          <p:spTgt spid="22"/>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 calcmode="lin" valueType="num">
                                      <p:cBhvr>
                                        <p:cTn id="77" dur="500" fill="hold"/>
                                        <p:tgtEl>
                                          <p:spTgt spid="23"/>
                                        </p:tgtEl>
                                        <p:attrNameLst>
                                          <p:attrName>ppt_w</p:attrName>
                                        </p:attrNameLst>
                                      </p:cBhvr>
                                      <p:tavLst>
                                        <p:tav tm="0">
                                          <p:val>
                                            <p:fltVal val="0"/>
                                          </p:val>
                                        </p:tav>
                                        <p:tav tm="100000">
                                          <p:val>
                                            <p:strVal val="#ppt_w"/>
                                          </p:val>
                                        </p:tav>
                                      </p:tavLst>
                                    </p:anim>
                                    <p:anim calcmode="lin" valueType="num">
                                      <p:cBhvr>
                                        <p:cTn id="78" dur="500" fill="hold"/>
                                        <p:tgtEl>
                                          <p:spTgt spid="23"/>
                                        </p:tgtEl>
                                        <p:attrNameLst>
                                          <p:attrName>ppt_h</p:attrName>
                                        </p:attrNameLst>
                                      </p:cBhvr>
                                      <p:tavLst>
                                        <p:tav tm="0">
                                          <p:val>
                                            <p:fltVal val="0"/>
                                          </p:val>
                                        </p:tav>
                                        <p:tav tm="100000">
                                          <p:val>
                                            <p:strVal val="#ppt_h"/>
                                          </p:val>
                                        </p:tav>
                                      </p:tavLst>
                                    </p:anim>
                                    <p:animEffect transition="in" filter="fade">
                                      <p:cBhvr>
                                        <p:cTn id="79" dur="500"/>
                                        <p:tgtEl>
                                          <p:spTgt spid="23"/>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24"/>
                                        </p:tgtEl>
                                        <p:attrNameLst>
                                          <p:attrName>style.visibility</p:attrName>
                                        </p:attrNameLst>
                                      </p:cBhvr>
                                      <p:to>
                                        <p:strVal val="visible"/>
                                      </p:to>
                                    </p:set>
                                    <p:anim calcmode="lin" valueType="num">
                                      <p:cBhvr>
                                        <p:cTn id="82" dur="500" fill="hold"/>
                                        <p:tgtEl>
                                          <p:spTgt spid="24"/>
                                        </p:tgtEl>
                                        <p:attrNameLst>
                                          <p:attrName>ppt_w</p:attrName>
                                        </p:attrNameLst>
                                      </p:cBhvr>
                                      <p:tavLst>
                                        <p:tav tm="0">
                                          <p:val>
                                            <p:fltVal val="0"/>
                                          </p:val>
                                        </p:tav>
                                        <p:tav tm="100000">
                                          <p:val>
                                            <p:strVal val="#ppt_w"/>
                                          </p:val>
                                        </p:tav>
                                      </p:tavLst>
                                    </p:anim>
                                    <p:anim calcmode="lin" valueType="num">
                                      <p:cBhvr>
                                        <p:cTn id="83" dur="500" fill="hold"/>
                                        <p:tgtEl>
                                          <p:spTgt spid="24"/>
                                        </p:tgtEl>
                                        <p:attrNameLst>
                                          <p:attrName>ppt_h</p:attrName>
                                        </p:attrNameLst>
                                      </p:cBhvr>
                                      <p:tavLst>
                                        <p:tav tm="0">
                                          <p:val>
                                            <p:fltVal val="0"/>
                                          </p:val>
                                        </p:tav>
                                        <p:tav tm="100000">
                                          <p:val>
                                            <p:strVal val="#ppt_h"/>
                                          </p:val>
                                        </p:tav>
                                      </p:tavLst>
                                    </p:anim>
                                    <p:animEffect transition="in" filter="fade">
                                      <p:cBhvr>
                                        <p:cTn id="84" dur="500"/>
                                        <p:tgtEl>
                                          <p:spTgt spid="24"/>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25"/>
                                        </p:tgtEl>
                                        <p:attrNameLst>
                                          <p:attrName>style.visibility</p:attrName>
                                        </p:attrNameLst>
                                      </p:cBhvr>
                                      <p:to>
                                        <p:strVal val="visible"/>
                                      </p:to>
                                    </p:set>
                                    <p:anim calcmode="lin" valueType="num">
                                      <p:cBhvr>
                                        <p:cTn id="87" dur="500" fill="hold"/>
                                        <p:tgtEl>
                                          <p:spTgt spid="25"/>
                                        </p:tgtEl>
                                        <p:attrNameLst>
                                          <p:attrName>ppt_w</p:attrName>
                                        </p:attrNameLst>
                                      </p:cBhvr>
                                      <p:tavLst>
                                        <p:tav tm="0">
                                          <p:val>
                                            <p:fltVal val="0"/>
                                          </p:val>
                                        </p:tav>
                                        <p:tav tm="100000">
                                          <p:val>
                                            <p:strVal val="#ppt_w"/>
                                          </p:val>
                                        </p:tav>
                                      </p:tavLst>
                                    </p:anim>
                                    <p:anim calcmode="lin" valueType="num">
                                      <p:cBhvr>
                                        <p:cTn id="88" dur="500" fill="hold"/>
                                        <p:tgtEl>
                                          <p:spTgt spid="25"/>
                                        </p:tgtEl>
                                        <p:attrNameLst>
                                          <p:attrName>ppt_h</p:attrName>
                                        </p:attrNameLst>
                                      </p:cBhvr>
                                      <p:tavLst>
                                        <p:tav tm="0">
                                          <p:val>
                                            <p:fltVal val="0"/>
                                          </p:val>
                                        </p:tav>
                                        <p:tav tm="100000">
                                          <p:val>
                                            <p:strVal val="#ppt_h"/>
                                          </p:val>
                                        </p:tav>
                                      </p:tavLst>
                                    </p:anim>
                                    <p:animEffect transition="in" filter="fade">
                                      <p:cBhvr>
                                        <p:cTn id="89" dur="500"/>
                                        <p:tgtEl>
                                          <p:spTgt spid="25"/>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26"/>
                                        </p:tgtEl>
                                        <p:attrNameLst>
                                          <p:attrName>style.visibility</p:attrName>
                                        </p:attrNameLst>
                                      </p:cBhvr>
                                      <p:to>
                                        <p:strVal val="visible"/>
                                      </p:to>
                                    </p:set>
                                    <p:anim calcmode="lin" valueType="num">
                                      <p:cBhvr>
                                        <p:cTn id="92" dur="500" fill="hold"/>
                                        <p:tgtEl>
                                          <p:spTgt spid="26"/>
                                        </p:tgtEl>
                                        <p:attrNameLst>
                                          <p:attrName>ppt_w</p:attrName>
                                        </p:attrNameLst>
                                      </p:cBhvr>
                                      <p:tavLst>
                                        <p:tav tm="0">
                                          <p:val>
                                            <p:fltVal val="0"/>
                                          </p:val>
                                        </p:tav>
                                        <p:tav tm="100000">
                                          <p:val>
                                            <p:strVal val="#ppt_w"/>
                                          </p:val>
                                        </p:tav>
                                      </p:tavLst>
                                    </p:anim>
                                    <p:anim calcmode="lin" valueType="num">
                                      <p:cBhvr>
                                        <p:cTn id="93" dur="500" fill="hold"/>
                                        <p:tgtEl>
                                          <p:spTgt spid="26"/>
                                        </p:tgtEl>
                                        <p:attrNameLst>
                                          <p:attrName>ppt_h</p:attrName>
                                        </p:attrNameLst>
                                      </p:cBhvr>
                                      <p:tavLst>
                                        <p:tav tm="0">
                                          <p:val>
                                            <p:fltVal val="0"/>
                                          </p:val>
                                        </p:tav>
                                        <p:tav tm="100000">
                                          <p:val>
                                            <p:strVal val="#ppt_h"/>
                                          </p:val>
                                        </p:tav>
                                      </p:tavLst>
                                    </p:anim>
                                    <p:animEffect transition="in" filter="fade">
                                      <p:cBhvr>
                                        <p:cTn id="94" dur="500"/>
                                        <p:tgtEl>
                                          <p:spTgt spid="26"/>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27"/>
                                        </p:tgtEl>
                                        <p:attrNameLst>
                                          <p:attrName>style.visibility</p:attrName>
                                        </p:attrNameLst>
                                      </p:cBhvr>
                                      <p:to>
                                        <p:strVal val="visible"/>
                                      </p:to>
                                    </p:set>
                                    <p:anim calcmode="lin" valueType="num">
                                      <p:cBhvr>
                                        <p:cTn id="97" dur="500" fill="hold"/>
                                        <p:tgtEl>
                                          <p:spTgt spid="27"/>
                                        </p:tgtEl>
                                        <p:attrNameLst>
                                          <p:attrName>ppt_w</p:attrName>
                                        </p:attrNameLst>
                                      </p:cBhvr>
                                      <p:tavLst>
                                        <p:tav tm="0">
                                          <p:val>
                                            <p:fltVal val="0"/>
                                          </p:val>
                                        </p:tav>
                                        <p:tav tm="100000">
                                          <p:val>
                                            <p:strVal val="#ppt_w"/>
                                          </p:val>
                                        </p:tav>
                                      </p:tavLst>
                                    </p:anim>
                                    <p:anim calcmode="lin" valueType="num">
                                      <p:cBhvr>
                                        <p:cTn id="98" dur="500" fill="hold"/>
                                        <p:tgtEl>
                                          <p:spTgt spid="27"/>
                                        </p:tgtEl>
                                        <p:attrNameLst>
                                          <p:attrName>ppt_h</p:attrName>
                                        </p:attrNameLst>
                                      </p:cBhvr>
                                      <p:tavLst>
                                        <p:tav tm="0">
                                          <p:val>
                                            <p:fltVal val="0"/>
                                          </p:val>
                                        </p:tav>
                                        <p:tav tm="100000">
                                          <p:val>
                                            <p:strVal val="#ppt_h"/>
                                          </p:val>
                                        </p:tav>
                                      </p:tavLst>
                                    </p:anim>
                                    <p:animEffect transition="in" filter="fade">
                                      <p:cBhvr>
                                        <p:cTn id="99" dur="500"/>
                                        <p:tgtEl>
                                          <p:spTgt spid="27"/>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28"/>
                                        </p:tgtEl>
                                        <p:attrNameLst>
                                          <p:attrName>style.visibility</p:attrName>
                                        </p:attrNameLst>
                                      </p:cBhvr>
                                      <p:to>
                                        <p:strVal val="visible"/>
                                      </p:to>
                                    </p:set>
                                    <p:anim calcmode="lin" valueType="num">
                                      <p:cBhvr>
                                        <p:cTn id="102" dur="500" fill="hold"/>
                                        <p:tgtEl>
                                          <p:spTgt spid="28"/>
                                        </p:tgtEl>
                                        <p:attrNameLst>
                                          <p:attrName>ppt_w</p:attrName>
                                        </p:attrNameLst>
                                      </p:cBhvr>
                                      <p:tavLst>
                                        <p:tav tm="0">
                                          <p:val>
                                            <p:fltVal val="0"/>
                                          </p:val>
                                        </p:tav>
                                        <p:tav tm="100000">
                                          <p:val>
                                            <p:strVal val="#ppt_w"/>
                                          </p:val>
                                        </p:tav>
                                      </p:tavLst>
                                    </p:anim>
                                    <p:anim calcmode="lin" valueType="num">
                                      <p:cBhvr>
                                        <p:cTn id="103" dur="500" fill="hold"/>
                                        <p:tgtEl>
                                          <p:spTgt spid="28"/>
                                        </p:tgtEl>
                                        <p:attrNameLst>
                                          <p:attrName>ppt_h</p:attrName>
                                        </p:attrNameLst>
                                      </p:cBhvr>
                                      <p:tavLst>
                                        <p:tav tm="0">
                                          <p:val>
                                            <p:fltVal val="0"/>
                                          </p:val>
                                        </p:tav>
                                        <p:tav tm="100000">
                                          <p:val>
                                            <p:strVal val="#ppt_h"/>
                                          </p:val>
                                        </p:tav>
                                      </p:tavLst>
                                    </p:anim>
                                    <p:animEffect transition="in" filter="fade">
                                      <p:cBhvr>
                                        <p:cTn id="10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p:bldP spid="19" grpId="0"/>
      <p:bldP spid="20" grpId="0" animBg="1"/>
      <p:bldP spid="21" grpId="0"/>
      <p:bldP spid="22" grpId="0"/>
      <p:bldP spid="23" grpId="0" animBg="1"/>
      <p:bldP spid="24" grpId="0"/>
      <p:bldP spid="25" grpId="0"/>
      <p:bldP spid="26" grpId="0" animBg="1"/>
      <p:bldP spid="27" grpId="0"/>
      <p:bldP spid="2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1974054" y="1831976"/>
            <a:ext cx="3220246" cy="3717924"/>
            <a:chOff x="2075654" y="2225676"/>
            <a:chExt cx="3220246" cy="3717924"/>
          </a:xfrm>
        </p:grpSpPr>
        <p:grpSp>
          <p:nvGrpSpPr>
            <p:cNvPr id="59" name="组合 58"/>
            <p:cNvGrpSpPr/>
            <p:nvPr/>
          </p:nvGrpSpPr>
          <p:grpSpPr>
            <a:xfrm>
              <a:off x="2075654" y="2314576"/>
              <a:ext cx="3220246" cy="3540124"/>
              <a:chOff x="2075654" y="2314576"/>
              <a:chExt cx="3220246" cy="3095625"/>
            </a:xfrm>
          </p:grpSpPr>
          <p:sp>
            <p:nvSpPr>
              <p:cNvPr id="61" name="矩形: 圆角 36"/>
              <p:cNvSpPr/>
              <p:nvPr/>
            </p:nvSpPr>
            <p:spPr>
              <a:xfrm>
                <a:off x="2181225" y="2314576"/>
                <a:ext cx="3114675" cy="895350"/>
              </a:xfrm>
              <a:custGeom>
                <a:avLst/>
                <a:gdLst>
                  <a:gd name="connsiteX0" fmla="*/ 0 w 2905125"/>
                  <a:gd name="connsiteY0" fmla="*/ 0 h 895350"/>
                  <a:gd name="connsiteX1" fmla="*/ 2457450 w 2905125"/>
                  <a:gd name="connsiteY1" fmla="*/ 0 h 895350"/>
                  <a:gd name="connsiteX2" fmla="*/ 2905125 w 2905125"/>
                  <a:gd name="connsiteY2" fmla="*/ 447675 h 895350"/>
                  <a:gd name="connsiteX3" fmla="*/ 2905125 w 2905125"/>
                  <a:gd name="connsiteY3" fmla="*/ 447675 h 895350"/>
                  <a:gd name="connsiteX4" fmla="*/ 2457450 w 2905125"/>
                  <a:gd name="connsiteY4" fmla="*/ 895350 h 895350"/>
                  <a:gd name="connsiteX5" fmla="*/ 2905125 w 3352800"/>
                  <a:gd name="connsiteY5" fmla="*/ 895350 h 895350"/>
                  <a:gd name="connsiteX6" fmla="*/ 2905125 w 3352800"/>
                  <a:gd name="connsiteY6" fmla="*/ 895350 h 895350"/>
                  <a:gd name="connsiteX7" fmla="*/ 539115 w 3352800"/>
                  <a:gd name="connsiteY7" fmla="*/ 986790 h 9867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5125" h="895350">
                    <a:moveTo>
                      <a:pt x="0" y="0"/>
                    </a:moveTo>
                    <a:lnTo>
                      <a:pt x="2457450" y="0"/>
                    </a:lnTo>
                    <a:cubicBezTo>
                      <a:pt x="2704694" y="0"/>
                      <a:pt x="2905125" y="200431"/>
                      <a:pt x="2905125" y="447675"/>
                    </a:cubicBezTo>
                    <a:lnTo>
                      <a:pt x="2905125" y="447675"/>
                    </a:lnTo>
                    <a:cubicBezTo>
                      <a:pt x="2905125" y="694919"/>
                      <a:pt x="2704694" y="895350"/>
                      <a:pt x="2457450" y="895350"/>
                    </a:cubicBezTo>
                  </a:path>
                </a:pathLst>
              </a:custGeom>
              <a:noFill/>
              <a:ln w="412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圆角 37"/>
              <p:cNvSpPr/>
              <p:nvPr/>
            </p:nvSpPr>
            <p:spPr>
              <a:xfrm>
                <a:off x="2075654" y="3209926"/>
                <a:ext cx="2777327" cy="2200275"/>
              </a:xfrm>
              <a:custGeom>
                <a:avLst/>
                <a:gdLst>
                  <a:gd name="connsiteX0" fmla="*/ 2777327 w 2777327"/>
                  <a:gd name="connsiteY0" fmla="*/ 2200275 h 2200275"/>
                  <a:gd name="connsiteX1" fmla="*/ 261943 w 2777327"/>
                  <a:gd name="connsiteY1" fmla="*/ 2200275 h 2200275"/>
                  <a:gd name="connsiteX2" fmla="*/ 0 w 2777327"/>
                  <a:gd name="connsiteY2" fmla="*/ 1938332 h 2200275"/>
                  <a:gd name="connsiteX3" fmla="*/ 0 w 2777327"/>
                  <a:gd name="connsiteY3" fmla="*/ 261943 h 2200275"/>
                  <a:gd name="connsiteX4" fmla="*/ 261943 w 2777327"/>
                  <a:gd name="connsiteY4" fmla="*/ 0 h 2200275"/>
                  <a:gd name="connsiteX5" fmla="*/ 2592542 w 2777327"/>
                  <a:gd name="connsiteY5" fmla="*/ 2540 h 2200275"/>
                  <a:gd name="connsiteX6" fmla="*/ 2583017 w 3039270"/>
                  <a:gd name="connsiteY6" fmla="*/ 24765 h 2200275"/>
                  <a:gd name="connsiteX7" fmla="*/ 2583017 w 3039270"/>
                  <a:gd name="connsiteY7" fmla="*/ 24765 h 2200275"/>
                  <a:gd name="connsiteX8" fmla="*/ 2583017 w 3039270"/>
                  <a:gd name="connsiteY8" fmla="*/ 24765 h 220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7327" h="2200275">
                    <a:moveTo>
                      <a:pt x="2777327" y="2200275"/>
                    </a:moveTo>
                    <a:lnTo>
                      <a:pt x="261943" y="2200275"/>
                    </a:lnTo>
                    <a:cubicBezTo>
                      <a:pt x="117276" y="2200275"/>
                      <a:pt x="0" y="2082999"/>
                      <a:pt x="0" y="1938332"/>
                    </a:cubicBezTo>
                    <a:lnTo>
                      <a:pt x="0" y="261943"/>
                    </a:lnTo>
                    <a:cubicBezTo>
                      <a:pt x="0" y="117276"/>
                      <a:pt x="117276" y="0"/>
                      <a:pt x="261943" y="0"/>
                    </a:cubicBezTo>
                    <a:lnTo>
                      <a:pt x="2592542" y="2540"/>
                    </a:lnTo>
                  </a:path>
                </a:pathLst>
              </a:custGeom>
              <a:noFill/>
              <a:ln w="412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0" name="椭圆 59"/>
            <p:cNvSpPr/>
            <p:nvPr/>
          </p:nvSpPr>
          <p:spPr>
            <a:xfrm>
              <a:off x="2139950" y="2225676"/>
              <a:ext cx="177800" cy="17780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nvSpPr>
          <p:spPr>
            <a:xfrm>
              <a:off x="4645025" y="3249589"/>
              <a:ext cx="177800" cy="177800"/>
            </a:xfrm>
            <a:prstGeom prst="ellipse">
              <a:avLst/>
            </a:prstGeom>
            <a:noFill/>
            <a:ln w="412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5037928" y="5765800"/>
              <a:ext cx="177800" cy="17780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5" name="椭圆 64"/>
          <p:cNvSpPr/>
          <p:nvPr/>
        </p:nvSpPr>
        <p:spPr>
          <a:xfrm>
            <a:off x="4286250" y="2124075"/>
            <a:ext cx="650078" cy="650078"/>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01</a:t>
            </a:r>
            <a:endParaRPr lang="zh-CN" altLang="en-US"/>
          </a:p>
        </p:txBody>
      </p:sp>
      <p:sp>
        <p:nvSpPr>
          <p:cNvPr id="74" name="文本框 73"/>
          <p:cNvSpPr txBox="1"/>
          <p:nvPr/>
        </p:nvSpPr>
        <p:spPr>
          <a:xfrm>
            <a:off x="2268687" y="3369283"/>
            <a:ext cx="2452538" cy="1756122"/>
          </a:xfrm>
          <a:prstGeom prst="rect">
            <a:avLst/>
          </a:prstGeom>
          <a:noFill/>
        </p:spPr>
        <p:txBody>
          <a:bodyPr wrap="square">
            <a:spAutoFit/>
          </a:bodyPr>
          <a:lstStyle/>
          <a:p>
            <a:pPr algn="just">
              <a:lnSpc>
                <a:spcPct val="130000"/>
              </a:lnSpc>
            </a:pPr>
            <a:r>
              <a:rPr lang="zh-CN" altLang="en-US" sz="1200">
                <a:solidFill>
                  <a:schemeClr val="tx1">
                    <a:lumMod val="50000"/>
                    <a:lumOff val="50000"/>
                  </a:schemeClr>
                </a:solidFill>
                <a:latin typeface="思源宋体 Heavy" panose="02020900000000000000" charset="-122"/>
                <a:ea typeface="思源宋体 Heavy" panose="02020900000000000000" charset="-122"/>
              </a:rPr>
              <a:t>点此输入内容或者复制您的内容在这里，通过复制您的文本后在此框中选择粘贴，并选择只保留文字点此输入内容或者复制您的内容在这里，通过复制您的文本后在此框中选择粘贴，并选择只保留文字</a:t>
            </a:r>
            <a:endParaRPr lang="en-US" altLang="zh-CN" sz="1200">
              <a:solidFill>
                <a:schemeClr val="tx1">
                  <a:lumMod val="50000"/>
                  <a:lumOff val="50000"/>
                </a:schemeClr>
              </a:solidFill>
              <a:latin typeface="思源宋体 Heavy" panose="02020900000000000000" charset="-122"/>
              <a:ea typeface="思源宋体 Heavy" panose="02020900000000000000" charset="-122"/>
            </a:endParaRPr>
          </a:p>
          <a:p>
            <a:pPr algn="just">
              <a:lnSpc>
                <a:spcPct val="130000"/>
              </a:lnSpc>
            </a:pPr>
            <a:endParaRPr lang="en-US" altLang="zh-CN" sz="1200">
              <a:solidFill>
                <a:schemeClr val="tx1">
                  <a:lumMod val="50000"/>
                  <a:lumOff val="50000"/>
                </a:schemeClr>
              </a:solidFill>
              <a:latin typeface="思源宋体 Heavy" panose="02020900000000000000" charset="-122"/>
              <a:ea typeface="思源宋体 Heavy" panose="02020900000000000000" charset="-122"/>
            </a:endParaRPr>
          </a:p>
        </p:txBody>
      </p:sp>
      <p:sp>
        <p:nvSpPr>
          <p:cNvPr id="75" name="文本框 74"/>
          <p:cNvSpPr txBox="1"/>
          <p:nvPr/>
        </p:nvSpPr>
        <p:spPr>
          <a:xfrm>
            <a:off x="2064540" y="2222228"/>
            <a:ext cx="2006848" cy="406650"/>
          </a:xfrm>
          <a:prstGeom prst="rect">
            <a:avLst/>
          </a:prstGeom>
          <a:noFill/>
        </p:spPr>
        <p:txBody>
          <a:bodyPr wrap="square">
            <a:spAutoFit/>
          </a:bodyPr>
          <a:lstStyle/>
          <a:p>
            <a:pPr algn="r">
              <a:lnSpc>
                <a:spcPct val="120000"/>
              </a:lnSpc>
            </a:pPr>
            <a:r>
              <a:rPr lang="zh-CN" altLang="en-US" b="1">
                <a:solidFill>
                  <a:schemeClr val="tx1">
                    <a:lumMod val="75000"/>
                    <a:lumOff val="25000"/>
                  </a:schemeClr>
                </a:solidFill>
                <a:latin typeface="思源宋体 Heavy" panose="02020900000000000000" charset="-122"/>
                <a:ea typeface="思源宋体 Heavy" panose="02020900000000000000" charset="-122"/>
              </a:rPr>
              <a:t>单击输入标题</a:t>
            </a:r>
            <a:endParaRPr lang="en-US" altLang="zh-CN" b="1">
              <a:solidFill>
                <a:schemeClr val="tx1">
                  <a:lumMod val="75000"/>
                  <a:lumOff val="25000"/>
                </a:schemeClr>
              </a:solidFill>
              <a:latin typeface="思源宋体 Heavy" panose="02020900000000000000" charset="-122"/>
              <a:ea typeface="思源宋体 Heavy" panose="02020900000000000000" charset="-122"/>
            </a:endParaRPr>
          </a:p>
        </p:txBody>
      </p:sp>
      <p:grpSp>
        <p:nvGrpSpPr>
          <p:cNvPr id="76" name="组合 75"/>
          <p:cNvGrpSpPr/>
          <p:nvPr/>
        </p:nvGrpSpPr>
        <p:grpSpPr>
          <a:xfrm>
            <a:off x="6793704" y="1831976"/>
            <a:ext cx="3220246" cy="3717924"/>
            <a:chOff x="2075654" y="2225676"/>
            <a:chExt cx="3220246" cy="3717924"/>
          </a:xfrm>
        </p:grpSpPr>
        <p:grpSp>
          <p:nvGrpSpPr>
            <p:cNvPr id="77" name="组合 76"/>
            <p:cNvGrpSpPr/>
            <p:nvPr/>
          </p:nvGrpSpPr>
          <p:grpSpPr>
            <a:xfrm>
              <a:off x="2075654" y="2314576"/>
              <a:ext cx="3220246" cy="3540124"/>
              <a:chOff x="2075654" y="2314576"/>
              <a:chExt cx="3220246" cy="3095625"/>
            </a:xfrm>
          </p:grpSpPr>
          <p:sp>
            <p:nvSpPr>
              <p:cNvPr id="81" name="矩形: 圆角 36"/>
              <p:cNvSpPr/>
              <p:nvPr/>
            </p:nvSpPr>
            <p:spPr>
              <a:xfrm>
                <a:off x="2181225" y="2314576"/>
                <a:ext cx="3114675" cy="895350"/>
              </a:xfrm>
              <a:custGeom>
                <a:avLst/>
                <a:gdLst>
                  <a:gd name="connsiteX0" fmla="*/ 0 w 2905125"/>
                  <a:gd name="connsiteY0" fmla="*/ 0 h 895350"/>
                  <a:gd name="connsiteX1" fmla="*/ 2457450 w 2905125"/>
                  <a:gd name="connsiteY1" fmla="*/ 0 h 895350"/>
                  <a:gd name="connsiteX2" fmla="*/ 2905125 w 2905125"/>
                  <a:gd name="connsiteY2" fmla="*/ 447675 h 895350"/>
                  <a:gd name="connsiteX3" fmla="*/ 2905125 w 2905125"/>
                  <a:gd name="connsiteY3" fmla="*/ 447675 h 895350"/>
                  <a:gd name="connsiteX4" fmla="*/ 2457450 w 2905125"/>
                  <a:gd name="connsiteY4" fmla="*/ 895350 h 895350"/>
                  <a:gd name="connsiteX5" fmla="*/ 2905125 w 3352800"/>
                  <a:gd name="connsiteY5" fmla="*/ 895350 h 895350"/>
                  <a:gd name="connsiteX6" fmla="*/ 2905125 w 3352800"/>
                  <a:gd name="connsiteY6" fmla="*/ 895350 h 895350"/>
                  <a:gd name="connsiteX7" fmla="*/ 539115 w 3352800"/>
                  <a:gd name="connsiteY7" fmla="*/ 986790 h 9867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5125" h="895350">
                    <a:moveTo>
                      <a:pt x="0" y="0"/>
                    </a:moveTo>
                    <a:lnTo>
                      <a:pt x="2457450" y="0"/>
                    </a:lnTo>
                    <a:cubicBezTo>
                      <a:pt x="2704694" y="0"/>
                      <a:pt x="2905125" y="200431"/>
                      <a:pt x="2905125" y="447675"/>
                    </a:cubicBezTo>
                    <a:lnTo>
                      <a:pt x="2905125" y="447675"/>
                    </a:lnTo>
                    <a:cubicBezTo>
                      <a:pt x="2905125" y="694919"/>
                      <a:pt x="2704694" y="895350"/>
                      <a:pt x="2457450" y="895350"/>
                    </a:cubicBezTo>
                  </a:path>
                </a:pathLst>
              </a:custGeom>
              <a:noFill/>
              <a:ln w="412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圆角 37"/>
              <p:cNvSpPr/>
              <p:nvPr/>
            </p:nvSpPr>
            <p:spPr>
              <a:xfrm>
                <a:off x="2075654" y="3209926"/>
                <a:ext cx="2777327" cy="2200275"/>
              </a:xfrm>
              <a:custGeom>
                <a:avLst/>
                <a:gdLst>
                  <a:gd name="connsiteX0" fmla="*/ 2777327 w 2777327"/>
                  <a:gd name="connsiteY0" fmla="*/ 2200275 h 2200275"/>
                  <a:gd name="connsiteX1" fmla="*/ 261943 w 2777327"/>
                  <a:gd name="connsiteY1" fmla="*/ 2200275 h 2200275"/>
                  <a:gd name="connsiteX2" fmla="*/ 0 w 2777327"/>
                  <a:gd name="connsiteY2" fmla="*/ 1938332 h 2200275"/>
                  <a:gd name="connsiteX3" fmla="*/ 0 w 2777327"/>
                  <a:gd name="connsiteY3" fmla="*/ 261943 h 2200275"/>
                  <a:gd name="connsiteX4" fmla="*/ 261943 w 2777327"/>
                  <a:gd name="connsiteY4" fmla="*/ 0 h 2200275"/>
                  <a:gd name="connsiteX5" fmla="*/ 2592542 w 2777327"/>
                  <a:gd name="connsiteY5" fmla="*/ 2540 h 2200275"/>
                  <a:gd name="connsiteX6" fmla="*/ 2583017 w 3039270"/>
                  <a:gd name="connsiteY6" fmla="*/ 24765 h 2200275"/>
                  <a:gd name="connsiteX7" fmla="*/ 2583017 w 3039270"/>
                  <a:gd name="connsiteY7" fmla="*/ 24765 h 2200275"/>
                  <a:gd name="connsiteX8" fmla="*/ 2583017 w 3039270"/>
                  <a:gd name="connsiteY8" fmla="*/ 24765 h 220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7327" h="2200275">
                    <a:moveTo>
                      <a:pt x="2777327" y="2200275"/>
                    </a:moveTo>
                    <a:lnTo>
                      <a:pt x="261943" y="2200275"/>
                    </a:lnTo>
                    <a:cubicBezTo>
                      <a:pt x="117276" y="2200275"/>
                      <a:pt x="0" y="2082999"/>
                      <a:pt x="0" y="1938332"/>
                    </a:cubicBezTo>
                    <a:lnTo>
                      <a:pt x="0" y="261943"/>
                    </a:lnTo>
                    <a:cubicBezTo>
                      <a:pt x="0" y="117276"/>
                      <a:pt x="117276" y="0"/>
                      <a:pt x="261943" y="0"/>
                    </a:cubicBezTo>
                    <a:lnTo>
                      <a:pt x="2592542" y="2540"/>
                    </a:lnTo>
                  </a:path>
                </a:pathLst>
              </a:custGeom>
              <a:noFill/>
              <a:ln w="412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8" name="椭圆 77"/>
            <p:cNvSpPr/>
            <p:nvPr/>
          </p:nvSpPr>
          <p:spPr>
            <a:xfrm>
              <a:off x="2139950" y="2225676"/>
              <a:ext cx="177800" cy="177800"/>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nvSpPr>
          <p:spPr>
            <a:xfrm>
              <a:off x="4645025" y="3249589"/>
              <a:ext cx="177800" cy="177800"/>
            </a:xfrm>
            <a:prstGeom prst="ellipse">
              <a:avLst/>
            </a:prstGeom>
            <a:noFill/>
            <a:ln w="412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a:off x="5037928" y="5765800"/>
              <a:ext cx="177800" cy="177800"/>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3" name="椭圆 82"/>
          <p:cNvSpPr/>
          <p:nvPr/>
        </p:nvSpPr>
        <p:spPr>
          <a:xfrm>
            <a:off x="9105900" y="2124075"/>
            <a:ext cx="650078" cy="650078"/>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02</a:t>
            </a:r>
            <a:endParaRPr lang="zh-CN" altLang="en-US"/>
          </a:p>
        </p:txBody>
      </p:sp>
      <p:sp>
        <p:nvSpPr>
          <p:cNvPr id="84" name="文本框 83"/>
          <p:cNvSpPr txBox="1"/>
          <p:nvPr/>
        </p:nvSpPr>
        <p:spPr>
          <a:xfrm>
            <a:off x="7088337" y="3369283"/>
            <a:ext cx="2452538" cy="1756122"/>
          </a:xfrm>
          <a:prstGeom prst="rect">
            <a:avLst/>
          </a:prstGeom>
          <a:noFill/>
        </p:spPr>
        <p:txBody>
          <a:bodyPr wrap="square">
            <a:spAutoFit/>
          </a:bodyPr>
          <a:lstStyle/>
          <a:p>
            <a:pPr algn="just">
              <a:lnSpc>
                <a:spcPct val="130000"/>
              </a:lnSpc>
            </a:pPr>
            <a:r>
              <a:rPr lang="zh-CN" altLang="en-US" sz="1200">
                <a:solidFill>
                  <a:schemeClr val="tx1">
                    <a:lumMod val="50000"/>
                    <a:lumOff val="50000"/>
                  </a:schemeClr>
                </a:solidFill>
                <a:latin typeface="思源宋体 Heavy" panose="02020900000000000000" charset="-122"/>
                <a:ea typeface="思源宋体 Heavy" panose="02020900000000000000" charset="-122"/>
              </a:rPr>
              <a:t>点此输入内容或者复制您的内容在这里，通过复制您的文本后在此框中选择粘贴，并选择只保留文字点此输入内容或者复制您的内容在这里，通过复制您的文本后在此框中选择粘贴，并选择只保留文字</a:t>
            </a:r>
            <a:endParaRPr lang="en-US" altLang="zh-CN" sz="1200">
              <a:solidFill>
                <a:schemeClr val="tx1">
                  <a:lumMod val="50000"/>
                  <a:lumOff val="50000"/>
                </a:schemeClr>
              </a:solidFill>
              <a:latin typeface="思源宋体 Heavy" panose="02020900000000000000" charset="-122"/>
              <a:ea typeface="思源宋体 Heavy" panose="02020900000000000000" charset="-122"/>
            </a:endParaRPr>
          </a:p>
          <a:p>
            <a:pPr algn="just">
              <a:lnSpc>
                <a:spcPct val="130000"/>
              </a:lnSpc>
            </a:pPr>
            <a:endParaRPr lang="en-US" altLang="zh-CN" sz="1200">
              <a:solidFill>
                <a:schemeClr val="tx1">
                  <a:lumMod val="50000"/>
                  <a:lumOff val="50000"/>
                </a:schemeClr>
              </a:solidFill>
              <a:latin typeface="思源宋体 Heavy" panose="02020900000000000000" charset="-122"/>
              <a:ea typeface="思源宋体 Heavy" panose="02020900000000000000" charset="-122"/>
            </a:endParaRPr>
          </a:p>
        </p:txBody>
      </p:sp>
      <p:sp>
        <p:nvSpPr>
          <p:cNvPr id="85" name="文本框 84"/>
          <p:cNvSpPr txBox="1"/>
          <p:nvPr/>
        </p:nvSpPr>
        <p:spPr>
          <a:xfrm>
            <a:off x="6884190" y="2222228"/>
            <a:ext cx="2006848" cy="406650"/>
          </a:xfrm>
          <a:prstGeom prst="rect">
            <a:avLst/>
          </a:prstGeom>
          <a:noFill/>
        </p:spPr>
        <p:txBody>
          <a:bodyPr wrap="square">
            <a:spAutoFit/>
          </a:bodyPr>
          <a:lstStyle/>
          <a:p>
            <a:pPr algn="r">
              <a:lnSpc>
                <a:spcPct val="120000"/>
              </a:lnSpc>
            </a:pPr>
            <a:r>
              <a:rPr lang="zh-CN" altLang="en-US" b="1">
                <a:solidFill>
                  <a:schemeClr val="tx1">
                    <a:lumMod val="75000"/>
                    <a:lumOff val="25000"/>
                  </a:schemeClr>
                </a:solidFill>
                <a:latin typeface="思源宋体 Heavy" panose="02020900000000000000" charset="-122"/>
                <a:ea typeface="思源宋体 Heavy" panose="02020900000000000000" charset="-122"/>
              </a:rPr>
              <a:t>单击输入标题</a:t>
            </a:r>
            <a:endParaRPr lang="en-US" altLang="zh-CN" b="1">
              <a:solidFill>
                <a:schemeClr val="tx1">
                  <a:lumMod val="75000"/>
                  <a:lumOff val="25000"/>
                </a:schemeClr>
              </a:solidFill>
              <a:latin typeface="思源宋体 Heavy" panose="02020900000000000000" charset="-122"/>
              <a:ea typeface="思源宋体 Heavy" panose="02020900000000000000" charset="-122"/>
            </a:endParaRPr>
          </a:p>
        </p:txBody>
      </p:sp>
      <p:sp>
        <p:nvSpPr>
          <p:cNvPr id="86" name="任意多边形: 形状 85"/>
          <p:cNvSpPr/>
          <p:nvPr/>
        </p:nvSpPr>
        <p:spPr>
          <a:xfrm>
            <a:off x="0" y="5147175"/>
            <a:ext cx="12192000" cy="1710825"/>
          </a:xfrm>
          <a:custGeom>
            <a:avLst/>
            <a:gdLst>
              <a:gd name="connsiteX0" fmla="*/ 0 w 12192000"/>
              <a:gd name="connsiteY0" fmla="*/ 0 h 1710825"/>
              <a:gd name="connsiteX1" fmla="*/ 159427 w 12192000"/>
              <a:gd name="connsiteY1" fmla="*/ 108736 h 1710825"/>
              <a:gd name="connsiteX2" fmla="*/ 6096000 w 12192000"/>
              <a:gd name="connsiteY2" fmla="*/ 1548601 h 1710825"/>
              <a:gd name="connsiteX3" fmla="*/ 12032574 w 12192000"/>
              <a:gd name="connsiteY3" fmla="*/ 108736 h 1710825"/>
              <a:gd name="connsiteX4" fmla="*/ 12192000 w 12192000"/>
              <a:gd name="connsiteY4" fmla="*/ 0 h 1710825"/>
              <a:gd name="connsiteX5" fmla="*/ 12192000 w 12192000"/>
              <a:gd name="connsiteY5" fmla="*/ 1710825 h 1710825"/>
              <a:gd name="connsiteX6" fmla="*/ 0 w 12192000"/>
              <a:gd name="connsiteY6" fmla="*/ 1710825 h 171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710825">
                <a:moveTo>
                  <a:pt x="0" y="0"/>
                </a:moveTo>
                <a:lnTo>
                  <a:pt x="159427" y="108736"/>
                </a:lnTo>
                <a:cubicBezTo>
                  <a:pt x="1525844" y="984151"/>
                  <a:pt x="3676723" y="1548601"/>
                  <a:pt x="6096000" y="1548601"/>
                </a:cubicBezTo>
                <a:cubicBezTo>
                  <a:pt x="8515278" y="1548601"/>
                  <a:pt x="10666157" y="984151"/>
                  <a:pt x="12032574" y="108736"/>
                </a:cubicBezTo>
                <a:lnTo>
                  <a:pt x="12192000" y="0"/>
                </a:lnTo>
                <a:lnTo>
                  <a:pt x="12192000" y="1710825"/>
                </a:lnTo>
                <a:lnTo>
                  <a:pt x="0" y="1710825"/>
                </a:ln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grpSp>
        <p:nvGrpSpPr>
          <p:cNvPr id="5" name="组合 4"/>
          <p:cNvGrpSpPr/>
          <p:nvPr/>
        </p:nvGrpSpPr>
        <p:grpSpPr>
          <a:xfrm>
            <a:off x="193291" y="317173"/>
            <a:ext cx="5179768" cy="871755"/>
            <a:chOff x="193291" y="317173"/>
            <a:chExt cx="5179768" cy="871755"/>
          </a:xfrm>
        </p:grpSpPr>
        <p:sp>
          <p:nvSpPr>
            <p:cNvPr id="6" name="文本框 5"/>
            <p:cNvSpPr txBox="1"/>
            <p:nvPr/>
          </p:nvSpPr>
          <p:spPr>
            <a:xfrm>
              <a:off x="1059985" y="357880"/>
              <a:ext cx="4313074" cy="688073"/>
            </a:xfrm>
            <a:prstGeom prst="rect">
              <a:avLst/>
            </a:prstGeom>
            <a:noFill/>
          </p:spPr>
          <p:txBody>
            <a:bodyPr wrap="square" rtlCol="0">
              <a:spAutoFit/>
            </a:bodyPr>
            <a:lstStyle/>
            <a:p>
              <a:pPr lvl="0">
                <a:lnSpc>
                  <a:spcPct val="130000"/>
                </a:lnSpc>
                <a:defRPr/>
              </a:pPr>
              <a:r>
                <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rPr>
                <a:t>选题的背景与意义</a:t>
              </a:r>
              <a:endPar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endParaRPr>
            </a:p>
          </p:txBody>
        </p:sp>
        <p:pic>
          <p:nvPicPr>
            <p:cNvPr id="7" name="图片 6"/>
            <p:cNvPicPr>
              <a:picLocks noChangeAspect="1"/>
            </p:cNvPicPr>
            <p:nvPr/>
          </p:nvPicPr>
          <p:blipFill>
            <a:blip r:embed="rId1">
              <a:duotone>
                <a:schemeClr val="accent1">
                  <a:shade val="45000"/>
                  <a:satMod val="135000"/>
                </a:schemeClr>
                <a:prstClr val="white"/>
              </a:duotone>
              <a:extLst>
                <a:ext uri="{28A0092B-C50C-407E-A947-70E740481C1C}">
                  <a14:useLocalDpi xmlns:a14="http://schemas.microsoft.com/office/drawing/2010/main" val="0"/>
                </a:ext>
              </a:extLst>
            </a:blip>
            <a:srcRect l="24588" t="52000" r="15417" b="10555"/>
            <a:stretch>
              <a:fillRect/>
            </a:stretch>
          </p:blipFill>
          <p:spPr>
            <a:xfrm>
              <a:off x="193291" y="317173"/>
              <a:ext cx="931043" cy="871755"/>
            </a:xfrm>
            <a:prstGeom prst="rect">
              <a:avLst/>
            </a:prstGeom>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barn(inVertical)">
                                      <p:cBhvr>
                                        <p:cTn id="7" dur="500"/>
                                        <p:tgtEl>
                                          <p:spTgt spid="5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5"/>
                                        </p:tgtEl>
                                        <p:attrNameLst>
                                          <p:attrName>style.visibility</p:attrName>
                                        </p:attrNameLst>
                                      </p:cBhvr>
                                      <p:to>
                                        <p:strVal val="visible"/>
                                      </p:to>
                                    </p:set>
                                    <p:animEffect transition="in" filter="barn(inVertical)">
                                      <p:cBhvr>
                                        <p:cTn id="10" dur="500"/>
                                        <p:tgtEl>
                                          <p:spTgt spid="65"/>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74"/>
                                        </p:tgtEl>
                                        <p:attrNameLst>
                                          <p:attrName>style.visibility</p:attrName>
                                        </p:attrNameLst>
                                      </p:cBhvr>
                                      <p:to>
                                        <p:strVal val="visible"/>
                                      </p:to>
                                    </p:set>
                                    <p:animEffect transition="in" filter="barn(inVertical)">
                                      <p:cBhvr>
                                        <p:cTn id="13" dur="500"/>
                                        <p:tgtEl>
                                          <p:spTgt spid="74"/>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75"/>
                                        </p:tgtEl>
                                        <p:attrNameLst>
                                          <p:attrName>style.visibility</p:attrName>
                                        </p:attrNameLst>
                                      </p:cBhvr>
                                      <p:to>
                                        <p:strVal val="visible"/>
                                      </p:to>
                                    </p:set>
                                    <p:animEffect transition="in" filter="barn(inVertical)">
                                      <p:cBhvr>
                                        <p:cTn id="16" dur="500"/>
                                        <p:tgtEl>
                                          <p:spTgt spid="75"/>
                                        </p:tgtEl>
                                      </p:cBhvr>
                                    </p:animEffect>
                                  </p:childTnLst>
                                </p:cTn>
                              </p:par>
                              <p:par>
                                <p:cTn id="17" presetID="16" presetClass="entr" presetSubtype="21" fill="hold" nodeType="withEffect">
                                  <p:stCondLst>
                                    <p:cond delay="0"/>
                                  </p:stCondLst>
                                  <p:childTnLst>
                                    <p:set>
                                      <p:cBhvr>
                                        <p:cTn id="18" dur="1" fill="hold">
                                          <p:stCondLst>
                                            <p:cond delay="0"/>
                                          </p:stCondLst>
                                        </p:cTn>
                                        <p:tgtEl>
                                          <p:spTgt spid="76"/>
                                        </p:tgtEl>
                                        <p:attrNameLst>
                                          <p:attrName>style.visibility</p:attrName>
                                        </p:attrNameLst>
                                      </p:cBhvr>
                                      <p:to>
                                        <p:strVal val="visible"/>
                                      </p:to>
                                    </p:set>
                                    <p:animEffect transition="in" filter="barn(inVertical)">
                                      <p:cBhvr>
                                        <p:cTn id="19" dur="500"/>
                                        <p:tgtEl>
                                          <p:spTgt spid="76"/>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83"/>
                                        </p:tgtEl>
                                        <p:attrNameLst>
                                          <p:attrName>style.visibility</p:attrName>
                                        </p:attrNameLst>
                                      </p:cBhvr>
                                      <p:to>
                                        <p:strVal val="visible"/>
                                      </p:to>
                                    </p:set>
                                    <p:animEffect transition="in" filter="barn(inVertical)">
                                      <p:cBhvr>
                                        <p:cTn id="22" dur="500"/>
                                        <p:tgtEl>
                                          <p:spTgt spid="83"/>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84"/>
                                        </p:tgtEl>
                                        <p:attrNameLst>
                                          <p:attrName>style.visibility</p:attrName>
                                        </p:attrNameLst>
                                      </p:cBhvr>
                                      <p:to>
                                        <p:strVal val="visible"/>
                                      </p:to>
                                    </p:set>
                                    <p:animEffect transition="in" filter="barn(inVertical)">
                                      <p:cBhvr>
                                        <p:cTn id="25" dur="500"/>
                                        <p:tgtEl>
                                          <p:spTgt spid="84"/>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85"/>
                                        </p:tgtEl>
                                        <p:attrNameLst>
                                          <p:attrName>style.visibility</p:attrName>
                                        </p:attrNameLst>
                                      </p:cBhvr>
                                      <p:to>
                                        <p:strVal val="visible"/>
                                      </p:to>
                                    </p:set>
                                    <p:animEffect transition="in" filter="barn(inVertical)">
                                      <p:cBhvr>
                                        <p:cTn id="28" dur="500"/>
                                        <p:tgtEl>
                                          <p:spTgt spid="85"/>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86"/>
                                        </p:tgtEl>
                                        <p:attrNameLst>
                                          <p:attrName>style.visibility</p:attrName>
                                        </p:attrNameLst>
                                      </p:cBhvr>
                                      <p:to>
                                        <p:strVal val="visible"/>
                                      </p:to>
                                    </p:set>
                                    <p:animEffect transition="in" filter="barn(inVertical)">
                                      <p:cBhvr>
                                        <p:cTn id="31"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74" grpId="0"/>
      <p:bldP spid="75" grpId="0"/>
      <p:bldP spid="83" grpId="0" animBg="1"/>
      <p:bldP spid="84" grpId="0"/>
      <p:bldP spid="85" grpId="0"/>
      <p:bldP spid="8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9296225" y="3759617"/>
            <a:ext cx="1695357" cy="1695357"/>
          </a:xfrm>
          <a:prstGeom prst="ellipse">
            <a:avLst/>
          </a:prstGeom>
          <a:solidFill>
            <a:schemeClr val="bg1">
              <a:lumMod val="85000"/>
            </a:schemeClr>
          </a:solidFill>
          <a:ln>
            <a:noFill/>
          </a:ln>
          <a:effectLst>
            <a:outerShdw blurRad="508000" dist="190500" dir="5400000" sx="95000" sy="95000" algn="t" rotWithShape="0">
              <a:schemeClr val="dk1">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4" name="任意多边形: 形状 13"/>
          <p:cNvSpPr/>
          <p:nvPr/>
        </p:nvSpPr>
        <p:spPr>
          <a:xfrm rot="3208502">
            <a:off x="1467104" y="3253233"/>
            <a:ext cx="1708059" cy="2360641"/>
          </a:xfrm>
          <a:custGeom>
            <a:avLst/>
            <a:gdLst>
              <a:gd name="connsiteX0" fmla="*/ 854076 w 1708152"/>
              <a:gd name="connsiteY0" fmla="*/ 0 h 2360771"/>
              <a:gd name="connsiteX1" fmla="*/ 1238886 w 1708152"/>
              <a:gd name="connsiteY1" fmla="*/ 384810 h 2360771"/>
              <a:gd name="connsiteX2" fmla="*/ 1046481 w 1708152"/>
              <a:gd name="connsiteY2" fmla="*/ 384810 h 2360771"/>
              <a:gd name="connsiteX3" fmla="*/ 1046481 w 1708152"/>
              <a:gd name="connsiteY3" fmla="*/ 676266 h 2360771"/>
              <a:gd name="connsiteX4" fmla="*/ 1186521 w 1708152"/>
              <a:gd name="connsiteY4" fmla="*/ 719737 h 2360771"/>
              <a:gd name="connsiteX5" fmla="*/ 1708152 w 1708152"/>
              <a:gd name="connsiteY5" fmla="*/ 1506695 h 2360771"/>
              <a:gd name="connsiteX6" fmla="*/ 854076 w 1708152"/>
              <a:gd name="connsiteY6" fmla="*/ 2360771 h 2360771"/>
              <a:gd name="connsiteX7" fmla="*/ 0 w 1708152"/>
              <a:gd name="connsiteY7" fmla="*/ 1506695 h 2360771"/>
              <a:gd name="connsiteX8" fmla="*/ 521631 w 1708152"/>
              <a:gd name="connsiteY8" fmla="*/ 719737 h 2360771"/>
              <a:gd name="connsiteX9" fmla="*/ 661671 w 1708152"/>
              <a:gd name="connsiteY9" fmla="*/ 676266 h 2360771"/>
              <a:gd name="connsiteX10" fmla="*/ 661671 w 1708152"/>
              <a:gd name="connsiteY10" fmla="*/ 384810 h 2360771"/>
              <a:gd name="connsiteX11" fmla="*/ 469266 w 1708152"/>
              <a:gd name="connsiteY11" fmla="*/ 384810 h 2360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08152" h="2360771">
                <a:moveTo>
                  <a:pt x="854076" y="0"/>
                </a:moveTo>
                <a:lnTo>
                  <a:pt x="1238886" y="384810"/>
                </a:lnTo>
                <a:lnTo>
                  <a:pt x="1046481" y="384810"/>
                </a:lnTo>
                <a:lnTo>
                  <a:pt x="1046481" y="676266"/>
                </a:lnTo>
                <a:lnTo>
                  <a:pt x="1186521" y="719737"/>
                </a:lnTo>
                <a:cubicBezTo>
                  <a:pt x="1493062" y="849393"/>
                  <a:pt x="1708152" y="1152925"/>
                  <a:pt x="1708152" y="1506695"/>
                </a:cubicBezTo>
                <a:cubicBezTo>
                  <a:pt x="1708152" y="1978388"/>
                  <a:pt x="1325769" y="2360771"/>
                  <a:pt x="854076" y="2360771"/>
                </a:cubicBezTo>
                <a:cubicBezTo>
                  <a:pt x="382383" y="2360771"/>
                  <a:pt x="0" y="1978388"/>
                  <a:pt x="0" y="1506695"/>
                </a:cubicBezTo>
                <a:cubicBezTo>
                  <a:pt x="0" y="1152925"/>
                  <a:pt x="215090" y="849393"/>
                  <a:pt x="521631" y="719737"/>
                </a:cubicBezTo>
                <a:lnTo>
                  <a:pt x="661671" y="676266"/>
                </a:lnTo>
                <a:lnTo>
                  <a:pt x="661671" y="384810"/>
                </a:lnTo>
                <a:lnTo>
                  <a:pt x="469266" y="384810"/>
                </a:lnTo>
                <a:close/>
              </a:path>
            </a:pathLst>
          </a:custGeom>
          <a:gradFill>
            <a:gsLst>
              <a:gs pos="0">
                <a:schemeClr val="accent1">
                  <a:alpha val="16000"/>
                </a:schemeClr>
              </a:gs>
              <a:gs pos="100000">
                <a:schemeClr val="accent1">
                  <a:alpha val="0"/>
                </a:schemeClr>
              </a:gs>
            </a:gsLst>
            <a:lin ang="5400000" scaled="1"/>
          </a:gradFill>
          <a:ln w="12700" cap="flat" cmpd="sng" algn="ctr">
            <a:gradFill>
              <a:gsLst>
                <a:gs pos="0">
                  <a:schemeClr val="accent1">
                    <a:alpha val="56000"/>
                  </a:schemeClr>
                </a:gs>
                <a:gs pos="100000">
                  <a:schemeClr val="accent1">
                    <a:alpha val="0"/>
                  </a:schemeClr>
                </a:gs>
              </a:gsLst>
              <a:lin ang="5400000" scaled="1"/>
            </a:gradFill>
            <a:prstDash val="solid"/>
            <a:miter lim="800000"/>
          </a:ln>
          <a:effectLst/>
        </p:spPr>
        <p:txBody>
          <a:bodyPr rot="0" spcFirstLastPara="0" vertOverflow="overflow" horzOverflow="overflow" vert="horz" wrap="square" lIns="91435" tIns="45718" rIns="91435" bIns="45718" numCol="1" spcCol="0" rtlCol="0" fromWordArt="0" anchor="ctr" anchorCtr="0" forceAA="0" compatLnSpc="1">
            <a:noAutofit/>
          </a:bodyPr>
          <a:lstStyle/>
          <a:p>
            <a:pPr algn="ctr"/>
            <a:endParaRPr lang="zh-CN" altLang="en-US" sz="1800" kern="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5" name="任意多边形: 形状 14"/>
          <p:cNvSpPr/>
          <p:nvPr/>
        </p:nvSpPr>
        <p:spPr>
          <a:xfrm rot="3208502">
            <a:off x="5515007" y="3253233"/>
            <a:ext cx="1708059" cy="2360641"/>
          </a:xfrm>
          <a:custGeom>
            <a:avLst/>
            <a:gdLst>
              <a:gd name="connsiteX0" fmla="*/ 854076 w 1708152"/>
              <a:gd name="connsiteY0" fmla="*/ 0 h 2360771"/>
              <a:gd name="connsiteX1" fmla="*/ 1238886 w 1708152"/>
              <a:gd name="connsiteY1" fmla="*/ 384810 h 2360771"/>
              <a:gd name="connsiteX2" fmla="*/ 1046481 w 1708152"/>
              <a:gd name="connsiteY2" fmla="*/ 384810 h 2360771"/>
              <a:gd name="connsiteX3" fmla="*/ 1046481 w 1708152"/>
              <a:gd name="connsiteY3" fmla="*/ 676266 h 2360771"/>
              <a:gd name="connsiteX4" fmla="*/ 1186521 w 1708152"/>
              <a:gd name="connsiteY4" fmla="*/ 719737 h 2360771"/>
              <a:gd name="connsiteX5" fmla="*/ 1708152 w 1708152"/>
              <a:gd name="connsiteY5" fmla="*/ 1506695 h 2360771"/>
              <a:gd name="connsiteX6" fmla="*/ 854076 w 1708152"/>
              <a:gd name="connsiteY6" fmla="*/ 2360771 h 2360771"/>
              <a:gd name="connsiteX7" fmla="*/ 0 w 1708152"/>
              <a:gd name="connsiteY7" fmla="*/ 1506695 h 2360771"/>
              <a:gd name="connsiteX8" fmla="*/ 521631 w 1708152"/>
              <a:gd name="connsiteY8" fmla="*/ 719737 h 2360771"/>
              <a:gd name="connsiteX9" fmla="*/ 661671 w 1708152"/>
              <a:gd name="connsiteY9" fmla="*/ 676266 h 2360771"/>
              <a:gd name="connsiteX10" fmla="*/ 661671 w 1708152"/>
              <a:gd name="connsiteY10" fmla="*/ 384810 h 2360771"/>
              <a:gd name="connsiteX11" fmla="*/ 469266 w 1708152"/>
              <a:gd name="connsiteY11" fmla="*/ 384810 h 2360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08152" h="2360771">
                <a:moveTo>
                  <a:pt x="854076" y="0"/>
                </a:moveTo>
                <a:lnTo>
                  <a:pt x="1238886" y="384810"/>
                </a:lnTo>
                <a:lnTo>
                  <a:pt x="1046481" y="384810"/>
                </a:lnTo>
                <a:lnTo>
                  <a:pt x="1046481" y="676266"/>
                </a:lnTo>
                <a:lnTo>
                  <a:pt x="1186521" y="719737"/>
                </a:lnTo>
                <a:cubicBezTo>
                  <a:pt x="1493062" y="849393"/>
                  <a:pt x="1708152" y="1152925"/>
                  <a:pt x="1708152" y="1506695"/>
                </a:cubicBezTo>
                <a:cubicBezTo>
                  <a:pt x="1708152" y="1978388"/>
                  <a:pt x="1325769" y="2360771"/>
                  <a:pt x="854076" y="2360771"/>
                </a:cubicBezTo>
                <a:cubicBezTo>
                  <a:pt x="382383" y="2360771"/>
                  <a:pt x="0" y="1978388"/>
                  <a:pt x="0" y="1506695"/>
                </a:cubicBezTo>
                <a:cubicBezTo>
                  <a:pt x="0" y="1152925"/>
                  <a:pt x="215090" y="849393"/>
                  <a:pt x="521631" y="719737"/>
                </a:cubicBezTo>
                <a:lnTo>
                  <a:pt x="661671" y="676266"/>
                </a:lnTo>
                <a:lnTo>
                  <a:pt x="661671" y="384810"/>
                </a:lnTo>
                <a:lnTo>
                  <a:pt x="469266" y="384810"/>
                </a:lnTo>
                <a:close/>
              </a:path>
            </a:pathLst>
          </a:custGeom>
          <a:gradFill>
            <a:gsLst>
              <a:gs pos="0">
                <a:schemeClr val="accent1">
                  <a:alpha val="16000"/>
                </a:schemeClr>
              </a:gs>
              <a:gs pos="100000">
                <a:schemeClr val="accent1">
                  <a:alpha val="0"/>
                </a:schemeClr>
              </a:gs>
            </a:gsLst>
            <a:lin ang="5400000" scaled="1"/>
          </a:gradFill>
          <a:ln w="12700" cap="flat" cmpd="sng" algn="ctr">
            <a:gradFill>
              <a:gsLst>
                <a:gs pos="0">
                  <a:schemeClr val="accent1">
                    <a:alpha val="56000"/>
                  </a:schemeClr>
                </a:gs>
                <a:gs pos="100000">
                  <a:schemeClr val="accent1">
                    <a:alpha val="0"/>
                  </a:schemeClr>
                </a:gs>
              </a:gsLst>
              <a:lin ang="5400000" scaled="1"/>
            </a:gradFill>
            <a:prstDash val="solid"/>
            <a:miter lim="800000"/>
          </a:ln>
          <a:effectLst/>
        </p:spPr>
        <p:txBody>
          <a:bodyPr rot="0" spcFirstLastPara="0" vertOverflow="overflow" horzOverflow="overflow" vert="horz" wrap="square" lIns="91435" tIns="45718" rIns="91435" bIns="45718" numCol="1" spcCol="0" rtlCol="0" fromWordArt="0" anchor="ctr" anchorCtr="0" forceAA="0" compatLnSpc="1">
            <a:noAutofit/>
          </a:bodyPr>
          <a:lstStyle/>
          <a:p>
            <a:pPr algn="ctr"/>
            <a:endParaRPr lang="zh-CN" altLang="en-US" sz="1800" kern="0">
              <a:latin typeface="思源宋体 Heavy" panose="02020900000000000000" charset="-122"/>
              <a:ea typeface="思源宋体 Heavy" panose="02020900000000000000" charset="-122"/>
              <a:sym typeface="+mn-lt"/>
            </a:endParaRPr>
          </a:p>
        </p:txBody>
      </p:sp>
      <p:sp>
        <p:nvSpPr>
          <p:cNvPr id="6" name="任意多边形: 形状 15"/>
          <p:cNvSpPr/>
          <p:nvPr/>
        </p:nvSpPr>
        <p:spPr>
          <a:xfrm rot="18391498" flipV="1">
            <a:off x="3463065" y="2212711"/>
            <a:ext cx="1708059" cy="2360641"/>
          </a:xfrm>
          <a:custGeom>
            <a:avLst/>
            <a:gdLst>
              <a:gd name="connsiteX0" fmla="*/ 854076 w 1708152"/>
              <a:gd name="connsiteY0" fmla="*/ 0 h 2360771"/>
              <a:gd name="connsiteX1" fmla="*/ 1238886 w 1708152"/>
              <a:gd name="connsiteY1" fmla="*/ 384810 h 2360771"/>
              <a:gd name="connsiteX2" fmla="*/ 1046481 w 1708152"/>
              <a:gd name="connsiteY2" fmla="*/ 384810 h 2360771"/>
              <a:gd name="connsiteX3" fmla="*/ 1046481 w 1708152"/>
              <a:gd name="connsiteY3" fmla="*/ 676266 h 2360771"/>
              <a:gd name="connsiteX4" fmla="*/ 1186521 w 1708152"/>
              <a:gd name="connsiteY4" fmla="*/ 719737 h 2360771"/>
              <a:gd name="connsiteX5" fmla="*/ 1708152 w 1708152"/>
              <a:gd name="connsiteY5" fmla="*/ 1506695 h 2360771"/>
              <a:gd name="connsiteX6" fmla="*/ 854076 w 1708152"/>
              <a:gd name="connsiteY6" fmla="*/ 2360771 h 2360771"/>
              <a:gd name="connsiteX7" fmla="*/ 0 w 1708152"/>
              <a:gd name="connsiteY7" fmla="*/ 1506695 h 2360771"/>
              <a:gd name="connsiteX8" fmla="*/ 521631 w 1708152"/>
              <a:gd name="connsiteY8" fmla="*/ 719737 h 2360771"/>
              <a:gd name="connsiteX9" fmla="*/ 661671 w 1708152"/>
              <a:gd name="connsiteY9" fmla="*/ 676266 h 2360771"/>
              <a:gd name="connsiteX10" fmla="*/ 661671 w 1708152"/>
              <a:gd name="connsiteY10" fmla="*/ 384810 h 2360771"/>
              <a:gd name="connsiteX11" fmla="*/ 469266 w 1708152"/>
              <a:gd name="connsiteY11" fmla="*/ 384810 h 2360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08152" h="2360771">
                <a:moveTo>
                  <a:pt x="854076" y="0"/>
                </a:moveTo>
                <a:lnTo>
                  <a:pt x="1238886" y="384810"/>
                </a:lnTo>
                <a:lnTo>
                  <a:pt x="1046481" y="384810"/>
                </a:lnTo>
                <a:lnTo>
                  <a:pt x="1046481" y="676266"/>
                </a:lnTo>
                <a:lnTo>
                  <a:pt x="1186521" y="719737"/>
                </a:lnTo>
                <a:cubicBezTo>
                  <a:pt x="1493062" y="849393"/>
                  <a:pt x="1708152" y="1152925"/>
                  <a:pt x="1708152" y="1506695"/>
                </a:cubicBezTo>
                <a:cubicBezTo>
                  <a:pt x="1708152" y="1978388"/>
                  <a:pt x="1325769" y="2360771"/>
                  <a:pt x="854076" y="2360771"/>
                </a:cubicBezTo>
                <a:cubicBezTo>
                  <a:pt x="382383" y="2360771"/>
                  <a:pt x="0" y="1978388"/>
                  <a:pt x="0" y="1506695"/>
                </a:cubicBezTo>
                <a:cubicBezTo>
                  <a:pt x="0" y="1152925"/>
                  <a:pt x="215090" y="849393"/>
                  <a:pt x="521631" y="719737"/>
                </a:cubicBezTo>
                <a:lnTo>
                  <a:pt x="661671" y="676266"/>
                </a:lnTo>
                <a:lnTo>
                  <a:pt x="661671" y="384810"/>
                </a:lnTo>
                <a:lnTo>
                  <a:pt x="469266" y="384810"/>
                </a:lnTo>
                <a:close/>
              </a:path>
            </a:pathLst>
          </a:custGeom>
          <a:gradFill>
            <a:gsLst>
              <a:gs pos="0">
                <a:schemeClr val="accent2">
                  <a:alpha val="16000"/>
                </a:schemeClr>
              </a:gs>
              <a:gs pos="100000">
                <a:schemeClr val="accent2">
                  <a:alpha val="0"/>
                </a:schemeClr>
              </a:gs>
            </a:gsLst>
            <a:lin ang="5400000" scaled="1"/>
          </a:gradFill>
          <a:ln w="12700" cap="flat" cmpd="sng" algn="ctr">
            <a:gradFill>
              <a:gsLst>
                <a:gs pos="0">
                  <a:schemeClr val="accent2">
                    <a:alpha val="56000"/>
                  </a:schemeClr>
                </a:gs>
                <a:gs pos="100000">
                  <a:schemeClr val="accent2">
                    <a:alpha val="0"/>
                  </a:schemeClr>
                </a:gs>
              </a:gsLst>
              <a:lin ang="5400000" scaled="1"/>
            </a:gradFill>
            <a:prstDash val="solid"/>
            <a:miter lim="800000"/>
          </a:ln>
          <a:effectLst/>
        </p:spPr>
        <p:txBody>
          <a:bodyPr rot="0" spcFirstLastPara="0" vertOverflow="overflow" horzOverflow="overflow" vert="horz" wrap="square" lIns="91435" tIns="45718" rIns="91435" bIns="45718" numCol="1" spcCol="0" rtlCol="0" fromWordArt="0" anchor="ctr" anchorCtr="0" forceAA="0" compatLnSpc="1">
            <a:noAutofit/>
          </a:bodyPr>
          <a:lstStyle/>
          <a:p>
            <a:pPr algn="ctr"/>
            <a:endParaRPr lang="zh-CN" altLang="en-US" sz="1800" kern="0">
              <a:latin typeface="思源宋体 Heavy" panose="02020900000000000000" charset="-122"/>
              <a:ea typeface="思源宋体 Heavy" panose="02020900000000000000" charset="-122"/>
              <a:sym typeface="+mn-lt"/>
            </a:endParaRPr>
          </a:p>
        </p:txBody>
      </p:sp>
      <p:sp>
        <p:nvSpPr>
          <p:cNvPr id="7" name="任意多边形: 形状 16"/>
          <p:cNvSpPr/>
          <p:nvPr/>
        </p:nvSpPr>
        <p:spPr>
          <a:xfrm rot="18391498" flipV="1">
            <a:off x="7510965" y="2212711"/>
            <a:ext cx="1708059" cy="2360641"/>
          </a:xfrm>
          <a:custGeom>
            <a:avLst/>
            <a:gdLst>
              <a:gd name="connsiteX0" fmla="*/ 854076 w 1708152"/>
              <a:gd name="connsiteY0" fmla="*/ 0 h 2360771"/>
              <a:gd name="connsiteX1" fmla="*/ 1238886 w 1708152"/>
              <a:gd name="connsiteY1" fmla="*/ 384810 h 2360771"/>
              <a:gd name="connsiteX2" fmla="*/ 1046481 w 1708152"/>
              <a:gd name="connsiteY2" fmla="*/ 384810 h 2360771"/>
              <a:gd name="connsiteX3" fmla="*/ 1046481 w 1708152"/>
              <a:gd name="connsiteY3" fmla="*/ 676266 h 2360771"/>
              <a:gd name="connsiteX4" fmla="*/ 1186521 w 1708152"/>
              <a:gd name="connsiteY4" fmla="*/ 719737 h 2360771"/>
              <a:gd name="connsiteX5" fmla="*/ 1708152 w 1708152"/>
              <a:gd name="connsiteY5" fmla="*/ 1506695 h 2360771"/>
              <a:gd name="connsiteX6" fmla="*/ 854076 w 1708152"/>
              <a:gd name="connsiteY6" fmla="*/ 2360771 h 2360771"/>
              <a:gd name="connsiteX7" fmla="*/ 0 w 1708152"/>
              <a:gd name="connsiteY7" fmla="*/ 1506695 h 2360771"/>
              <a:gd name="connsiteX8" fmla="*/ 521631 w 1708152"/>
              <a:gd name="connsiteY8" fmla="*/ 719737 h 2360771"/>
              <a:gd name="connsiteX9" fmla="*/ 661671 w 1708152"/>
              <a:gd name="connsiteY9" fmla="*/ 676266 h 2360771"/>
              <a:gd name="connsiteX10" fmla="*/ 661671 w 1708152"/>
              <a:gd name="connsiteY10" fmla="*/ 384810 h 2360771"/>
              <a:gd name="connsiteX11" fmla="*/ 469266 w 1708152"/>
              <a:gd name="connsiteY11" fmla="*/ 384810 h 2360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08152" h="2360771">
                <a:moveTo>
                  <a:pt x="854076" y="0"/>
                </a:moveTo>
                <a:lnTo>
                  <a:pt x="1238886" y="384810"/>
                </a:lnTo>
                <a:lnTo>
                  <a:pt x="1046481" y="384810"/>
                </a:lnTo>
                <a:lnTo>
                  <a:pt x="1046481" y="676266"/>
                </a:lnTo>
                <a:lnTo>
                  <a:pt x="1186521" y="719737"/>
                </a:lnTo>
                <a:cubicBezTo>
                  <a:pt x="1493062" y="849393"/>
                  <a:pt x="1708152" y="1152925"/>
                  <a:pt x="1708152" y="1506695"/>
                </a:cubicBezTo>
                <a:cubicBezTo>
                  <a:pt x="1708152" y="1978388"/>
                  <a:pt x="1325769" y="2360771"/>
                  <a:pt x="854076" y="2360771"/>
                </a:cubicBezTo>
                <a:cubicBezTo>
                  <a:pt x="382383" y="2360771"/>
                  <a:pt x="0" y="1978388"/>
                  <a:pt x="0" y="1506695"/>
                </a:cubicBezTo>
                <a:cubicBezTo>
                  <a:pt x="0" y="1152925"/>
                  <a:pt x="215090" y="849393"/>
                  <a:pt x="521631" y="719737"/>
                </a:cubicBezTo>
                <a:lnTo>
                  <a:pt x="661671" y="676266"/>
                </a:lnTo>
                <a:lnTo>
                  <a:pt x="661671" y="384810"/>
                </a:lnTo>
                <a:lnTo>
                  <a:pt x="469266" y="384810"/>
                </a:lnTo>
                <a:close/>
              </a:path>
            </a:pathLst>
          </a:custGeom>
          <a:gradFill>
            <a:gsLst>
              <a:gs pos="0">
                <a:schemeClr val="accent2">
                  <a:alpha val="16000"/>
                </a:schemeClr>
              </a:gs>
              <a:gs pos="100000">
                <a:schemeClr val="accent2">
                  <a:alpha val="0"/>
                </a:schemeClr>
              </a:gs>
            </a:gsLst>
            <a:lin ang="5400000" scaled="1"/>
          </a:gradFill>
          <a:ln w="12700" cap="flat" cmpd="sng" algn="ctr">
            <a:gradFill>
              <a:gsLst>
                <a:gs pos="0">
                  <a:schemeClr val="accent2">
                    <a:alpha val="56000"/>
                  </a:schemeClr>
                </a:gs>
                <a:gs pos="100000">
                  <a:schemeClr val="accent2">
                    <a:alpha val="0"/>
                  </a:schemeClr>
                </a:gs>
              </a:gsLst>
              <a:lin ang="5400000" scaled="1"/>
            </a:gradFill>
            <a:prstDash val="solid"/>
            <a:miter lim="800000"/>
          </a:ln>
          <a:effectLst/>
        </p:spPr>
        <p:txBody>
          <a:bodyPr rot="0" spcFirstLastPara="0" vertOverflow="overflow" horzOverflow="overflow" vert="horz" wrap="square" lIns="91435" tIns="45718" rIns="91435" bIns="45718" numCol="1" spcCol="0" rtlCol="0" fromWordArt="0" anchor="ctr" anchorCtr="0" forceAA="0" compatLnSpc="1">
            <a:noAutofit/>
          </a:bodyPr>
          <a:lstStyle/>
          <a:p>
            <a:pPr algn="ctr"/>
            <a:endParaRPr lang="zh-CN" altLang="en-US" sz="1800" kern="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8" name="椭圆 7"/>
          <p:cNvSpPr/>
          <p:nvPr/>
        </p:nvSpPr>
        <p:spPr>
          <a:xfrm>
            <a:off x="1303435" y="3862634"/>
            <a:ext cx="1489326" cy="1489326"/>
          </a:xfrm>
          <a:prstGeom prst="ellipse">
            <a:avLst/>
          </a:prstGeom>
          <a:solidFill>
            <a:schemeClr val="bg1"/>
          </a:solidFill>
          <a:ln w="12700" cap="flat" cmpd="sng" algn="ctr">
            <a:noFill/>
            <a:prstDash val="solid"/>
            <a:miter lim="800000"/>
          </a:ln>
          <a:effectLst>
            <a:outerShdw blurRad="127000" dist="38100" dir="2700000" algn="tl" rotWithShape="0">
              <a:schemeClr val="dk1">
                <a:alpha val="30000"/>
              </a:schemeClr>
            </a:outerShdw>
          </a:effectLst>
        </p:spPr>
        <p:txBody>
          <a:bodyPr rtlCol="0" anchor="ctr"/>
          <a:lstStyle/>
          <a:p>
            <a:pPr algn="ctr"/>
            <a:endParaRPr lang="zh-CN" altLang="en-US" sz="1800" kern="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9" name="椭圆 8"/>
          <p:cNvSpPr/>
          <p:nvPr/>
        </p:nvSpPr>
        <p:spPr>
          <a:xfrm>
            <a:off x="1389516" y="3948715"/>
            <a:ext cx="1317163" cy="1317163"/>
          </a:xfrm>
          <a:prstGeom prst="ellipse">
            <a:avLst/>
          </a:prstGeom>
          <a:solidFill>
            <a:schemeClr val="accent1">
              <a:lumMod val="40000"/>
              <a:lumOff val="6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prstClr val="white"/>
                </a:solidFill>
                <a:latin typeface="思源宋体 Heavy" panose="02020900000000000000" charset="-122"/>
                <a:ea typeface="思源宋体 Heavy" panose="02020900000000000000" charset="-122"/>
                <a:cs typeface="Aa楷体" panose="02000500000000000000" pitchFamily="2" charset="-122"/>
                <a:sym typeface="+mn-lt"/>
              </a:rPr>
              <a:t>01</a:t>
            </a:r>
            <a:endParaRPr lang="zh-CN" altLang="en-US" sz="2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0" name="椭圆 9"/>
          <p:cNvSpPr/>
          <p:nvPr/>
        </p:nvSpPr>
        <p:spPr>
          <a:xfrm>
            <a:off x="1448024" y="4007223"/>
            <a:ext cx="1200145" cy="1200145"/>
          </a:xfrm>
          <a:prstGeom prst="ellipse">
            <a:avLst/>
          </a:prstGeom>
          <a:noFill/>
          <a:ln w="12700" cap="flat" cmpd="sng" algn="ctr">
            <a:solidFill>
              <a:schemeClr val="bg1">
                <a:alpha val="50000"/>
              </a:schemeClr>
            </a:solidFill>
            <a:prstDash val="solid"/>
            <a:miter lim="800000"/>
          </a:ln>
          <a:effectLst/>
        </p:spPr>
        <p:txBody>
          <a:bodyPr rtlCol="0" anchor="ctr"/>
          <a:lstStyle/>
          <a:p>
            <a:pPr algn="ctr" defTabSz="914400">
              <a:defRPr/>
            </a:pPr>
            <a:endParaRPr lang="zh-CN" altLang="en-US" sz="1800" kern="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1" name="椭圆 10"/>
          <p:cNvSpPr/>
          <p:nvPr/>
        </p:nvSpPr>
        <p:spPr>
          <a:xfrm>
            <a:off x="3327387" y="2453011"/>
            <a:ext cx="1489326" cy="1489326"/>
          </a:xfrm>
          <a:prstGeom prst="ellipse">
            <a:avLst/>
          </a:prstGeom>
          <a:solidFill>
            <a:schemeClr val="bg1"/>
          </a:solidFill>
          <a:ln w="12700" cap="flat" cmpd="sng" algn="ctr">
            <a:noFill/>
            <a:prstDash val="solid"/>
            <a:miter lim="800000"/>
          </a:ln>
          <a:effectLst>
            <a:outerShdw blurRad="127000" dist="38100" dir="2700000" algn="tl" rotWithShape="0">
              <a:schemeClr val="dk1">
                <a:alpha val="30000"/>
              </a:schemeClr>
            </a:outerShdw>
          </a:effectLst>
        </p:spPr>
        <p:txBody>
          <a:bodyPr rtlCol="0" anchor="ctr"/>
          <a:lstStyle/>
          <a:p>
            <a:pPr algn="ctr"/>
            <a:endParaRPr lang="zh-CN" altLang="en-US" sz="1800" kern="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2" name="椭圆 11"/>
          <p:cNvSpPr/>
          <p:nvPr/>
        </p:nvSpPr>
        <p:spPr>
          <a:xfrm>
            <a:off x="3413468" y="2539092"/>
            <a:ext cx="1317163" cy="1317163"/>
          </a:xfrm>
          <a:prstGeom prst="ellipse">
            <a:avLst/>
          </a:prstGeom>
          <a:solidFill>
            <a:schemeClr val="accent2">
              <a:lumMod val="60000"/>
              <a:lumOff val="4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prstClr val="white"/>
                </a:solidFill>
                <a:latin typeface="思源宋体 Heavy" panose="02020900000000000000" charset="-122"/>
                <a:ea typeface="思源宋体 Heavy" panose="02020900000000000000" charset="-122"/>
                <a:cs typeface="Aa楷体" panose="02000500000000000000" pitchFamily="2" charset="-122"/>
                <a:sym typeface="+mn-lt"/>
              </a:rPr>
              <a:t>02</a:t>
            </a:r>
            <a:endParaRPr lang="zh-CN" altLang="en-US" sz="2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3" name="椭圆 12"/>
          <p:cNvSpPr/>
          <p:nvPr/>
        </p:nvSpPr>
        <p:spPr>
          <a:xfrm>
            <a:off x="3471976" y="2597601"/>
            <a:ext cx="1200145" cy="1200145"/>
          </a:xfrm>
          <a:prstGeom prst="ellipse">
            <a:avLst/>
          </a:prstGeom>
          <a:noFill/>
          <a:ln w="12700" cap="flat" cmpd="sng" algn="ctr">
            <a:solidFill>
              <a:schemeClr val="bg1">
                <a:alpha val="50000"/>
              </a:schemeClr>
            </a:solidFill>
            <a:prstDash val="solid"/>
            <a:miter lim="800000"/>
          </a:ln>
          <a:effectLst/>
        </p:spPr>
        <p:txBody>
          <a:bodyPr rtlCol="0" anchor="ctr"/>
          <a:lstStyle/>
          <a:p>
            <a:pPr algn="ctr" defTabSz="914400">
              <a:defRPr/>
            </a:pPr>
            <a:endParaRPr lang="zh-CN" altLang="en-US" sz="1800" kern="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4" name="椭圆 13"/>
          <p:cNvSpPr/>
          <p:nvPr/>
        </p:nvSpPr>
        <p:spPr>
          <a:xfrm>
            <a:off x="5351339" y="3862634"/>
            <a:ext cx="1489326" cy="1489326"/>
          </a:xfrm>
          <a:prstGeom prst="ellipse">
            <a:avLst/>
          </a:prstGeom>
          <a:solidFill>
            <a:schemeClr val="bg1"/>
          </a:solidFill>
          <a:ln w="12700" cap="flat" cmpd="sng" algn="ctr">
            <a:noFill/>
            <a:prstDash val="solid"/>
            <a:miter lim="800000"/>
          </a:ln>
          <a:effectLst>
            <a:outerShdw blurRad="127000" dist="38100" dir="2700000" algn="tl" rotWithShape="0">
              <a:schemeClr val="dk1">
                <a:alpha val="30000"/>
              </a:schemeClr>
            </a:outerShdw>
          </a:effectLst>
        </p:spPr>
        <p:txBody>
          <a:bodyPr rtlCol="0" anchor="ctr"/>
          <a:lstStyle/>
          <a:p>
            <a:pPr algn="ctr"/>
            <a:endParaRPr lang="zh-CN" altLang="en-US" sz="1800" kern="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5" name="椭圆 14"/>
          <p:cNvSpPr/>
          <p:nvPr/>
        </p:nvSpPr>
        <p:spPr>
          <a:xfrm>
            <a:off x="5437420" y="3948715"/>
            <a:ext cx="1317163" cy="1317163"/>
          </a:xfrm>
          <a:prstGeom prst="ellipse">
            <a:avLst/>
          </a:prstGeom>
          <a:solidFill>
            <a:schemeClr val="accent1">
              <a:lumMod val="40000"/>
              <a:lumOff val="6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prstClr val="white"/>
                </a:solidFill>
                <a:latin typeface="思源宋体 Heavy" panose="02020900000000000000" charset="-122"/>
                <a:ea typeface="思源宋体 Heavy" panose="02020900000000000000" charset="-122"/>
                <a:cs typeface="Aa楷体" panose="02000500000000000000" pitchFamily="2" charset="-122"/>
                <a:sym typeface="+mn-lt"/>
              </a:rPr>
              <a:t>03</a:t>
            </a:r>
            <a:endParaRPr lang="zh-CN" altLang="en-US" sz="2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6" name="椭圆 15"/>
          <p:cNvSpPr/>
          <p:nvPr/>
        </p:nvSpPr>
        <p:spPr>
          <a:xfrm>
            <a:off x="5495928" y="4007223"/>
            <a:ext cx="1200145" cy="1200145"/>
          </a:xfrm>
          <a:prstGeom prst="ellipse">
            <a:avLst/>
          </a:prstGeom>
          <a:noFill/>
          <a:ln w="12700" cap="flat" cmpd="sng" algn="ctr">
            <a:solidFill>
              <a:schemeClr val="bg1">
                <a:alpha val="50000"/>
              </a:schemeClr>
            </a:solidFill>
            <a:prstDash val="solid"/>
            <a:miter lim="800000"/>
          </a:ln>
          <a:effectLst/>
        </p:spPr>
        <p:txBody>
          <a:bodyPr rtlCol="0" anchor="ctr"/>
          <a:lstStyle/>
          <a:p>
            <a:pPr algn="ctr" defTabSz="914400">
              <a:defRPr/>
            </a:pPr>
            <a:endParaRPr lang="zh-CN" altLang="en-US" sz="1800" kern="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7" name="椭圆 16"/>
          <p:cNvSpPr/>
          <p:nvPr/>
        </p:nvSpPr>
        <p:spPr>
          <a:xfrm>
            <a:off x="7375290" y="2453011"/>
            <a:ext cx="1489326" cy="1489326"/>
          </a:xfrm>
          <a:prstGeom prst="ellipse">
            <a:avLst/>
          </a:prstGeom>
          <a:solidFill>
            <a:schemeClr val="bg1"/>
          </a:solidFill>
          <a:ln w="12700" cap="flat" cmpd="sng" algn="ctr">
            <a:noFill/>
            <a:prstDash val="solid"/>
            <a:miter lim="800000"/>
          </a:ln>
          <a:effectLst>
            <a:outerShdw blurRad="127000" dist="38100" dir="2700000" algn="tl" rotWithShape="0">
              <a:schemeClr val="dk1">
                <a:alpha val="30000"/>
              </a:schemeClr>
            </a:outerShdw>
          </a:effectLst>
        </p:spPr>
        <p:txBody>
          <a:bodyPr rtlCol="0" anchor="ctr"/>
          <a:lstStyle/>
          <a:p>
            <a:pPr algn="ctr"/>
            <a:endParaRPr lang="zh-CN" altLang="en-US" sz="1800" kern="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8" name="椭圆 17"/>
          <p:cNvSpPr/>
          <p:nvPr/>
        </p:nvSpPr>
        <p:spPr>
          <a:xfrm>
            <a:off x="7461372" y="2539092"/>
            <a:ext cx="1317163" cy="1317163"/>
          </a:xfrm>
          <a:prstGeom prst="ellipse">
            <a:avLst/>
          </a:prstGeom>
          <a:solidFill>
            <a:schemeClr val="accent2">
              <a:lumMod val="60000"/>
              <a:lumOff val="4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prstClr val="white"/>
                </a:solidFill>
                <a:latin typeface="思源宋体 Heavy" panose="02020900000000000000" charset="-122"/>
                <a:ea typeface="思源宋体 Heavy" panose="02020900000000000000" charset="-122"/>
                <a:cs typeface="Aa楷体" panose="02000500000000000000" pitchFamily="2" charset="-122"/>
                <a:sym typeface="+mn-lt"/>
              </a:rPr>
              <a:t>04</a:t>
            </a:r>
            <a:endParaRPr lang="zh-CN" altLang="en-US" sz="2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9" name="椭圆 18"/>
          <p:cNvSpPr/>
          <p:nvPr/>
        </p:nvSpPr>
        <p:spPr>
          <a:xfrm>
            <a:off x="7519881" y="2597601"/>
            <a:ext cx="1200145" cy="1200145"/>
          </a:xfrm>
          <a:prstGeom prst="ellipse">
            <a:avLst/>
          </a:prstGeom>
          <a:noFill/>
          <a:ln w="12700" cap="flat" cmpd="sng" algn="ctr">
            <a:solidFill>
              <a:schemeClr val="bg1">
                <a:alpha val="50000"/>
              </a:schemeClr>
            </a:solidFill>
            <a:prstDash val="solid"/>
            <a:miter lim="800000"/>
          </a:ln>
          <a:effectLst/>
        </p:spPr>
        <p:txBody>
          <a:bodyPr rtlCol="0" anchor="ctr"/>
          <a:lstStyle/>
          <a:p>
            <a:pPr algn="ctr" defTabSz="914400">
              <a:defRPr/>
            </a:pPr>
            <a:endParaRPr lang="zh-CN" altLang="en-US" sz="1800" kern="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0" name="椭圆 19"/>
          <p:cNvSpPr/>
          <p:nvPr/>
        </p:nvSpPr>
        <p:spPr>
          <a:xfrm>
            <a:off x="9399241" y="3862634"/>
            <a:ext cx="1489326" cy="1489326"/>
          </a:xfrm>
          <a:prstGeom prst="ellipse">
            <a:avLst/>
          </a:prstGeom>
          <a:solidFill>
            <a:schemeClr val="bg1"/>
          </a:solidFill>
          <a:ln w="12700" cap="flat" cmpd="sng" algn="ctr">
            <a:noFill/>
            <a:prstDash val="solid"/>
            <a:miter lim="800000"/>
          </a:ln>
          <a:effectLst>
            <a:outerShdw blurRad="127000" dist="38100" dir="2700000" algn="tl" rotWithShape="0">
              <a:schemeClr val="dk1">
                <a:alpha val="30000"/>
              </a:schemeClr>
            </a:outerShdw>
          </a:effectLst>
        </p:spPr>
        <p:txBody>
          <a:bodyPr rtlCol="0" anchor="ctr"/>
          <a:lstStyle/>
          <a:p>
            <a:pPr algn="ctr"/>
            <a:endParaRPr lang="zh-CN" altLang="en-US" sz="1800" kern="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1" name="椭圆 20"/>
          <p:cNvSpPr/>
          <p:nvPr/>
        </p:nvSpPr>
        <p:spPr>
          <a:xfrm>
            <a:off x="9485323" y="3948715"/>
            <a:ext cx="1317163" cy="1317163"/>
          </a:xfrm>
          <a:prstGeom prst="ellipse">
            <a:avLst/>
          </a:prstGeom>
          <a:solidFill>
            <a:schemeClr val="accent1">
              <a:lumMod val="40000"/>
              <a:lumOff val="6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prstClr val="white"/>
                </a:solidFill>
                <a:latin typeface="思源宋体 Heavy" panose="02020900000000000000" charset="-122"/>
                <a:ea typeface="思源宋体 Heavy" panose="02020900000000000000" charset="-122"/>
                <a:cs typeface="Aa楷体" panose="02000500000000000000" pitchFamily="2" charset="-122"/>
                <a:sym typeface="+mn-lt"/>
              </a:rPr>
              <a:t>05</a:t>
            </a:r>
            <a:endParaRPr lang="zh-CN" altLang="en-US" sz="2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2" name="椭圆 21"/>
          <p:cNvSpPr/>
          <p:nvPr/>
        </p:nvSpPr>
        <p:spPr>
          <a:xfrm>
            <a:off x="9543832" y="4007223"/>
            <a:ext cx="1200145" cy="1200145"/>
          </a:xfrm>
          <a:prstGeom prst="ellipse">
            <a:avLst/>
          </a:prstGeom>
          <a:solidFill>
            <a:schemeClr val="accent1">
              <a:lumMod val="40000"/>
              <a:lumOff val="6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prstClr val="white"/>
                </a:solidFill>
                <a:latin typeface="思源宋体 Heavy" panose="02020900000000000000" charset="-122"/>
                <a:ea typeface="思源宋体 Heavy" panose="02020900000000000000" charset="-122"/>
                <a:sym typeface="+mn-lt"/>
              </a:rPr>
              <a:t>05</a:t>
            </a:r>
            <a:endParaRPr lang="zh-CN" altLang="en-US" sz="2800">
              <a:solidFill>
                <a:prstClr val="white"/>
              </a:solidFill>
              <a:latin typeface="思源宋体 Heavy" panose="02020900000000000000" charset="-122"/>
              <a:ea typeface="思源宋体 Heavy" panose="02020900000000000000" charset="-122"/>
              <a:sym typeface="+mn-lt"/>
            </a:endParaRPr>
          </a:p>
        </p:txBody>
      </p:sp>
      <p:sp>
        <p:nvSpPr>
          <p:cNvPr id="23" name="textcount"/>
          <p:cNvSpPr txBox="1"/>
          <p:nvPr/>
        </p:nvSpPr>
        <p:spPr>
          <a:xfrm>
            <a:off x="1077430" y="2563147"/>
            <a:ext cx="1982106" cy="923330"/>
          </a:xfrm>
          <a:prstGeom prst="rect">
            <a:avLst/>
          </a:prstGeom>
          <a:noFill/>
        </p:spPr>
        <p:txBody>
          <a:bodyPr vert="horz" wrap="square" rtlCol="0">
            <a:spAutoFit/>
          </a:bodyPr>
          <a:lstStyle/>
          <a:p>
            <a:pPr algn="ctr">
              <a:lnSpc>
                <a:spcPct val="150000"/>
              </a:lnSpc>
              <a:defRPr/>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请在此处添加具体内容，文字尽量言简意赅，简单说明即可</a:t>
            </a:r>
            <a:endPar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4" name="文本框 23"/>
          <p:cNvSpPr txBox="1"/>
          <p:nvPr/>
        </p:nvSpPr>
        <p:spPr>
          <a:xfrm>
            <a:off x="1228962" y="2200497"/>
            <a:ext cx="1679041" cy="369204"/>
          </a:xfrm>
          <a:prstGeom prst="rect">
            <a:avLst/>
          </a:prstGeom>
          <a:noFill/>
        </p:spPr>
        <p:txBody>
          <a:bodyPr wrap="square" rtlCol="0" anchor="ctr">
            <a:spAutoFit/>
          </a:bodyPr>
          <a:lstStyle/>
          <a:p>
            <a:pPr algn="ctr">
              <a:defRPr/>
            </a:pPr>
            <a:r>
              <a:rPr lang="zh-CN" altLang="en-US" sz="1800" b="1">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rPr>
              <a:t>点击添加标题</a:t>
            </a:r>
            <a:endParaRPr lang="zh-CN" altLang="en-US" sz="1800" b="1">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5" name="textcount"/>
          <p:cNvSpPr txBox="1"/>
          <p:nvPr/>
        </p:nvSpPr>
        <p:spPr>
          <a:xfrm>
            <a:off x="5173634" y="2563147"/>
            <a:ext cx="1982106" cy="923330"/>
          </a:xfrm>
          <a:prstGeom prst="rect">
            <a:avLst/>
          </a:prstGeom>
          <a:noFill/>
        </p:spPr>
        <p:txBody>
          <a:bodyPr vert="horz" wrap="square" rtlCol="0">
            <a:spAutoFit/>
          </a:bodyPr>
          <a:lstStyle/>
          <a:p>
            <a:pPr algn="ctr">
              <a:lnSpc>
                <a:spcPct val="150000"/>
              </a:lnSpc>
              <a:defRPr/>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请在此处添加具体内容，文字尽量言简意赅，简单说明即可</a:t>
            </a:r>
            <a:endPar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6" name="文本框 25"/>
          <p:cNvSpPr txBox="1"/>
          <p:nvPr/>
        </p:nvSpPr>
        <p:spPr>
          <a:xfrm>
            <a:off x="5325166" y="2200497"/>
            <a:ext cx="1679041" cy="369204"/>
          </a:xfrm>
          <a:prstGeom prst="rect">
            <a:avLst/>
          </a:prstGeom>
          <a:noFill/>
        </p:spPr>
        <p:txBody>
          <a:bodyPr wrap="square" rtlCol="0" anchor="ctr">
            <a:spAutoFit/>
          </a:bodyPr>
          <a:lstStyle/>
          <a:p>
            <a:pPr algn="ctr">
              <a:defRPr/>
            </a:pPr>
            <a:r>
              <a:rPr lang="zh-CN" altLang="en-US" sz="1800" b="1">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rPr>
              <a:t>点击添加标题</a:t>
            </a:r>
            <a:endParaRPr lang="zh-CN" altLang="en-US" sz="1800" b="1">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7" name="textcount"/>
          <p:cNvSpPr txBox="1"/>
          <p:nvPr/>
        </p:nvSpPr>
        <p:spPr>
          <a:xfrm>
            <a:off x="9354491" y="2563147"/>
            <a:ext cx="1982106" cy="923330"/>
          </a:xfrm>
          <a:prstGeom prst="rect">
            <a:avLst/>
          </a:prstGeom>
          <a:noFill/>
        </p:spPr>
        <p:txBody>
          <a:bodyPr vert="horz" wrap="square" rtlCol="0">
            <a:spAutoFit/>
          </a:bodyPr>
          <a:lstStyle/>
          <a:p>
            <a:pPr algn="ctr">
              <a:lnSpc>
                <a:spcPct val="150000"/>
              </a:lnSpc>
              <a:defRPr/>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请在此处添加具体内容，文字尽量言简意赅简单说明即可不必</a:t>
            </a:r>
            <a:endPar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8" name="文本框 27"/>
          <p:cNvSpPr txBox="1"/>
          <p:nvPr/>
        </p:nvSpPr>
        <p:spPr>
          <a:xfrm>
            <a:off x="9506024" y="2200497"/>
            <a:ext cx="1679041" cy="369204"/>
          </a:xfrm>
          <a:prstGeom prst="rect">
            <a:avLst/>
          </a:prstGeom>
          <a:noFill/>
        </p:spPr>
        <p:txBody>
          <a:bodyPr wrap="square" rtlCol="0" anchor="ctr">
            <a:spAutoFit/>
          </a:bodyPr>
          <a:lstStyle/>
          <a:p>
            <a:pPr algn="ctr">
              <a:defRPr/>
            </a:pPr>
            <a:r>
              <a:rPr lang="zh-CN" altLang="en-US" sz="1800" b="1">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rPr>
              <a:t>点击添加标题</a:t>
            </a:r>
            <a:endParaRPr lang="zh-CN" altLang="en-US" sz="1800" b="1">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9" name="textcount"/>
          <p:cNvSpPr txBox="1"/>
          <p:nvPr/>
        </p:nvSpPr>
        <p:spPr>
          <a:xfrm>
            <a:off x="7255610" y="4738358"/>
            <a:ext cx="1982106" cy="923330"/>
          </a:xfrm>
          <a:prstGeom prst="rect">
            <a:avLst/>
          </a:prstGeom>
          <a:noFill/>
        </p:spPr>
        <p:txBody>
          <a:bodyPr vert="horz" wrap="square" rtlCol="0">
            <a:spAutoFit/>
          </a:bodyPr>
          <a:lstStyle/>
          <a:p>
            <a:pPr algn="ctr">
              <a:lnSpc>
                <a:spcPct val="150000"/>
              </a:lnSpc>
              <a:defRPr/>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请在此处添加具体内容，文字尽量言简意赅，简单说明即可</a:t>
            </a:r>
            <a:endPar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30" name="文本框 29"/>
          <p:cNvSpPr txBox="1"/>
          <p:nvPr/>
        </p:nvSpPr>
        <p:spPr>
          <a:xfrm>
            <a:off x="7407142" y="4375708"/>
            <a:ext cx="1679041" cy="369204"/>
          </a:xfrm>
          <a:prstGeom prst="rect">
            <a:avLst/>
          </a:prstGeom>
          <a:noFill/>
        </p:spPr>
        <p:txBody>
          <a:bodyPr wrap="square" rtlCol="0" anchor="ctr">
            <a:spAutoFit/>
          </a:bodyPr>
          <a:lstStyle/>
          <a:p>
            <a:pPr algn="ctr">
              <a:defRPr/>
            </a:pPr>
            <a:r>
              <a:rPr lang="zh-CN" altLang="en-US" sz="1800" b="1">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rPr>
              <a:t>点击添加标题</a:t>
            </a:r>
            <a:endParaRPr lang="zh-CN" altLang="en-US" sz="1800" b="1">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31" name="textcount"/>
          <p:cNvSpPr txBox="1"/>
          <p:nvPr/>
        </p:nvSpPr>
        <p:spPr>
          <a:xfrm>
            <a:off x="3149683" y="4738358"/>
            <a:ext cx="1982106" cy="923330"/>
          </a:xfrm>
          <a:prstGeom prst="rect">
            <a:avLst/>
          </a:prstGeom>
          <a:noFill/>
        </p:spPr>
        <p:txBody>
          <a:bodyPr vert="horz" wrap="square" rtlCol="0">
            <a:spAutoFit/>
          </a:bodyPr>
          <a:lstStyle/>
          <a:p>
            <a:pPr algn="ctr">
              <a:lnSpc>
                <a:spcPct val="150000"/>
              </a:lnSpc>
              <a:defRPr/>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请在此处添加具体内容，文字尽量言简意赅，简单说明即不必过于</a:t>
            </a:r>
            <a:endPar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32" name="文本框 31"/>
          <p:cNvSpPr txBox="1"/>
          <p:nvPr/>
        </p:nvSpPr>
        <p:spPr>
          <a:xfrm>
            <a:off x="3301215" y="4375708"/>
            <a:ext cx="1679041" cy="369204"/>
          </a:xfrm>
          <a:prstGeom prst="rect">
            <a:avLst/>
          </a:prstGeom>
          <a:noFill/>
        </p:spPr>
        <p:txBody>
          <a:bodyPr wrap="square" rtlCol="0" anchor="ctr">
            <a:spAutoFit/>
          </a:bodyPr>
          <a:lstStyle/>
          <a:p>
            <a:pPr algn="ctr">
              <a:defRPr/>
            </a:pPr>
            <a:r>
              <a:rPr lang="zh-CN" altLang="en-US" sz="1800" b="1">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rPr>
              <a:t>点击添加标题</a:t>
            </a:r>
            <a:endParaRPr lang="zh-CN" altLang="en-US" sz="1800" b="1">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grpSp>
        <p:nvGrpSpPr>
          <p:cNvPr id="2" name="组合 1"/>
          <p:cNvGrpSpPr/>
          <p:nvPr/>
        </p:nvGrpSpPr>
        <p:grpSpPr>
          <a:xfrm>
            <a:off x="193291" y="317173"/>
            <a:ext cx="5179768" cy="871755"/>
            <a:chOff x="193291" y="317173"/>
            <a:chExt cx="5179768" cy="871755"/>
          </a:xfrm>
        </p:grpSpPr>
        <p:sp>
          <p:nvSpPr>
            <p:cNvPr id="33" name="文本框 32"/>
            <p:cNvSpPr txBox="1"/>
            <p:nvPr/>
          </p:nvSpPr>
          <p:spPr>
            <a:xfrm>
              <a:off x="1059985" y="357880"/>
              <a:ext cx="4313074" cy="688073"/>
            </a:xfrm>
            <a:prstGeom prst="rect">
              <a:avLst/>
            </a:prstGeom>
            <a:noFill/>
          </p:spPr>
          <p:txBody>
            <a:bodyPr wrap="square" rtlCol="0">
              <a:spAutoFit/>
            </a:bodyPr>
            <a:lstStyle/>
            <a:p>
              <a:pPr lvl="0">
                <a:lnSpc>
                  <a:spcPct val="130000"/>
                </a:lnSpc>
                <a:defRPr/>
              </a:pPr>
              <a:r>
                <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rPr>
                <a:t>选题的背景与意义</a:t>
              </a:r>
              <a:endPar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endParaRPr>
            </a:p>
          </p:txBody>
        </p:sp>
        <p:pic>
          <p:nvPicPr>
            <p:cNvPr id="34" name="图片 33"/>
            <p:cNvPicPr>
              <a:picLocks noChangeAspect="1"/>
            </p:cNvPicPr>
            <p:nvPr/>
          </p:nvPicPr>
          <p:blipFill>
            <a:blip r:embed="rId1">
              <a:duotone>
                <a:schemeClr val="accent1">
                  <a:shade val="45000"/>
                  <a:satMod val="135000"/>
                </a:schemeClr>
                <a:prstClr val="white"/>
              </a:duotone>
              <a:extLst>
                <a:ext uri="{28A0092B-C50C-407E-A947-70E740481C1C}">
                  <a14:useLocalDpi xmlns:a14="http://schemas.microsoft.com/office/drawing/2010/main" val="0"/>
                </a:ext>
              </a:extLst>
            </a:blip>
            <a:srcRect l="24588" t="52000" r="15417" b="10555"/>
            <a:stretch>
              <a:fillRect/>
            </a:stretch>
          </p:blipFill>
          <p:spPr>
            <a:xfrm>
              <a:off x="193291" y="317173"/>
              <a:ext cx="931043" cy="871755"/>
            </a:xfrm>
            <a:prstGeom prst="rect">
              <a:avLst/>
            </a:prstGeom>
          </p:spPr>
        </p:pic>
      </p:gr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anim calcmode="lin" valueType="num">
                                      <p:cBhvr>
                                        <p:cTn id="33" dur="1000" fill="hold"/>
                                        <p:tgtEl>
                                          <p:spTgt spid="8"/>
                                        </p:tgtEl>
                                        <p:attrNameLst>
                                          <p:attrName>ppt_x</p:attrName>
                                        </p:attrNameLst>
                                      </p:cBhvr>
                                      <p:tavLst>
                                        <p:tav tm="0">
                                          <p:val>
                                            <p:strVal val="#ppt_x"/>
                                          </p:val>
                                        </p:tav>
                                        <p:tav tm="100000">
                                          <p:val>
                                            <p:strVal val="#ppt_x"/>
                                          </p:val>
                                        </p:tav>
                                      </p:tavLst>
                                    </p:anim>
                                    <p:anim calcmode="lin" valueType="num">
                                      <p:cBhvr>
                                        <p:cTn id="34" dur="1000" fill="hold"/>
                                        <p:tgtEl>
                                          <p:spTgt spid="8"/>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1000"/>
                                        <p:tgtEl>
                                          <p:spTgt spid="9"/>
                                        </p:tgtEl>
                                      </p:cBhvr>
                                    </p:animEffect>
                                    <p:anim calcmode="lin" valueType="num">
                                      <p:cBhvr>
                                        <p:cTn id="38" dur="1000" fill="hold"/>
                                        <p:tgtEl>
                                          <p:spTgt spid="9"/>
                                        </p:tgtEl>
                                        <p:attrNameLst>
                                          <p:attrName>ppt_x</p:attrName>
                                        </p:attrNameLst>
                                      </p:cBhvr>
                                      <p:tavLst>
                                        <p:tav tm="0">
                                          <p:val>
                                            <p:strVal val="#ppt_x"/>
                                          </p:val>
                                        </p:tav>
                                        <p:tav tm="100000">
                                          <p:val>
                                            <p:strVal val="#ppt_x"/>
                                          </p:val>
                                        </p:tav>
                                      </p:tavLst>
                                    </p:anim>
                                    <p:anim calcmode="lin" valueType="num">
                                      <p:cBhvr>
                                        <p:cTn id="39" dur="1000" fill="hold"/>
                                        <p:tgtEl>
                                          <p:spTgt spid="9"/>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1000"/>
                                        <p:tgtEl>
                                          <p:spTgt spid="11"/>
                                        </p:tgtEl>
                                      </p:cBhvr>
                                    </p:animEffect>
                                    <p:anim calcmode="lin" valueType="num">
                                      <p:cBhvr>
                                        <p:cTn id="48" dur="1000" fill="hold"/>
                                        <p:tgtEl>
                                          <p:spTgt spid="11"/>
                                        </p:tgtEl>
                                        <p:attrNameLst>
                                          <p:attrName>ppt_x</p:attrName>
                                        </p:attrNameLst>
                                      </p:cBhvr>
                                      <p:tavLst>
                                        <p:tav tm="0">
                                          <p:val>
                                            <p:strVal val="#ppt_x"/>
                                          </p:val>
                                        </p:tav>
                                        <p:tav tm="100000">
                                          <p:val>
                                            <p:strVal val="#ppt_x"/>
                                          </p:val>
                                        </p:tav>
                                      </p:tavLst>
                                    </p:anim>
                                    <p:anim calcmode="lin" valueType="num">
                                      <p:cBhvr>
                                        <p:cTn id="49" dur="1000" fill="hold"/>
                                        <p:tgtEl>
                                          <p:spTgt spid="11"/>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1000"/>
                                        <p:tgtEl>
                                          <p:spTgt spid="12"/>
                                        </p:tgtEl>
                                      </p:cBhvr>
                                    </p:animEffect>
                                    <p:anim calcmode="lin" valueType="num">
                                      <p:cBhvr>
                                        <p:cTn id="53" dur="1000" fill="hold"/>
                                        <p:tgtEl>
                                          <p:spTgt spid="12"/>
                                        </p:tgtEl>
                                        <p:attrNameLst>
                                          <p:attrName>ppt_x</p:attrName>
                                        </p:attrNameLst>
                                      </p:cBhvr>
                                      <p:tavLst>
                                        <p:tav tm="0">
                                          <p:val>
                                            <p:strVal val="#ppt_x"/>
                                          </p:val>
                                        </p:tav>
                                        <p:tav tm="100000">
                                          <p:val>
                                            <p:strVal val="#ppt_x"/>
                                          </p:val>
                                        </p:tav>
                                      </p:tavLst>
                                    </p:anim>
                                    <p:anim calcmode="lin" valueType="num">
                                      <p:cBhvr>
                                        <p:cTn id="54" dur="1000" fill="hold"/>
                                        <p:tgtEl>
                                          <p:spTgt spid="12"/>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1000"/>
                                        <p:tgtEl>
                                          <p:spTgt spid="13"/>
                                        </p:tgtEl>
                                      </p:cBhvr>
                                    </p:animEffect>
                                    <p:anim calcmode="lin" valueType="num">
                                      <p:cBhvr>
                                        <p:cTn id="58" dur="1000" fill="hold"/>
                                        <p:tgtEl>
                                          <p:spTgt spid="13"/>
                                        </p:tgtEl>
                                        <p:attrNameLst>
                                          <p:attrName>ppt_x</p:attrName>
                                        </p:attrNameLst>
                                      </p:cBhvr>
                                      <p:tavLst>
                                        <p:tav tm="0">
                                          <p:val>
                                            <p:strVal val="#ppt_x"/>
                                          </p:val>
                                        </p:tav>
                                        <p:tav tm="100000">
                                          <p:val>
                                            <p:strVal val="#ppt_x"/>
                                          </p:val>
                                        </p:tav>
                                      </p:tavLst>
                                    </p:anim>
                                    <p:anim calcmode="lin" valueType="num">
                                      <p:cBhvr>
                                        <p:cTn id="59" dur="1000" fill="hold"/>
                                        <p:tgtEl>
                                          <p:spTgt spid="13"/>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1000"/>
                                        <p:tgtEl>
                                          <p:spTgt spid="14"/>
                                        </p:tgtEl>
                                      </p:cBhvr>
                                    </p:animEffect>
                                    <p:anim calcmode="lin" valueType="num">
                                      <p:cBhvr>
                                        <p:cTn id="63" dur="1000" fill="hold"/>
                                        <p:tgtEl>
                                          <p:spTgt spid="14"/>
                                        </p:tgtEl>
                                        <p:attrNameLst>
                                          <p:attrName>ppt_x</p:attrName>
                                        </p:attrNameLst>
                                      </p:cBhvr>
                                      <p:tavLst>
                                        <p:tav tm="0">
                                          <p:val>
                                            <p:strVal val="#ppt_x"/>
                                          </p:val>
                                        </p:tav>
                                        <p:tav tm="100000">
                                          <p:val>
                                            <p:strVal val="#ppt_x"/>
                                          </p:val>
                                        </p:tav>
                                      </p:tavLst>
                                    </p:anim>
                                    <p:anim calcmode="lin" valueType="num">
                                      <p:cBhvr>
                                        <p:cTn id="64" dur="1000" fill="hold"/>
                                        <p:tgtEl>
                                          <p:spTgt spid="14"/>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1000"/>
                                        <p:tgtEl>
                                          <p:spTgt spid="15"/>
                                        </p:tgtEl>
                                      </p:cBhvr>
                                    </p:animEffect>
                                    <p:anim calcmode="lin" valueType="num">
                                      <p:cBhvr>
                                        <p:cTn id="68" dur="1000" fill="hold"/>
                                        <p:tgtEl>
                                          <p:spTgt spid="15"/>
                                        </p:tgtEl>
                                        <p:attrNameLst>
                                          <p:attrName>ppt_x</p:attrName>
                                        </p:attrNameLst>
                                      </p:cBhvr>
                                      <p:tavLst>
                                        <p:tav tm="0">
                                          <p:val>
                                            <p:strVal val="#ppt_x"/>
                                          </p:val>
                                        </p:tav>
                                        <p:tav tm="100000">
                                          <p:val>
                                            <p:strVal val="#ppt_x"/>
                                          </p:val>
                                        </p:tav>
                                      </p:tavLst>
                                    </p:anim>
                                    <p:anim calcmode="lin" valueType="num">
                                      <p:cBhvr>
                                        <p:cTn id="69" dur="1000" fill="hold"/>
                                        <p:tgtEl>
                                          <p:spTgt spid="15"/>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fade">
                                      <p:cBhvr>
                                        <p:cTn id="72" dur="1000"/>
                                        <p:tgtEl>
                                          <p:spTgt spid="16"/>
                                        </p:tgtEl>
                                      </p:cBhvr>
                                    </p:animEffect>
                                    <p:anim calcmode="lin" valueType="num">
                                      <p:cBhvr>
                                        <p:cTn id="73" dur="1000" fill="hold"/>
                                        <p:tgtEl>
                                          <p:spTgt spid="16"/>
                                        </p:tgtEl>
                                        <p:attrNameLst>
                                          <p:attrName>ppt_x</p:attrName>
                                        </p:attrNameLst>
                                      </p:cBhvr>
                                      <p:tavLst>
                                        <p:tav tm="0">
                                          <p:val>
                                            <p:strVal val="#ppt_x"/>
                                          </p:val>
                                        </p:tav>
                                        <p:tav tm="100000">
                                          <p:val>
                                            <p:strVal val="#ppt_x"/>
                                          </p:val>
                                        </p:tav>
                                      </p:tavLst>
                                    </p:anim>
                                    <p:anim calcmode="lin" valueType="num">
                                      <p:cBhvr>
                                        <p:cTn id="74" dur="1000" fill="hold"/>
                                        <p:tgtEl>
                                          <p:spTgt spid="16"/>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fade">
                                      <p:cBhvr>
                                        <p:cTn id="77" dur="1000"/>
                                        <p:tgtEl>
                                          <p:spTgt spid="17"/>
                                        </p:tgtEl>
                                      </p:cBhvr>
                                    </p:animEffect>
                                    <p:anim calcmode="lin" valueType="num">
                                      <p:cBhvr>
                                        <p:cTn id="78" dur="1000" fill="hold"/>
                                        <p:tgtEl>
                                          <p:spTgt spid="17"/>
                                        </p:tgtEl>
                                        <p:attrNameLst>
                                          <p:attrName>ppt_x</p:attrName>
                                        </p:attrNameLst>
                                      </p:cBhvr>
                                      <p:tavLst>
                                        <p:tav tm="0">
                                          <p:val>
                                            <p:strVal val="#ppt_x"/>
                                          </p:val>
                                        </p:tav>
                                        <p:tav tm="100000">
                                          <p:val>
                                            <p:strVal val="#ppt_x"/>
                                          </p:val>
                                        </p:tav>
                                      </p:tavLst>
                                    </p:anim>
                                    <p:anim calcmode="lin" valueType="num">
                                      <p:cBhvr>
                                        <p:cTn id="79" dur="1000" fill="hold"/>
                                        <p:tgtEl>
                                          <p:spTgt spid="17"/>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8"/>
                                        </p:tgtEl>
                                        <p:attrNameLst>
                                          <p:attrName>style.visibility</p:attrName>
                                        </p:attrNameLst>
                                      </p:cBhvr>
                                      <p:to>
                                        <p:strVal val="visible"/>
                                      </p:to>
                                    </p:set>
                                    <p:animEffect transition="in" filter="fade">
                                      <p:cBhvr>
                                        <p:cTn id="82" dur="1000"/>
                                        <p:tgtEl>
                                          <p:spTgt spid="18"/>
                                        </p:tgtEl>
                                      </p:cBhvr>
                                    </p:animEffect>
                                    <p:anim calcmode="lin" valueType="num">
                                      <p:cBhvr>
                                        <p:cTn id="83" dur="1000" fill="hold"/>
                                        <p:tgtEl>
                                          <p:spTgt spid="18"/>
                                        </p:tgtEl>
                                        <p:attrNameLst>
                                          <p:attrName>ppt_x</p:attrName>
                                        </p:attrNameLst>
                                      </p:cBhvr>
                                      <p:tavLst>
                                        <p:tav tm="0">
                                          <p:val>
                                            <p:strVal val="#ppt_x"/>
                                          </p:val>
                                        </p:tav>
                                        <p:tav tm="100000">
                                          <p:val>
                                            <p:strVal val="#ppt_x"/>
                                          </p:val>
                                        </p:tav>
                                      </p:tavLst>
                                    </p:anim>
                                    <p:anim calcmode="lin" valueType="num">
                                      <p:cBhvr>
                                        <p:cTn id="84" dur="1000" fill="hold"/>
                                        <p:tgtEl>
                                          <p:spTgt spid="18"/>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19"/>
                                        </p:tgtEl>
                                        <p:attrNameLst>
                                          <p:attrName>style.visibility</p:attrName>
                                        </p:attrNameLst>
                                      </p:cBhvr>
                                      <p:to>
                                        <p:strVal val="visible"/>
                                      </p:to>
                                    </p:set>
                                    <p:animEffect transition="in" filter="fade">
                                      <p:cBhvr>
                                        <p:cTn id="87" dur="1000"/>
                                        <p:tgtEl>
                                          <p:spTgt spid="19"/>
                                        </p:tgtEl>
                                      </p:cBhvr>
                                    </p:animEffect>
                                    <p:anim calcmode="lin" valueType="num">
                                      <p:cBhvr>
                                        <p:cTn id="88" dur="1000" fill="hold"/>
                                        <p:tgtEl>
                                          <p:spTgt spid="19"/>
                                        </p:tgtEl>
                                        <p:attrNameLst>
                                          <p:attrName>ppt_x</p:attrName>
                                        </p:attrNameLst>
                                      </p:cBhvr>
                                      <p:tavLst>
                                        <p:tav tm="0">
                                          <p:val>
                                            <p:strVal val="#ppt_x"/>
                                          </p:val>
                                        </p:tav>
                                        <p:tav tm="100000">
                                          <p:val>
                                            <p:strVal val="#ppt_x"/>
                                          </p:val>
                                        </p:tav>
                                      </p:tavLst>
                                    </p:anim>
                                    <p:anim calcmode="lin" valueType="num">
                                      <p:cBhvr>
                                        <p:cTn id="89" dur="1000" fill="hold"/>
                                        <p:tgtEl>
                                          <p:spTgt spid="19"/>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0"/>
                                        </p:tgtEl>
                                        <p:attrNameLst>
                                          <p:attrName>style.visibility</p:attrName>
                                        </p:attrNameLst>
                                      </p:cBhvr>
                                      <p:to>
                                        <p:strVal val="visible"/>
                                      </p:to>
                                    </p:set>
                                    <p:animEffect transition="in" filter="fade">
                                      <p:cBhvr>
                                        <p:cTn id="92" dur="1000"/>
                                        <p:tgtEl>
                                          <p:spTgt spid="20"/>
                                        </p:tgtEl>
                                      </p:cBhvr>
                                    </p:animEffect>
                                    <p:anim calcmode="lin" valueType="num">
                                      <p:cBhvr>
                                        <p:cTn id="93" dur="1000" fill="hold"/>
                                        <p:tgtEl>
                                          <p:spTgt spid="20"/>
                                        </p:tgtEl>
                                        <p:attrNameLst>
                                          <p:attrName>ppt_x</p:attrName>
                                        </p:attrNameLst>
                                      </p:cBhvr>
                                      <p:tavLst>
                                        <p:tav tm="0">
                                          <p:val>
                                            <p:strVal val="#ppt_x"/>
                                          </p:val>
                                        </p:tav>
                                        <p:tav tm="100000">
                                          <p:val>
                                            <p:strVal val="#ppt_x"/>
                                          </p:val>
                                        </p:tav>
                                      </p:tavLst>
                                    </p:anim>
                                    <p:anim calcmode="lin" valueType="num">
                                      <p:cBhvr>
                                        <p:cTn id="94" dur="1000" fill="hold"/>
                                        <p:tgtEl>
                                          <p:spTgt spid="20"/>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1"/>
                                        </p:tgtEl>
                                        <p:attrNameLst>
                                          <p:attrName>style.visibility</p:attrName>
                                        </p:attrNameLst>
                                      </p:cBhvr>
                                      <p:to>
                                        <p:strVal val="visible"/>
                                      </p:to>
                                    </p:set>
                                    <p:animEffect transition="in" filter="fade">
                                      <p:cBhvr>
                                        <p:cTn id="97" dur="1000"/>
                                        <p:tgtEl>
                                          <p:spTgt spid="21"/>
                                        </p:tgtEl>
                                      </p:cBhvr>
                                    </p:animEffect>
                                    <p:anim calcmode="lin" valueType="num">
                                      <p:cBhvr>
                                        <p:cTn id="98" dur="1000" fill="hold"/>
                                        <p:tgtEl>
                                          <p:spTgt spid="21"/>
                                        </p:tgtEl>
                                        <p:attrNameLst>
                                          <p:attrName>ppt_x</p:attrName>
                                        </p:attrNameLst>
                                      </p:cBhvr>
                                      <p:tavLst>
                                        <p:tav tm="0">
                                          <p:val>
                                            <p:strVal val="#ppt_x"/>
                                          </p:val>
                                        </p:tav>
                                        <p:tav tm="100000">
                                          <p:val>
                                            <p:strVal val="#ppt_x"/>
                                          </p:val>
                                        </p:tav>
                                      </p:tavLst>
                                    </p:anim>
                                    <p:anim calcmode="lin" valueType="num">
                                      <p:cBhvr>
                                        <p:cTn id="99" dur="1000" fill="hold"/>
                                        <p:tgtEl>
                                          <p:spTgt spid="21"/>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2"/>
                                        </p:tgtEl>
                                        <p:attrNameLst>
                                          <p:attrName>style.visibility</p:attrName>
                                        </p:attrNameLst>
                                      </p:cBhvr>
                                      <p:to>
                                        <p:strVal val="visible"/>
                                      </p:to>
                                    </p:set>
                                    <p:animEffect transition="in" filter="fade">
                                      <p:cBhvr>
                                        <p:cTn id="102" dur="1000"/>
                                        <p:tgtEl>
                                          <p:spTgt spid="22"/>
                                        </p:tgtEl>
                                      </p:cBhvr>
                                    </p:animEffect>
                                    <p:anim calcmode="lin" valueType="num">
                                      <p:cBhvr>
                                        <p:cTn id="103" dur="1000" fill="hold"/>
                                        <p:tgtEl>
                                          <p:spTgt spid="22"/>
                                        </p:tgtEl>
                                        <p:attrNameLst>
                                          <p:attrName>ppt_x</p:attrName>
                                        </p:attrNameLst>
                                      </p:cBhvr>
                                      <p:tavLst>
                                        <p:tav tm="0">
                                          <p:val>
                                            <p:strVal val="#ppt_x"/>
                                          </p:val>
                                        </p:tav>
                                        <p:tav tm="100000">
                                          <p:val>
                                            <p:strVal val="#ppt_x"/>
                                          </p:val>
                                        </p:tav>
                                      </p:tavLst>
                                    </p:anim>
                                    <p:anim calcmode="lin" valueType="num">
                                      <p:cBhvr>
                                        <p:cTn id="104" dur="1000" fill="hold"/>
                                        <p:tgtEl>
                                          <p:spTgt spid="22"/>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23"/>
                                        </p:tgtEl>
                                        <p:attrNameLst>
                                          <p:attrName>style.visibility</p:attrName>
                                        </p:attrNameLst>
                                      </p:cBhvr>
                                      <p:to>
                                        <p:strVal val="visible"/>
                                      </p:to>
                                    </p:set>
                                    <p:animEffect transition="in" filter="fade">
                                      <p:cBhvr>
                                        <p:cTn id="107" dur="1000"/>
                                        <p:tgtEl>
                                          <p:spTgt spid="23"/>
                                        </p:tgtEl>
                                      </p:cBhvr>
                                    </p:animEffect>
                                    <p:anim calcmode="lin" valueType="num">
                                      <p:cBhvr>
                                        <p:cTn id="108" dur="1000" fill="hold"/>
                                        <p:tgtEl>
                                          <p:spTgt spid="23"/>
                                        </p:tgtEl>
                                        <p:attrNameLst>
                                          <p:attrName>ppt_x</p:attrName>
                                        </p:attrNameLst>
                                      </p:cBhvr>
                                      <p:tavLst>
                                        <p:tav tm="0">
                                          <p:val>
                                            <p:strVal val="#ppt_x"/>
                                          </p:val>
                                        </p:tav>
                                        <p:tav tm="100000">
                                          <p:val>
                                            <p:strVal val="#ppt_x"/>
                                          </p:val>
                                        </p:tav>
                                      </p:tavLst>
                                    </p:anim>
                                    <p:anim calcmode="lin" valueType="num">
                                      <p:cBhvr>
                                        <p:cTn id="109" dur="1000" fill="hold"/>
                                        <p:tgtEl>
                                          <p:spTgt spid="23"/>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24"/>
                                        </p:tgtEl>
                                        <p:attrNameLst>
                                          <p:attrName>style.visibility</p:attrName>
                                        </p:attrNameLst>
                                      </p:cBhvr>
                                      <p:to>
                                        <p:strVal val="visible"/>
                                      </p:to>
                                    </p:set>
                                    <p:animEffect transition="in" filter="fade">
                                      <p:cBhvr>
                                        <p:cTn id="112" dur="1000"/>
                                        <p:tgtEl>
                                          <p:spTgt spid="24"/>
                                        </p:tgtEl>
                                      </p:cBhvr>
                                    </p:animEffect>
                                    <p:anim calcmode="lin" valueType="num">
                                      <p:cBhvr>
                                        <p:cTn id="113" dur="1000" fill="hold"/>
                                        <p:tgtEl>
                                          <p:spTgt spid="24"/>
                                        </p:tgtEl>
                                        <p:attrNameLst>
                                          <p:attrName>ppt_x</p:attrName>
                                        </p:attrNameLst>
                                      </p:cBhvr>
                                      <p:tavLst>
                                        <p:tav tm="0">
                                          <p:val>
                                            <p:strVal val="#ppt_x"/>
                                          </p:val>
                                        </p:tav>
                                        <p:tav tm="100000">
                                          <p:val>
                                            <p:strVal val="#ppt_x"/>
                                          </p:val>
                                        </p:tav>
                                      </p:tavLst>
                                    </p:anim>
                                    <p:anim calcmode="lin" valueType="num">
                                      <p:cBhvr>
                                        <p:cTn id="114" dur="1000" fill="hold"/>
                                        <p:tgtEl>
                                          <p:spTgt spid="24"/>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25"/>
                                        </p:tgtEl>
                                        <p:attrNameLst>
                                          <p:attrName>style.visibility</p:attrName>
                                        </p:attrNameLst>
                                      </p:cBhvr>
                                      <p:to>
                                        <p:strVal val="visible"/>
                                      </p:to>
                                    </p:set>
                                    <p:animEffect transition="in" filter="fade">
                                      <p:cBhvr>
                                        <p:cTn id="117" dur="1000"/>
                                        <p:tgtEl>
                                          <p:spTgt spid="25"/>
                                        </p:tgtEl>
                                      </p:cBhvr>
                                    </p:animEffect>
                                    <p:anim calcmode="lin" valueType="num">
                                      <p:cBhvr>
                                        <p:cTn id="118" dur="1000" fill="hold"/>
                                        <p:tgtEl>
                                          <p:spTgt spid="25"/>
                                        </p:tgtEl>
                                        <p:attrNameLst>
                                          <p:attrName>ppt_x</p:attrName>
                                        </p:attrNameLst>
                                      </p:cBhvr>
                                      <p:tavLst>
                                        <p:tav tm="0">
                                          <p:val>
                                            <p:strVal val="#ppt_x"/>
                                          </p:val>
                                        </p:tav>
                                        <p:tav tm="100000">
                                          <p:val>
                                            <p:strVal val="#ppt_x"/>
                                          </p:val>
                                        </p:tav>
                                      </p:tavLst>
                                    </p:anim>
                                    <p:anim calcmode="lin" valueType="num">
                                      <p:cBhvr>
                                        <p:cTn id="119" dur="1000" fill="hold"/>
                                        <p:tgtEl>
                                          <p:spTgt spid="25"/>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26"/>
                                        </p:tgtEl>
                                        <p:attrNameLst>
                                          <p:attrName>style.visibility</p:attrName>
                                        </p:attrNameLst>
                                      </p:cBhvr>
                                      <p:to>
                                        <p:strVal val="visible"/>
                                      </p:to>
                                    </p:set>
                                    <p:animEffect transition="in" filter="fade">
                                      <p:cBhvr>
                                        <p:cTn id="122" dur="1000"/>
                                        <p:tgtEl>
                                          <p:spTgt spid="26"/>
                                        </p:tgtEl>
                                      </p:cBhvr>
                                    </p:animEffect>
                                    <p:anim calcmode="lin" valueType="num">
                                      <p:cBhvr>
                                        <p:cTn id="123" dur="1000" fill="hold"/>
                                        <p:tgtEl>
                                          <p:spTgt spid="26"/>
                                        </p:tgtEl>
                                        <p:attrNameLst>
                                          <p:attrName>ppt_x</p:attrName>
                                        </p:attrNameLst>
                                      </p:cBhvr>
                                      <p:tavLst>
                                        <p:tav tm="0">
                                          <p:val>
                                            <p:strVal val="#ppt_x"/>
                                          </p:val>
                                        </p:tav>
                                        <p:tav tm="100000">
                                          <p:val>
                                            <p:strVal val="#ppt_x"/>
                                          </p:val>
                                        </p:tav>
                                      </p:tavLst>
                                    </p:anim>
                                    <p:anim calcmode="lin" valueType="num">
                                      <p:cBhvr>
                                        <p:cTn id="124" dur="1000" fill="hold"/>
                                        <p:tgtEl>
                                          <p:spTgt spid="26"/>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27"/>
                                        </p:tgtEl>
                                        <p:attrNameLst>
                                          <p:attrName>style.visibility</p:attrName>
                                        </p:attrNameLst>
                                      </p:cBhvr>
                                      <p:to>
                                        <p:strVal val="visible"/>
                                      </p:to>
                                    </p:set>
                                    <p:animEffect transition="in" filter="fade">
                                      <p:cBhvr>
                                        <p:cTn id="127" dur="1000"/>
                                        <p:tgtEl>
                                          <p:spTgt spid="27"/>
                                        </p:tgtEl>
                                      </p:cBhvr>
                                    </p:animEffect>
                                    <p:anim calcmode="lin" valueType="num">
                                      <p:cBhvr>
                                        <p:cTn id="128" dur="1000" fill="hold"/>
                                        <p:tgtEl>
                                          <p:spTgt spid="27"/>
                                        </p:tgtEl>
                                        <p:attrNameLst>
                                          <p:attrName>ppt_x</p:attrName>
                                        </p:attrNameLst>
                                      </p:cBhvr>
                                      <p:tavLst>
                                        <p:tav tm="0">
                                          <p:val>
                                            <p:strVal val="#ppt_x"/>
                                          </p:val>
                                        </p:tav>
                                        <p:tav tm="100000">
                                          <p:val>
                                            <p:strVal val="#ppt_x"/>
                                          </p:val>
                                        </p:tav>
                                      </p:tavLst>
                                    </p:anim>
                                    <p:anim calcmode="lin" valueType="num">
                                      <p:cBhvr>
                                        <p:cTn id="129" dur="1000" fill="hold"/>
                                        <p:tgtEl>
                                          <p:spTgt spid="27"/>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28"/>
                                        </p:tgtEl>
                                        <p:attrNameLst>
                                          <p:attrName>style.visibility</p:attrName>
                                        </p:attrNameLst>
                                      </p:cBhvr>
                                      <p:to>
                                        <p:strVal val="visible"/>
                                      </p:to>
                                    </p:set>
                                    <p:animEffect transition="in" filter="fade">
                                      <p:cBhvr>
                                        <p:cTn id="132" dur="1000"/>
                                        <p:tgtEl>
                                          <p:spTgt spid="28"/>
                                        </p:tgtEl>
                                      </p:cBhvr>
                                    </p:animEffect>
                                    <p:anim calcmode="lin" valueType="num">
                                      <p:cBhvr>
                                        <p:cTn id="133" dur="1000" fill="hold"/>
                                        <p:tgtEl>
                                          <p:spTgt spid="28"/>
                                        </p:tgtEl>
                                        <p:attrNameLst>
                                          <p:attrName>ppt_x</p:attrName>
                                        </p:attrNameLst>
                                      </p:cBhvr>
                                      <p:tavLst>
                                        <p:tav tm="0">
                                          <p:val>
                                            <p:strVal val="#ppt_x"/>
                                          </p:val>
                                        </p:tav>
                                        <p:tav tm="100000">
                                          <p:val>
                                            <p:strVal val="#ppt_x"/>
                                          </p:val>
                                        </p:tav>
                                      </p:tavLst>
                                    </p:anim>
                                    <p:anim calcmode="lin" valueType="num">
                                      <p:cBhvr>
                                        <p:cTn id="134" dur="1000" fill="hold"/>
                                        <p:tgtEl>
                                          <p:spTgt spid="28"/>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29"/>
                                        </p:tgtEl>
                                        <p:attrNameLst>
                                          <p:attrName>style.visibility</p:attrName>
                                        </p:attrNameLst>
                                      </p:cBhvr>
                                      <p:to>
                                        <p:strVal val="visible"/>
                                      </p:to>
                                    </p:set>
                                    <p:animEffect transition="in" filter="fade">
                                      <p:cBhvr>
                                        <p:cTn id="137" dur="1000"/>
                                        <p:tgtEl>
                                          <p:spTgt spid="29"/>
                                        </p:tgtEl>
                                      </p:cBhvr>
                                    </p:animEffect>
                                    <p:anim calcmode="lin" valueType="num">
                                      <p:cBhvr>
                                        <p:cTn id="138" dur="1000" fill="hold"/>
                                        <p:tgtEl>
                                          <p:spTgt spid="29"/>
                                        </p:tgtEl>
                                        <p:attrNameLst>
                                          <p:attrName>ppt_x</p:attrName>
                                        </p:attrNameLst>
                                      </p:cBhvr>
                                      <p:tavLst>
                                        <p:tav tm="0">
                                          <p:val>
                                            <p:strVal val="#ppt_x"/>
                                          </p:val>
                                        </p:tav>
                                        <p:tav tm="100000">
                                          <p:val>
                                            <p:strVal val="#ppt_x"/>
                                          </p:val>
                                        </p:tav>
                                      </p:tavLst>
                                    </p:anim>
                                    <p:anim calcmode="lin" valueType="num">
                                      <p:cBhvr>
                                        <p:cTn id="139" dur="1000" fill="hold"/>
                                        <p:tgtEl>
                                          <p:spTgt spid="29"/>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30"/>
                                        </p:tgtEl>
                                        <p:attrNameLst>
                                          <p:attrName>style.visibility</p:attrName>
                                        </p:attrNameLst>
                                      </p:cBhvr>
                                      <p:to>
                                        <p:strVal val="visible"/>
                                      </p:to>
                                    </p:set>
                                    <p:animEffect transition="in" filter="fade">
                                      <p:cBhvr>
                                        <p:cTn id="142" dur="1000"/>
                                        <p:tgtEl>
                                          <p:spTgt spid="30"/>
                                        </p:tgtEl>
                                      </p:cBhvr>
                                    </p:animEffect>
                                    <p:anim calcmode="lin" valueType="num">
                                      <p:cBhvr>
                                        <p:cTn id="143" dur="1000" fill="hold"/>
                                        <p:tgtEl>
                                          <p:spTgt spid="30"/>
                                        </p:tgtEl>
                                        <p:attrNameLst>
                                          <p:attrName>ppt_x</p:attrName>
                                        </p:attrNameLst>
                                      </p:cBhvr>
                                      <p:tavLst>
                                        <p:tav tm="0">
                                          <p:val>
                                            <p:strVal val="#ppt_x"/>
                                          </p:val>
                                        </p:tav>
                                        <p:tav tm="100000">
                                          <p:val>
                                            <p:strVal val="#ppt_x"/>
                                          </p:val>
                                        </p:tav>
                                      </p:tavLst>
                                    </p:anim>
                                    <p:anim calcmode="lin" valueType="num">
                                      <p:cBhvr>
                                        <p:cTn id="144" dur="1000" fill="hold"/>
                                        <p:tgtEl>
                                          <p:spTgt spid="30"/>
                                        </p:tgtEl>
                                        <p:attrNameLst>
                                          <p:attrName>ppt_y</p:attrName>
                                        </p:attrNameLst>
                                      </p:cBhvr>
                                      <p:tavLst>
                                        <p:tav tm="0">
                                          <p:val>
                                            <p:strVal val="#ppt_y+.1"/>
                                          </p:val>
                                        </p:tav>
                                        <p:tav tm="100000">
                                          <p:val>
                                            <p:strVal val="#ppt_y"/>
                                          </p:val>
                                        </p:tav>
                                      </p:tavLst>
                                    </p:anim>
                                  </p:childTnLst>
                                </p:cTn>
                              </p:par>
                              <p:par>
                                <p:cTn id="145" presetID="42" presetClass="entr" presetSubtype="0" fill="hold" grpId="0" nodeType="withEffect">
                                  <p:stCondLst>
                                    <p:cond delay="0"/>
                                  </p:stCondLst>
                                  <p:childTnLst>
                                    <p:set>
                                      <p:cBhvr>
                                        <p:cTn id="146" dur="1" fill="hold">
                                          <p:stCondLst>
                                            <p:cond delay="0"/>
                                          </p:stCondLst>
                                        </p:cTn>
                                        <p:tgtEl>
                                          <p:spTgt spid="31"/>
                                        </p:tgtEl>
                                        <p:attrNameLst>
                                          <p:attrName>style.visibility</p:attrName>
                                        </p:attrNameLst>
                                      </p:cBhvr>
                                      <p:to>
                                        <p:strVal val="visible"/>
                                      </p:to>
                                    </p:set>
                                    <p:animEffect transition="in" filter="fade">
                                      <p:cBhvr>
                                        <p:cTn id="147" dur="1000"/>
                                        <p:tgtEl>
                                          <p:spTgt spid="31"/>
                                        </p:tgtEl>
                                      </p:cBhvr>
                                    </p:animEffect>
                                    <p:anim calcmode="lin" valueType="num">
                                      <p:cBhvr>
                                        <p:cTn id="148" dur="1000" fill="hold"/>
                                        <p:tgtEl>
                                          <p:spTgt spid="31"/>
                                        </p:tgtEl>
                                        <p:attrNameLst>
                                          <p:attrName>ppt_x</p:attrName>
                                        </p:attrNameLst>
                                      </p:cBhvr>
                                      <p:tavLst>
                                        <p:tav tm="0">
                                          <p:val>
                                            <p:strVal val="#ppt_x"/>
                                          </p:val>
                                        </p:tav>
                                        <p:tav tm="100000">
                                          <p:val>
                                            <p:strVal val="#ppt_x"/>
                                          </p:val>
                                        </p:tav>
                                      </p:tavLst>
                                    </p:anim>
                                    <p:anim calcmode="lin" valueType="num">
                                      <p:cBhvr>
                                        <p:cTn id="149" dur="1000" fill="hold"/>
                                        <p:tgtEl>
                                          <p:spTgt spid="31"/>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0"/>
                                  </p:stCondLst>
                                  <p:childTnLst>
                                    <p:set>
                                      <p:cBhvr>
                                        <p:cTn id="151" dur="1" fill="hold">
                                          <p:stCondLst>
                                            <p:cond delay="0"/>
                                          </p:stCondLst>
                                        </p:cTn>
                                        <p:tgtEl>
                                          <p:spTgt spid="32"/>
                                        </p:tgtEl>
                                        <p:attrNameLst>
                                          <p:attrName>style.visibility</p:attrName>
                                        </p:attrNameLst>
                                      </p:cBhvr>
                                      <p:to>
                                        <p:strVal val="visible"/>
                                      </p:to>
                                    </p:set>
                                    <p:animEffect transition="in" filter="fade">
                                      <p:cBhvr>
                                        <p:cTn id="152" dur="1000"/>
                                        <p:tgtEl>
                                          <p:spTgt spid="32"/>
                                        </p:tgtEl>
                                      </p:cBhvr>
                                    </p:animEffect>
                                    <p:anim calcmode="lin" valueType="num">
                                      <p:cBhvr>
                                        <p:cTn id="153" dur="1000" fill="hold"/>
                                        <p:tgtEl>
                                          <p:spTgt spid="32"/>
                                        </p:tgtEl>
                                        <p:attrNameLst>
                                          <p:attrName>ppt_x</p:attrName>
                                        </p:attrNameLst>
                                      </p:cBhvr>
                                      <p:tavLst>
                                        <p:tav tm="0">
                                          <p:val>
                                            <p:strVal val="#ppt_x"/>
                                          </p:val>
                                        </p:tav>
                                        <p:tav tm="100000">
                                          <p:val>
                                            <p:strVal val="#ppt_x"/>
                                          </p:val>
                                        </p:tav>
                                      </p:tavLst>
                                    </p:anim>
                                    <p:anim calcmode="lin" valueType="num">
                                      <p:cBhvr>
                                        <p:cTn id="154"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p:bldP spid="24" grpId="0"/>
      <p:bldP spid="25" grpId="0"/>
      <p:bldP spid="26" grpId="0"/>
      <p:bldP spid="27" grpId="0"/>
      <p:bldP spid="28" grpId="0"/>
      <p:bldP spid="29" grpId="0"/>
      <p:bldP spid="30" grpId="0"/>
      <p:bldP spid="31" grpId="0"/>
      <p:bldP spid="3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flipH="1">
            <a:off x="-1591964" y="-876586"/>
            <a:ext cx="14989699" cy="8732635"/>
            <a:chOff x="-1203344" y="-876586"/>
            <a:chExt cx="14989699" cy="8732635"/>
          </a:xfrm>
        </p:grpSpPr>
        <p:pic>
          <p:nvPicPr>
            <p:cNvPr id="9" name="图片 8"/>
            <p:cNvPicPr>
              <a:picLocks noChangeAspect="1"/>
            </p:cNvPicPr>
            <p:nvPr/>
          </p:nvPicPr>
          <p:blipFill>
            <a:blip r:embed="rId1">
              <a:duotone>
                <a:schemeClr val="accent6">
                  <a:shade val="45000"/>
                  <a:satMod val="135000"/>
                </a:schemeClr>
                <a:prstClr val="white"/>
              </a:duotone>
              <a:extLst>
                <a:ext uri="{28A0092B-C50C-407E-A947-70E740481C1C}">
                  <a14:useLocalDpi xmlns:a14="http://schemas.microsoft.com/office/drawing/2010/main" val="0"/>
                </a:ext>
              </a:extLst>
            </a:blip>
            <a:srcRect l="232" t="53976" r="3683"/>
            <a:stretch>
              <a:fillRect/>
            </a:stretch>
          </p:blipFill>
          <p:spPr>
            <a:xfrm rot="2199974">
              <a:off x="7196803" y="-876586"/>
              <a:ext cx="6589552" cy="3156346"/>
            </a:xfrm>
            <a:custGeom>
              <a:avLst/>
              <a:gdLst>
                <a:gd name="connsiteX0" fmla="*/ 0 w 6589552"/>
                <a:gd name="connsiteY0" fmla="*/ 3156346 h 3156346"/>
                <a:gd name="connsiteX1" fmla="*/ 4239776 w 6589552"/>
                <a:gd name="connsiteY1" fmla="*/ 0 h 3156346"/>
                <a:gd name="connsiteX2" fmla="*/ 6589552 w 6589552"/>
                <a:gd name="connsiteY2" fmla="*/ 3156346 h 3156346"/>
              </a:gdLst>
              <a:ahLst/>
              <a:cxnLst>
                <a:cxn ang="0">
                  <a:pos x="connsiteX0" y="connsiteY0"/>
                </a:cxn>
                <a:cxn ang="0">
                  <a:pos x="connsiteX1" y="connsiteY1"/>
                </a:cxn>
                <a:cxn ang="0">
                  <a:pos x="connsiteX2" y="connsiteY2"/>
                </a:cxn>
              </a:cxnLst>
              <a:rect l="l" t="t" r="r" b="b"/>
              <a:pathLst>
                <a:path w="6589552" h="3156346">
                  <a:moveTo>
                    <a:pt x="0" y="3156346"/>
                  </a:moveTo>
                  <a:lnTo>
                    <a:pt x="4239776" y="0"/>
                  </a:lnTo>
                  <a:lnTo>
                    <a:pt x="6589552" y="3156346"/>
                  </a:lnTo>
                  <a:close/>
                </a:path>
              </a:pathLst>
            </a:custGeom>
          </p:spPr>
        </p:pic>
        <p:pic>
          <p:nvPicPr>
            <p:cNvPr id="10" name="图片 9"/>
            <p:cNvPicPr>
              <a:picLocks noChangeAspect="1"/>
            </p:cNvPicPr>
            <p:nvPr/>
          </p:nvPicPr>
          <p:blipFill>
            <a:blip r:embed="rId1">
              <a:duotone>
                <a:schemeClr val="accent6">
                  <a:shade val="45000"/>
                  <a:satMod val="135000"/>
                </a:schemeClr>
                <a:prstClr val="white"/>
              </a:duotone>
              <a:extLst>
                <a:ext uri="{28A0092B-C50C-407E-A947-70E740481C1C}">
                  <a14:useLocalDpi xmlns:a14="http://schemas.microsoft.com/office/drawing/2010/main" val="0"/>
                </a:ext>
              </a:extLst>
            </a:blip>
            <a:srcRect l="54518" t="1392"/>
            <a:stretch>
              <a:fillRect/>
            </a:stretch>
          </p:blipFill>
          <p:spPr>
            <a:xfrm rot="17966596">
              <a:off x="618322" y="2915210"/>
              <a:ext cx="3119173" cy="6762505"/>
            </a:xfrm>
            <a:custGeom>
              <a:avLst/>
              <a:gdLst>
                <a:gd name="connsiteX0" fmla="*/ 3119173 w 3119173"/>
                <a:gd name="connsiteY0" fmla="*/ 0 h 6762505"/>
                <a:gd name="connsiteX1" fmla="*/ 3119173 w 3119173"/>
                <a:gd name="connsiteY1" fmla="*/ 6762505 h 6762505"/>
                <a:gd name="connsiteX2" fmla="*/ 2823369 w 3119173"/>
                <a:gd name="connsiteY2" fmla="*/ 6762505 h 6762505"/>
                <a:gd name="connsiteX3" fmla="*/ 0 w 3119173"/>
                <a:gd name="connsiteY3" fmla="*/ 1760668 h 6762505"/>
              </a:gdLst>
              <a:ahLst/>
              <a:cxnLst>
                <a:cxn ang="0">
                  <a:pos x="connsiteX0" y="connsiteY0"/>
                </a:cxn>
                <a:cxn ang="0">
                  <a:pos x="connsiteX1" y="connsiteY1"/>
                </a:cxn>
                <a:cxn ang="0">
                  <a:pos x="connsiteX2" y="connsiteY2"/>
                </a:cxn>
                <a:cxn ang="0">
                  <a:pos x="connsiteX3" y="connsiteY3"/>
                </a:cxn>
              </a:cxnLst>
              <a:rect l="l" t="t" r="r" b="b"/>
              <a:pathLst>
                <a:path w="3119173" h="6762505">
                  <a:moveTo>
                    <a:pt x="3119173" y="0"/>
                  </a:moveTo>
                  <a:lnTo>
                    <a:pt x="3119173" y="6762505"/>
                  </a:lnTo>
                  <a:lnTo>
                    <a:pt x="2823369" y="6762505"/>
                  </a:lnTo>
                  <a:lnTo>
                    <a:pt x="0" y="1760668"/>
                  </a:lnTo>
                  <a:close/>
                </a:path>
              </a:pathLst>
            </a:custGeom>
          </p:spPr>
        </p:pic>
      </p:grpSp>
      <p:sp>
        <p:nvSpPr>
          <p:cNvPr id="38" name="文本框 37"/>
          <p:cNvSpPr txBox="1"/>
          <p:nvPr/>
        </p:nvSpPr>
        <p:spPr>
          <a:xfrm>
            <a:off x="3544713" y="4434816"/>
            <a:ext cx="5102573" cy="451598"/>
          </a:xfrm>
          <a:prstGeom prst="rect">
            <a:avLst/>
          </a:prstGeom>
          <a:noFill/>
        </p:spPr>
        <p:txBody>
          <a:bodyPr wrap="square" rtlCol="0">
            <a:spAutoFit/>
            <a:scene3d>
              <a:camera prst="orthographicFront"/>
              <a:lightRig rig="threePt" dir="t"/>
            </a:scene3d>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en-US" altLang="zh-CN" sz="1000" b="0" i="0" u="none" strike="noStrike" kern="1200" cap="none" spc="0" normalizeH="0" noProof="0">
                <a:ln>
                  <a:noFill/>
                </a:ln>
                <a:solidFill>
                  <a:schemeClr val="tx1">
                    <a:lumMod val="50000"/>
                    <a:lumOff val="50000"/>
                  </a:schemeClr>
                </a:solidFill>
                <a:effectLst/>
                <a:uLnTx/>
                <a:uFillTx/>
                <a:latin typeface="思源宋体 Heavy" panose="02020900000000000000" charset="-122"/>
                <a:ea typeface="思源宋体 Heavy" panose="02020900000000000000" charset="-122"/>
                <a:sym typeface="Arial" panose="020B0604020202020204" pitchFamily="34" charset="0"/>
              </a:rPr>
              <a:t>The user can demonstrate on a projector or computer or print the it into a film to be used in a wider field</a:t>
            </a:r>
            <a:endParaRPr kumimoji="0" lang="en-US" altLang="zh-CN" sz="1000" b="0" i="0" u="none" strike="noStrike" kern="1200" cap="none" spc="0" normalizeH="0" noProof="0">
              <a:ln>
                <a:noFill/>
              </a:ln>
              <a:solidFill>
                <a:schemeClr val="tx1">
                  <a:lumMod val="50000"/>
                  <a:lumOff val="50000"/>
                </a:schemeClr>
              </a:solidFill>
              <a:effectLst/>
              <a:uLnTx/>
              <a:uFillTx/>
              <a:latin typeface="思源宋体 Heavy" panose="02020900000000000000" charset="-122"/>
              <a:ea typeface="思源宋体 Heavy" panose="02020900000000000000" charset="-122"/>
              <a:sym typeface="Arial" panose="020B0604020202020204" pitchFamily="34" charset="0"/>
            </a:endParaRPr>
          </a:p>
        </p:txBody>
      </p:sp>
      <p:sp>
        <p:nvSpPr>
          <p:cNvPr id="20" name="文本框 19"/>
          <p:cNvSpPr txBox="1"/>
          <p:nvPr/>
        </p:nvSpPr>
        <p:spPr>
          <a:xfrm>
            <a:off x="1887859" y="2273210"/>
            <a:ext cx="8416282" cy="1708319"/>
          </a:xfrm>
          <a:prstGeom prst="roundRect">
            <a:avLst>
              <a:gd name="adj" fmla="val 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lvl="1" algn="ctr"/>
            <a:r>
              <a:rPr lang="zh-CN" altLang="en-US" sz="7200" b="1">
                <a:solidFill>
                  <a:schemeClr val="tx1">
                    <a:lumMod val="75000"/>
                    <a:lumOff val="25000"/>
                  </a:schemeClr>
                </a:solidFill>
              </a:rPr>
              <a:t>研究方法及过程</a:t>
            </a:r>
            <a:endParaRPr lang="zh-CN" altLang="en-US" sz="7200" b="1">
              <a:solidFill>
                <a:schemeClr val="tx1">
                  <a:lumMod val="75000"/>
                  <a:lumOff val="25000"/>
                </a:schemeClr>
              </a:solidFill>
            </a:endParaRPr>
          </a:p>
        </p:txBody>
      </p:sp>
      <p:sp>
        <p:nvSpPr>
          <p:cNvPr id="12" name="标题 1"/>
          <p:cNvSpPr txBox="1"/>
          <p:nvPr/>
        </p:nvSpPr>
        <p:spPr>
          <a:xfrm>
            <a:off x="3777218" y="1719362"/>
            <a:ext cx="4610260" cy="655160"/>
          </a:xfrm>
          <a:prstGeom prst="rect">
            <a:avLst/>
          </a:prstGeom>
          <a:ln>
            <a:noFill/>
          </a:ln>
        </p:spPr>
        <p:txBody>
          <a:bodyPr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200">
                <a:solidFill>
                  <a:schemeClr val="accent2"/>
                </a:solidFill>
                <a:latin typeface="思源宋体 Heavy" panose="02020900000000000000" charset="-122"/>
                <a:ea typeface="思源宋体 Heavy" panose="02020900000000000000" charset="-122"/>
                <a:cs typeface="思源宋体 Heavy" panose="02020900000000000000" charset="-122"/>
              </a:rPr>
              <a:t>—·PART 02·—</a:t>
            </a:r>
            <a:endParaRPr lang="zh-CN" altLang="en-US" sz="3200">
              <a:solidFill>
                <a:schemeClr val="accent2"/>
              </a:solidFill>
              <a:latin typeface="思源宋体 Heavy" panose="02020900000000000000" charset="-122"/>
              <a:ea typeface="思源宋体 Heavy" panose="02020900000000000000" charset="-122"/>
              <a:cs typeface="思源宋体 Heavy" panose="02020900000000000000" charset="-122"/>
            </a:endParaRPr>
          </a:p>
        </p:txBody>
      </p:sp>
      <p:sp>
        <p:nvSpPr>
          <p:cNvPr id="13" name="文本框 12"/>
          <p:cNvSpPr txBox="1"/>
          <p:nvPr/>
        </p:nvSpPr>
        <p:spPr>
          <a:xfrm>
            <a:off x="3575271" y="3856560"/>
            <a:ext cx="4995738" cy="369332"/>
          </a:xfrm>
          <a:prstGeom prst="rect">
            <a:avLst/>
          </a:prstGeom>
          <a:noFill/>
        </p:spPr>
        <p:txBody>
          <a:bodyPr wrap="square" rtlCol="0">
            <a:spAutoFit/>
          </a:bodyPr>
          <a:lstStyle/>
          <a:p>
            <a:pPr marL="0" lvl="1" algn="dist"/>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毕业论文</a:t>
            </a:r>
            <a:r>
              <a:rPr lang="en-US" altLang="zh-CN">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a:t>
            </a:r>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论文答辩</a:t>
            </a:r>
            <a:r>
              <a:rPr lang="en-US" altLang="zh-CN">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a:t>
            </a:r>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开题报告</a:t>
            </a:r>
            <a:r>
              <a:rPr lang="en-US" altLang="zh-CN">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a:t>
            </a:r>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论文答辩</a:t>
            </a:r>
            <a:endPar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endParaRPr>
          </a:p>
        </p:txBody>
      </p:sp>
      <p:sp>
        <p:nvSpPr>
          <p:cNvPr id="2" name="标题 1"/>
          <p:cNvSpPr txBox="1"/>
          <p:nvPr/>
        </p:nvSpPr>
        <p:spPr>
          <a:xfrm>
            <a:off x="9896620" y="515541"/>
            <a:ext cx="1794795" cy="655160"/>
          </a:xfrm>
          <a:prstGeom prst="rect">
            <a:avLst/>
          </a:prstGeom>
          <a:ln>
            <a:noFill/>
          </a:ln>
        </p:spPr>
        <p:txBody>
          <a:bodyPr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altLang="zh-CN" sz="2400">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唐峰</a:t>
            </a:r>
            <a:endParaRPr lang="zh-CN" altLang="en-US" sz="2400">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endParaRPr>
          </a:p>
        </p:txBody>
      </p:sp>
      <p:grpSp>
        <p:nvGrpSpPr>
          <p:cNvPr id="6" name="组合 5"/>
          <p:cNvGrpSpPr/>
          <p:nvPr/>
        </p:nvGrpSpPr>
        <p:grpSpPr>
          <a:xfrm>
            <a:off x="660400" y="6039102"/>
            <a:ext cx="719095" cy="109495"/>
            <a:chOff x="9120272" y="6464300"/>
            <a:chExt cx="719095" cy="109495"/>
          </a:xfrm>
          <a:solidFill>
            <a:schemeClr val="accent1"/>
          </a:solidFill>
        </p:grpSpPr>
        <p:sp>
          <p:nvSpPr>
            <p:cNvPr id="14" name="椭圆 13"/>
            <p:cNvSpPr/>
            <p:nvPr/>
          </p:nvSpPr>
          <p:spPr>
            <a:xfrm>
              <a:off x="9120272" y="6464300"/>
              <a:ext cx="109495" cy="1094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p:nvSpPr>
          <p:spPr>
            <a:xfrm>
              <a:off x="9425072" y="6464300"/>
              <a:ext cx="109495" cy="1094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p:nvSpPr>
          <p:spPr>
            <a:xfrm>
              <a:off x="9729872" y="6464300"/>
              <a:ext cx="109495" cy="1094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mc:AlternateContent xmlns:mc="http://schemas.openxmlformats.org/markup-compatibility/2006">
    <mc:Choice xmlns:p14="http://schemas.microsoft.com/office/powerpoint/2010/main" Requires="p14">
      <p:transition spd="med" p14:dur="530">
        <p14:prism isInverted="1"/>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 to="" calcmode="lin" valueType="num">
                                      <p:cBhvr>
                                        <p:cTn id="7" dur="500" fill="hold">
                                          <p:stCondLst>
                                            <p:cond delay="0"/>
                                          </p:stCondLst>
                                        </p:cTn>
                                        <p:tgtEl>
                                          <p:spTgt spid="38"/>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8" dur="500" fill="hold">
                                          <p:stCondLst>
                                            <p:cond delay="0"/>
                                          </p:stCondLst>
                                        </p:cTn>
                                        <p:tgtEl>
                                          <p:spTgt spid="38"/>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9" dur="500" fill="hold">
                                          <p:stCondLst>
                                            <p:cond delay="0"/>
                                          </p:stCondLst>
                                        </p:cTn>
                                        <p:tgtEl>
                                          <p:spTgt spid="38"/>
                                        </p:tgtEl>
                                        <p:attrNameLst>
                                          <p:attrName>style.opacity</p:attrName>
                                        </p:attrNameLst>
                                      </p:cBhvr>
                                      <p:tavLst>
                                        <p:tav tm="0">
                                          <p:val>
                                            <p:fltVal val="0"/>
                                          </p:val>
                                        </p:tav>
                                        <p:tav tm="100000">
                                          <p:val>
                                            <p:fltVal val="1"/>
                                          </p:val>
                                        </p:tav>
                                      </p:tavLst>
                                    </p:anim>
                                  </p:childTnLst>
                                </p:cTn>
                              </p:par>
                              <p:par>
                                <p:cTn id="10" presetID="23" presetClass="entr" presetSubtype="288"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strVal val="4/3*#ppt_w"/>
                                          </p:val>
                                        </p:tav>
                                        <p:tav tm="100000">
                                          <p:val>
                                            <p:strVal val="#ppt_w"/>
                                          </p:val>
                                        </p:tav>
                                      </p:tavLst>
                                    </p:anim>
                                    <p:anim calcmode="lin" valueType="num">
                                      <p:cBhvr>
                                        <p:cTn id="13" dur="500" fill="hold"/>
                                        <p:tgtEl>
                                          <p:spTgt spid="20"/>
                                        </p:tgtEl>
                                        <p:attrNameLst>
                                          <p:attrName>ppt_h</p:attrName>
                                        </p:attrNameLst>
                                      </p:cBhvr>
                                      <p:tavLst>
                                        <p:tav tm="0">
                                          <p:val>
                                            <p:strVal val="4/3*#ppt_h"/>
                                          </p:val>
                                        </p:tav>
                                        <p:tav tm="100000">
                                          <p:val>
                                            <p:strVal val="#ppt_h"/>
                                          </p:val>
                                        </p:tav>
                                      </p:tavLst>
                                    </p:anim>
                                  </p:childTnLst>
                                </p:cTn>
                              </p:par>
                              <p:par>
                                <p:cTn id="14" presetID="23" presetClass="entr" presetSubtype="16"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 to="" calcmode="lin" valueType="num">
                                      <p:cBhvr>
                                        <p:cTn id="16" dur="400" accel="50000" fill="hold">
                                          <p:stCondLst>
                                            <p:cond delay="0"/>
                                          </p:stCondLst>
                                        </p:cTn>
                                        <p:tgtEl>
                                          <p:spTgt spid="12"/>
                                        </p:tgtEl>
                                        <p:attrNameLst>
                                          <p:attrName>ppt_w</p:attrName>
                                        </p:attrNameLst>
                                      </p:cBhvr>
                                      <p:tavLst>
                                        <p:tav tm="0">
                                          <p:val>
                                            <p:fltVal val="0"/>
                                          </p:val>
                                        </p:tav>
                                        <p:tav tm="100000">
                                          <p:val>
                                            <p:strVal val="#ppt_w"/>
                                          </p:val>
                                        </p:tav>
                                      </p:tavLst>
                                    </p:anim>
                                    <p:anim to="" calcmode="lin" valueType="num">
                                      <p:cBhvr>
                                        <p:cTn id="17" dur="400" accel="50000" fill="hold">
                                          <p:stCondLst>
                                            <p:cond delay="0"/>
                                          </p:stCondLst>
                                        </p:cTn>
                                        <p:tgtEl>
                                          <p:spTgt spid="12"/>
                                        </p:tgtEl>
                                        <p:attrNameLst>
                                          <p:attrName>ppt_h</p:attrName>
                                        </p:attrNameLst>
                                      </p:cBhvr>
                                      <p:tavLst>
                                        <p:tav tm="0">
                                          <p:val>
                                            <p:fltVal val="0"/>
                                          </p:val>
                                        </p:tav>
                                        <p:tav tm="100000">
                                          <p:val>
                                            <p:strVal val="#ppt_h"/>
                                          </p:val>
                                        </p:tav>
                                      </p:tavLst>
                                    </p:anim>
                                    <p:anim to="" calcmode="lin" valueType="num">
                                      <p:cBhvr>
                                        <p:cTn id="18" dur="100" autoRev="1" fill="hold">
                                          <p:stCondLst>
                                            <p:cond delay="400"/>
                                          </p:stCondLst>
                                        </p:cTn>
                                        <p:tgtEl>
                                          <p:spTgt spid="12"/>
                                        </p:tgtEl>
                                        <p:attrNameLst>
                                          <p:attrName>ppt_w</p:attrName>
                                        </p:attrNameLst>
                                      </p:cBhvr>
                                      <p:tavLst>
                                        <p:tav tm="0">
                                          <p:val>
                                            <p:strVal val="#ppt_w"/>
                                          </p:val>
                                        </p:tav>
                                        <p:tav tm="100000">
                                          <p:val>
                                            <p:strVal val="#ppt_w*1.4"/>
                                          </p:val>
                                        </p:tav>
                                      </p:tavLst>
                                    </p:anim>
                                    <p:anim to="" calcmode="lin" valueType="num">
                                      <p:cBhvr>
                                        <p:cTn id="19" dur="100" autoRev="1" fill="hold">
                                          <p:stCondLst>
                                            <p:cond delay="400"/>
                                          </p:stCondLst>
                                        </p:cTn>
                                        <p:tgtEl>
                                          <p:spTgt spid="12"/>
                                        </p:tgtEl>
                                        <p:attrNameLst>
                                          <p:attrName>ppt_h</p:attrName>
                                        </p:attrNameLst>
                                      </p:cBhvr>
                                      <p:tavLst>
                                        <p:tav tm="0">
                                          <p:val>
                                            <p:strVal val="#ppt_h"/>
                                          </p:val>
                                        </p:tav>
                                        <p:tav tm="100000">
                                          <p:val>
                                            <p:strVal val="#ppt_h*1.4"/>
                                          </p:val>
                                        </p:tav>
                                      </p:tavLst>
                                    </p:anim>
                                  </p:childTnLst>
                                </p:cTn>
                              </p:par>
                              <p:par>
                                <p:cTn id="20" presetID="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 to="" calcmode="lin" valueType="num">
                                      <p:cBhvr>
                                        <p:cTn id="22" dur="500" fill="hold">
                                          <p:stCondLst>
                                            <p:cond delay="0"/>
                                          </p:stCondLst>
                                        </p:cTn>
                                        <p:tgtEl>
                                          <p:spTgt spid="13"/>
                                        </p:tgtEl>
                                        <p:attrNameLst>
                                          <p:attrName>ppt_x</p:attrName>
                                        </p:attrNameLst>
                                      </p:cBhvr>
                                      <p:tavLst>
                                        <p:tav tm="0" fmla="((floor(#ppt_x-0.5)+ceil(#ppt_x-0.5))*0.5+0.5)+(#ppt_x- ((floor(#ppt_x-0.5)+ceil(#ppt_x-0.5))*0.5+0.5))*$">
                                          <p:val>
                                            <p:fltVal val="0"/>
                                          </p:val>
                                        </p:tav>
                                        <p:tav tm="100000">
                                          <p:val>
                                            <p:fltVal val="1"/>
                                          </p:val>
                                        </p:tav>
                                      </p:tavLst>
                                    </p:anim>
                                    <p:anim to="" calcmode="lin" valueType="num">
                                      <p:cBhvr>
                                        <p:cTn id="23" dur="500" fill="hold">
                                          <p:stCondLst>
                                            <p:cond delay="0"/>
                                          </p:stCondLst>
                                        </p:cTn>
                                        <p:tgtEl>
                                          <p:spTgt spid="13"/>
                                        </p:tgtEl>
                                        <p:attrNameLst>
                                          <p:attrName>ppt_y</p:attrName>
                                        </p:attrNameLst>
                                      </p:cBhvr>
                                      <p:tavLst>
                                        <p:tav tm="0" fmla="((floor(#ppt_y-0.5)+ceil(#ppt_y-0.5))*0.5+0.5)+(#ppt_y- ((floor(#ppt_y-0.5)+ceil(#ppt_y-0.5))*0.5+0.5))*$">
                                          <p:val>
                                            <p:fltVal val="0"/>
                                          </p:val>
                                        </p:tav>
                                        <p:tav tm="100000">
                                          <p:val>
                                            <p:fltVal val="1"/>
                                          </p:val>
                                        </p:tav>
                                      </p:tavLst>
                                    </p:anim>
                                  </p:childTnLst>
                                </p:cTn>
                              </p:par>
                              <p:par>
                                <p:cTn id="24" presetID="23" presetClass="entr" presetSubtype="16"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 to="" calcmode="lin" valueType="num">
                                      <p:cBhvr>
                                        <p:cTn id="26" dur="400" accel="50000" fill="hold">
                                          <p:stCondLst>
                                            <p:cond delay="0"/>
                                          </p:stCondLst>
                                        </p:cTn>
                                        <p:tgtEl>
                                          <p:spTgt spid="2"/>
                                        </p:tgtEl>
                                        <p:attrNameLst>
                                          <p:attrName>ppt_w</p:attrName>
                                        </p:attrNameLst>
                                      </p:cBhvr>
                                      <p:tavLst>
                                        <p:tav tm="0">
                                          <p:val>
                                            <p:fltVal val="0"/>
                                          </p:val>
                                        </p:tav>
                                        <p:tav tm="100000">
                                          <p:val>
                                            <p:strVal val="#ppt_w"/>
                                          </p:val>
                                        </p:tav>
                                      </p:tavLst>
                                    </p:anim>
                                    <p:anim to="" calcmode="lin" valueType="num">
                                      <p:cBhvr>
                                        <p:cTn id="27" dur="400" accel="50000" fill="hold">
                                          <p:stCondLst>
                                            <p:cond delay="0"/>
                                          </p:stCondLst>
                                        </p:cTn>
                                        <p:tgtEl>
                                          <p:spTgt spid="2"/>
                                        </p:tgtEl>
                                        <p:attrNameLst>
                                          <p:attrName>ppt_h</p:attrName>
                                        </p:attrNameLst>
                                      </p:cBhvr>
                                      <p:tavLst>
                                        <p:tav tm="0">
                                          <p:val>
                                            <p:fltVal val="0"/>
                                          </p:val>
                                        </p:tav>
                                        <p:tav tm="100000">
                                          <p:val>
                                            <p:strVal val="#ppt_h"/>
                                          </p:val>
                                        </p:tav>
                                      </p:tavLst>
                                    </p:anim>
                                    <p:anim to="" calcmode="lin" valueType="num">
                                      <p:cBhvr>
                                        <p:cTn id="28" dur="100" autoRev="1" fill="hold">
                                          <p:stCondLst>
                                            <p:cond delay="400"/>
                                          </p:stCondLst>
                                        </p:cTn>
                                        <p:tgtEl>
                                          <p:spTgt spid="2"/>
                                        </p:tgtEl>
                                        <p:attrNameLst>
                                          <p:attrName>ppt_w</p:attrName>
                                        </p:attrNameLst>
                                      </p:cBhvr>
                                      <p:tavLst>
                                        <p:tav tm="0">
                                          <p:val>
                                            <p:strVal val="#ppt_w"/>
                                          </p:val>
                                        </p:tav>
                                        <p:tav tm="100000">
                                          <p:val>
                                            <p:strVal val="#ppt_w*1.4"/>
                                          </p:val>
                                        </p:tav>
                                      </p:tavLst>
                                    </p:anim>
                                    <p:anim to="" calcmode="lin" valueType="num">
                                      <p:cBhvr>
                                        <p:cTn id="29" dur="100" autoRev="1" fill="hold">
                                          <p:stCondLst>
                                            <p:cond delay="400"/>
                                          </p:stCondLst>
                                        </p:cTn>
                                        <p:tgtEl>
                                          <p:spTgt spid="2"/>
                                        </p:tgtEl>
                                        <p:attrNameLst>
                                          <p:attrName>ppt_h</p:attrName>
                                        </p:attrNameLst>
                                      </p:cBhvr>
                                      <p:tavLst>
                                        <p:tav tm="0">
                                          <p:val>
                                            <p:strVal val="#ppt_h"/>
                                          </p:val>
                                        </p:tav>
                                        <p:tav tm="100000">
                                          <p:val>
                                            <p:strVal val="#ppt_h*1.4"/>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20" grpId="0"/>
      <p:bldP spid="12" grpId="0"/>
      <p:bldP spid="13"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直接箭头连接符 42"/>
          <p:cNvCxnSpPr/>
          <p:nvPr/>
        </p:nvCxnSpPr>
        <p:spPr>
          <a:xfrm flipV="1">
            <a:off x="3645555" y="2276295"/>
            <a:ext cx="1223075" cy="82533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a:off x="3645555" y="4832250"/>
            <a:ext cx="1370687" cy="83270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Freeform: Shape 31"/>
          <p:cNvSpPr/>
          <p:nvPr/>
        </p:nvSpPr>
        <p:spPr>
          <a:xfrm>
            <a:off x="5491340" y="1638120"/>
            <a:ext cx="1136296" cy="1276350"/>
          </a:xfrm>
          <a:custGeom>
            <a:avLst/>
            <a:gdLst>
              <a:gd name="connsiteX0" fmla="*/ 4267200 w 8534400"/>
              <a:gd name="connsiteY0" fmla="*/ 0 h 9586304"/>
              <a:gd name="connsiteX1" fmla="*/ 4717706 w 8534400"/>
              <a:gd name="connsiteY1" fmla="*/ 105392 h 9586304"/>
              <a:gd name="connsiteX2" fmla="*/ 7975773 w 8534400"/>
              <a:gd name="connsiteY2" fmla="*/ 1734038 h 9586304"/>
              <a:gd name="connsiteX3" fmla="*/ 8534400 w 8534400"/>
              <a:gd name="connsiteY3" fmla="*/ 2638439 h 9586304"/>
              <a:gd name="connsiteX4" fmla="*/ 8534400 w 8534400"/>
              <a:gd name="connsiteY4" fmla="*/ 6947864 h 9586304"/>
              <a:gd name="connsiteX5" fmla="*/ 7975773 w 8534400"/>
              <a:gd name="connsiteY5" fmla="*/ 7852265 h 9586304"/>
              <a:gd name="connsiteX6" fmla="*/ 4717706 w 8534400"/>
              <a:gd name="connsiteY6" fmla="*/ 9480911 h 9586304"/>
              <a:gd name="connsiteX7" fmla="*/ 3816693 w 8534400"/>
              <a:gd name="connsiteY7" fmla="*/ 9480911 h 9586304"/>
              <a:gd name="connsiteX8" fmla="*/ 558630 w 8534400"/>
              <a:gd name="connsiteY8" fmla="*/ 7852265 h 9586304"/>
              <a:gd name="connsiteX9" fmla="*/ 0 w 8534400"/>
              <a:gd name="connsiteY9" fmla="*/ 6947864 h 9586304"/>
              <a:gd name="connsiteX10" fmla="*/ 0 w 8534400"/>
              <a:gd name="connsiteY10" fmla="*/ 2638439 h 9586304"/>
              <a:gd name="connsiteX11" fmla="*/ 558630 w 8534400"/>
              <a:gd name="connsiteY11" fmla="*/ 1734038 h 9586304"/>
              <a:gd name="connsiteX12" fmla="*/ 3816693 w 8534400"/>
              <a:gd name="connsiteY12" fmla="*/ 105392 h 9586304"/>
              <a:gd name="connsiteX13" fmla="*/ 4267200 w 8534400"/>
              <a:gd name="connsiteY13" fmla="*/ 0 h 958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34400" h="9586304">
                <a:moveTo>
                  <a:pt x="4267200" y="0"/>
                </a:moveTo>
                <a:cubicBezTo>
                  <a:pt x="4421274" y="0"/>
                  <a:pt x="4575349" y="35130"/>
                  <a:pt x="4717706" y="105392"/>
                </a:cubicBezTo>
                <a:cubicBezTo>
                  <a:pt x="4717706" y="105392"/>
                  <a:pt x="4717706" y="105392"/>
                  <a:pt x="7975773" y="1734038"/>
                </a:cubicBezTo>
                <a:cubicBezTo>
                  <a:pt x="8318156" y="1906992"/>
                  <a:pt x="8534400" y="2256502"/>
                  <a:pt x="8534400" y="2638439"/>
                </a:cubicBezTo>
                <a:cubicBezTo>
                  <a:pt x="8534400" y="2638439"/>
                  <a:pt x="8534400" y="2638439"/>
                  <a:pt x="8534400" y="6947864"/>
                </a:cubicBezTo>
                <a:cubicBezTo>
                  <a:pt x="8534400" y="7329801"/>
                  <a:pt x="8318156" y="7679313"/>
                  <a:pt x="7975773" y="7852265"/>
                </a:cubicBezTo>
                <a:cubicBezTo>
                  <a:pt x="7975773" y="7852265"/>
                  <a:pt x="7975773" y="7852265"/>
                  <a:pt x="4717706" y="9480911"/>
                </a:cubicBezTo>
                <a:cubicBezTo>
                  <a:pt x="4432988" y="9621435"/>
                  <a:pt x="4101412" y="9621435"/>
                  <a:pt x="3816693" y="9480911"/>
                </a:cubicBezTo>
                <a:cubicBezTo>
                  <a:pt x="3816693" y="9480911"/>
                  <a:pt x="3816693" y="9480911"/>
                  <a:pt x="558630" y="7852265"/>
                </a:cubicBezTo>
                <a:cubicBezTo>
                  <a:pt x="216244" y="7679313"/>
                  <a:pt x="0" y="7329801"/>
                  <a:pt x="0" y="6947864"/>
                </a:cubicBezTo>
                <a:cubicBezTo>
                  <a:pt x="0" y="6947864"/>
                  <a:pt x="0" y="6947864"/>
                  <a:pt x="0" y="2638439"/>
                </a:cubicBezTo>
                <a:cubicBezTo>
                  <a:pt x="0" y="2256502"/>
                  <a:pt x="216244" y="1906992"/>
                  <a:pt x="558630" y="1734038"/>
                </a:cubicBezTo>
                <a:cubicBezTo>
                  <a:pt x="558630" y="1734038"/>
                  <a:pt x="558630" y="1734038"/>
                  <a:pt x="3816693" y="105392"/>
                </a:cubicBezTo>
                <a:cubicBezTo>
                  <a:pt x="3959054" y="35130"/>
                  <a:pt x="4113129" y="0"/>
                  <a:pt x="4267200" y="0"/>
                </a:cubicBezTo>
                <a:close/>
              </a:path>
            </a:pathLst>
          </a:custGeom>
          <a:solidFill>
            <a:schemeClr val="accent1">
              <a:lumMod val="40000"/>
              <a:lumOff val="60000"/>
            </a:schemeClr>
          </a:solidFill>
          <a:ln>
            <a:noFill/>
          </a:ln>
          <a:effectLst>
            <a:outerShdw blurRad="254000" dist="101600" dir="2700000" algn="ctr"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b="1">
                <a:solidFill>
                  <a:schemeClr val="bg1"/>
                </a:solidFill>
                <a:latin typeface="思源宋体 Heavy" panose="02020900000000000000" charset="-122"/>
                <a:ea typeface="思源宋体 Heavy" panose="02020900000000000000" charset="-122"/>
              </a:rPr>
              <a:t>点击添加标题</a:t>
            </a:r>
            <a:endParaRPr lang="zh-CN" altLang="en-US" b="1">
              <a:solidFill>
                <a:schemeClr val="bg1"/>
              </a:solidFill>
              <a:latin typeface="思源宋体 Heavy" panose="02020900000000000000" charset="-122"/>
              <a:ea typeface="思源宋体 Heavy" panose="02020900000000000000" charset="-122"/>
            </a:endParaRPr>
          </a:p>
        </p:txBody>
      </p:sp>
      <p:sp>
        <p:nvSpPr>
          <p:cNvPr id="46" name="Freeform: Shape 31"/>
          <p:cNvSpPr/>
          <p:nvPr/>
        </p:nvSpPr>
        <p:spPr>
          <a:xfrm>
            <a:off x="5491340" y="3305387"/>
            <a:ext cx="1136296" cy="1276350"/>
          </a:xfrm>
          <a:custGeom>
            <a:avLst/>
            <a:gdLst>
              <a:gd name="connsiteX0" fmla="*/ 4267200 w 8534400"/>
              <a:gd name="connsiteY0" fmla="*/ 0 h 9586304"/>
              <a:gd name="connsiteX1" fmla="*/ 4717706 w 8534400"/>
              <a:gd name="connsiteY1" fmla="*/ 105392 h 9586304"/>
              <a:gd name="connsiteX2" fmla="*/ 7975773 w 8534400"/>
              <a:gd name="connsiteY2" fmla="*/ 1734038 h 9586304"/>
              <a:gd name="connsiteX3" fmla="*/ 8534400 w 8534400"/>
              <a:gd name="connsiteY3" fmla="*/ 2638439 h 9586304"/>
              <a:gd name="connsiteX4" fmla="*/ 8534400 w 8534400"/>
              <a:gd name="connsiteY4" fmla="*/ 6947864 h 9586304"/>
              <a:gd name="connsiteX5" fmla="*/ 7975773 w 8534400"/>
              <a:gd name="connsiteY5" fmla="*/ 7852265 h 9586304"/>
              <a:gd name="connsiteX6" fmla="*/ 4717706 w 8534400"/>
              <a:gd name="connsiteY6" fmla="*/ 9480911 h 9586304"/>
              <a:gd name="connsiteX7" fmla="*/ 3816693 w 8534400"/>
              <a:gd name="connsiteY7" fmla="*/ 9480911 h 9586304"/>
              <a:gd name="connsiteX8" fmla="*/ 558630 w 8534400"/>
              <a:gd name="connsiteY8" fmla="*/ 7852265 h 9586304"/>
              <a:gd name="connsiteX9" fmla="*/ 0 w 8534400"/>
              <a:gd name="connsiteY9" fmla="*/ 6947864 h 9586304"/>
              <a:gd name="connsiteX10" fmla="*/ 0 w 8534400"/>
              <a:gd name="connsiteY10" fmla="*/ 2638439 h 9586304"/>
              <a:gd name="connsiteX11" fmla="*/ 558630 w 8534400"/>
              <a:gd name="connsiteY11" fmla="*/ 1734038 h 9586304"/>
              <a:gd name="connsiteX12" fmla="*/ 3816693 w 8534400"/>
              <a:gd name="connsiteY12" fmla="*/ 105392 h 9586304"/>
              <a:gd name="connsiteX13" fmla="*/ 4267200 w 8534400"/>
              <a:gd name="connsiteY13" fmla="*/ 0 h 958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34400" h="9586304">
                <a:moveTo>
                  <a:pt x="4267200" y="0"/>
                </a:moveTo>
                <a:cubicBezTo>
                  <a:pt x="4421274" y="0"/>
                  <a:pt x="4575349" y="35130"/>
                  <a:pt x="4717706" y="105392"/>
                </a:cubicBezTo>
                <a:cubicBezTo>
                  <a:pt x="4717706" y="105392"/>
                  <a:pt x="4717706" y="105392"/>
                  <a:pt x="7975773" y="1734038"/>
                </a:cubicBezTo>
                <a:cubicBezTo>
                  <a:pt x="8318156" y="1906992"/>
                  <a:pt x="8534400" y="2256502"/>
                  <a:pt x="8534400" y="2638439"/>
                </a:cubicBezTo>
                <a:cubicBezTo>
                  <a:pt x="8534400" y="2638439"/>
                  <a:pt x="8534400" y="2638439"/>
                  <a:pt x="8534400" y="6947864"/>
                </a:cubicBezTo>
                <a:cubicBezTo>
                  <a:pt x="8534400" y="7329801"/>
                  <a:pt x="8318156" y="7679313"/>
                  <a:pt x="7975773" y="7852265"/>
                </a:cubicBezTo>
                <a:cubicBezTo>
                  <a:pt x="7975773" y="7852265"/>
                  <a:pt x="7975773" y="7852265"/>
                  <a:pt x="4717706" y="9480911"/>
                </a:cubicBezTo>
                <a:cubicBezTo>
                  <a:pt x="4432988" y="9621435"/>
                  <a:pt x="4101412" y="9621435"/>
                  <a:pt x="3816693" y="9480911"/>
                </a:cubicBezTo>
                <a:cubicBezTo>
                  <a:pt x="3816693" y="9480911"/>
                  <a:pt x="3816693" y="9480911"/>
                  <a:pt x="558630" y="7852265"/>
                </a:cubicBezTo>
                <a:cubicBezTo>
                  <a:pt x="216244" y="7679313"/>
                  <a:pt x="0" y="7329801"/>
                  <a:pt x="0" y="6947864"/>
                </a:cubicBezTo>
                <a:cubicBezTo>
                  <a:pt x="0" y="6947864"/>
                  <a:pt x="0" y="6947864"/>
                  <a:pt x="0" y="2638439"/>
                </a:cubicBezTo>
                <a:cubicBezTo>
                  <a:pt x="0" y="2256502"/>
                  <a:pt x="216244" y="1906992"/>
                  <a:pt x="558630" y="1734038"/>
                </a:cubicBezTo>
                <a:cubicBezTo>
                  <a:pt x="558630" y="1734038"/>
                  <a:pt x="558630" y="1734038"/>
                  <a:pt x="3816693" y="105392"/>
                </a:cubicBezTo>
                <a:cubicBezTo>
                  <a:pt x="3959054" y="35130"/>
                  <a:pt x="4113129" y="0"/>
                  <a:pt x="4267200" y="0"/>
                </a:cubicBezTo>
                <a:close/>
              </a:path>
            </a:pathLst>
          </a:custGeom>
          <a:solidFill>
            <a:schemeClr val="accent2">
              <a:lumMod val="60000"/>
              <a:lumOff val="40000"/>
            </a:schemeClr>
          </a:solidFill>
          <a:ln>
            <a:noFill/>
          </a:ln>
          <a:effectLst>
            <a:outerShdw blurRad="254000" dist="101600" dir="2700000" algn="ctr"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b="1">
                <a:solidFill>
                  <a:schemeClr val="bg1"/>
                </a:solidFill>
                <a:latin typeface="思源宋体 Heavy" panose="02020900000000000000" charset="-122"/>
                <a:ea typeface="思源宋体 Heavy" panose="02020900000000000000" charset="-122"/>
              </a:rPr>
              <a:t>点击添加标题</a:t>
            </a:r>
            <a:endParaRPr lang="zh-CN" altLang="en-US" b="1">
              <a:solidFill>
                <a:schemeClr val="bg1"/>
              </a:solidFill>
              <a:latin typeface="思源宋体 Heavy" panose="02020900000000000000" charset="-122"/>
              <a:ea typeface="思源宋体 Heavy" panose="02020900000000000000" charset="-122"/>
            </a:endParaRPr>
          </a:p>
        </p:txBody>
      </p:sp>
      <p:sp>
        <p:nvSpPr>
          <p:cNvPr id="47" name="Freeform: Shape 31"/>
          <p:cNvSpPr/>
          <p:nvPr/>
        </p:nvSpPr>
        <p:spPr>
          <a:xfrm>
            <a:off x="5491340" y="4972654"/>
            <a:ext cx="1136296" cy="1276350"/>
          </a:xfrm>
          <a:custGeom>
            <a:avLst/>
            <a:gdLst>
              <a:gd name="connsiteX0" fmla="*/ 4267200 w 8534400"/>
              <a:gd name="connsiteY0" fmla="*/ 0 h 9586304"/>
              <a:gd name="connsiteX1" fmla="*/ 4717706 w 8534400"/>
              <a:gd name="connsiteY1" fmla="*/ 105392 h 9586304"/>
              <a:gd name="connsiteX2" fmla="*/ 7975773 w 8534400"/>
              <a:gd name="connsiteY2" fmla="*/ 1734038 h 9586304"/>
              <a:gd name="connsiteX3" fmla="*/ 8534400 w 8534400"/>
              <a:gd name="connsiteY3" fmla="*/ 2638439 h 9586304"/>
              <a:gd name="connsiteX4" fmla="*/ 8534400 w 8534400"/>
              <a:gd name="connsiteY4" fmla="*/ 6947864 h 9586304"/>
              <a:gd name="connsiteX5" fmla="*/ 7975773 w 8534400"/>
              <a:gd name="connsiteY5" fmla="*/ 7852265 h 9586304"/>
              <a:gd name="connsiteX6" fmla="*/ 4717706 w 8534400"/>
              <a:gd name="connsiteY6" fmla="*/ 9480911 h 9586304"/>
              <a:gd name="connsiteX7" fmla="*/ 3816693 w 8534400"/>
              <a:gd name="connsiteY7" fmla="*/ 9480911 h 9586304"/>
              <a:gd name="connsiteX8" fmla="*/ 558630 w 8534400"/>
              <a:gd name="connsiteY8" fmla="*/ 7852265 h 9586304"/>
              <a:gd name="connsiteX9" fmla="*/ 0 w 8534400"/>
              <a:gd name="connsiteY9" fmla="*/ 6947864 h 9586304"/>
              <a:gd name="connsiteX10" fmla="*/ 0 w 8534400"/>
              <a:gd name="connsiteY10" fmla="*/ 2638439 h 9586304"/>
              <a:gd name="connsiteX11" fmla="*/ 558630 w 8534400"/>
              <a:gd name="connsiteY11" fmla="*/ 1734038 h 9586304"/>
              <a:gd name="connsiteX12" fmla="*/ 3816693 w 8534400"/>
              <a:gd name="connsiteY12" fmla="*/ 105392 h 9586304"/>
              <a:gd name="connsiteX13" fmla="*/ 4267200 w 8534400"/>
              <a:gd name="connsiteY13" fmla="*/ 0 h 958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34400" h="9586304">
                <a:moveTo>
                  <a:pt x="4267200" y="0"/>
                </a:moveTo>
                <a:cubicBezTo>
                  <a:pt x="4421274" y="0"/>
                  <a:pt x="4575349" y="35130"/>
                  <a:pt x="4717706" y="105392"/>
                </a:cubicBezTo>
                <a:cubicBezTo>
                  <a:pt x="4717706" y="105392"/>
                  <a:pt x="4717706" y="105392"/>
                  <a:pt x="7975773" y="1734038"/>
                </a:cubicBezTo>
                <a:cubicBezTo>
                  <a:pt x="8318156" y="1906992"/>
                  <a:pt x="8534400" y="2256502"/>
                  <a:pt x="8534400" y="2638439"/>
                </a:cubicBezTo>
                <a:cubicBezTo>
                  <a:pt x="8534400" y="2638439"/>
                  <a:pt x="8534400" y="2638439"/>
                  <a:pt x="8534400" y="6947864"/>
                </a:cubicBezTo>
                <a:cubicBezTo>
                  <a:pt x="8534400" y="7329801"/>
                  <a:pt x="8318156" y="7679313"/>
                  <a:pt x="7975773" y="7852265"/>
                </a:cubicBezTo>
                <a:cubicBezTo>
                  <a:pt x="7975773" y="7852265"/>
                  <a:pt x="7975773" y="7852265"/>
                  <a:pt x="4717706" y="9480911"/>
                </a:cubicBezTo>
                <a:cubicBezTo>
                  <a:pt x="4432988" y="9621435"/>
                  <a:pt x="4101412" y="9621435"/>
                  <a:pt x="3816693" y="9480911"/>
                </a:cubicBezTo>
                <a:cubicBezTo>
                  <a:pt x="3816693" y="9480911"/>
                  <a:pt x="3816693" y="9480911"/>
                  <a:pt x="558630" y="7852265"/>
                </a:cubicBezTo>
                <a:cubicBezTo>
                  <a:pt x="216244" y="7679313"/>
                  <a:pt x="0" y="7329801"/>
                  <a:pt x="0" y="6947864"/>
                </a:cubicBezTo>
                <a:cubicBezTo>
                  <a:pt x="0" y="6947864"/>
                  <a:pt x="0" y="6947864"/>
                  <a:pt x="0" y="2638439"/>
                </a:cubicBezTo>
                <a:cubicBezTo>
                  <a:pt x="0" y="2256502"/>
                  <a:pt x="216244" y="1906992"/>
                  <a:pt x="558630" y="1734038"/>
                </a:cubicBezTo>
                <a:cubicBezTo>
                  <a:pt x="558630" y="1734038"/>
                  <a:pt x="558630" y="1734038"/>
                  <a:pt x="3816693" y="105392"/>
                </a:cubicBezTo>
                <a:cubicBezTo>
                  <a:pt x="3959054" y="35130"/>
                  <a:pt x="4113129" y="0"/>
                  <a:pt x="4267200" y="0"/>
                </a:cubicBezTo>
                <a:close/>
              </a:path>
            </a:pathLst>
          </a:custGeom>
          <a:solidFill>
            <a:schemeClr val="accent1">
              <a:lumMod val="40000"/>
              <a:lumOff val="60000"/>
            </a:schemeClr>
          </a:solidFill>
          <a:ln>
            <a:noFill/>
          </a:ln>
          <a:effectLst>
            <a:outerShdw blurRad="254000" dist="101600" dir="2700000" algn="ctr"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b="1">
                <a:solidFill>
                  <a:schemeClr val="bg1"/>
                </a:solidFill>
                <a:latin typeface="思源宋体 Heavy" panose="02020900000000000000" charset="-122"/>
                <a:ea typeface="思源宋体 Heavy" panose="02020900000000000000" charset="-122"/>
              </a:rPr>
              <a:t>点击添加标题</a:t>
            </a:r>
            <a:endParaRPr lang="zh-CN" altLang="en-US" b="1">
              <a:solidFill>
                <a:schemeClr val="bg1"/>
              </a:solidFill>
              <a:latin typeface="思源宋体 Heavy" panose="02020900000000000000" charset="-122"/>
              <a:ea typeface="思源宋体 Heavy" panose="02020900000000000000" charset="-122"/>
            </a:endParaRPr>
          </a:p>
        </p:txBody>
      </p:sp>
      <p:sp>
        <p:nvSpPr>
          <p:cNvPr id="48" name="TextBox 16"/>
          <p:cNvSpPr txBox="1"/>
          <p:nvPr/>
        </p:nvSpPr>
        <p:spPr>
          <a:xfrm flipH="1">
            <a:off x="6931067" y="1806175"/>
            <a:ext cx="4086702" cy="620426"/>
          </a:xfrm>
          <a:prstGeom prst="rect">
            <a:avLst/>
          </a:prstGeom>
          <a:noFill/>
        </p:spPr>
        <p:txBody>
          <a:bodyPr wrap="square" rtlCol="0">
            <a:spAutoFit/>
          </a:bodyPr>
          <a:lstStyle/>
          <a:p>
            <a:pPr>
              <a:lnSpc>
                <a:spcPct val="150000"/>
              </a:lnSpc>
            </a:pPr>
            <a:r>
              <a:rPr lang="zh-CN" altLang="en-US" sz="1200">
                <a:solidFill>
                  <a:schemeClr val="bg1">
                    <a:lumMod val="50000"/>
                  </a:schemeClr>
                </a:solidFill>
                <a:latin typeface="思源宋体 Heavy" panose="02020900000000000000" charset="-122"/>
                <a:ea typeface="思源宋体 Heavy" panose="02020900000000000000" charset="-122"/>
              </a:rPr>
              <a:t>对现有的</a:t>
            </a:r>
            <a:r>
              <a:rPr lang="en-US" altLang="zh-CN" sz="1200">
                <a:solidFill>
                  <a:schemeClr val="bg1">
                    <a:lumMod val="50000"/>
                  </a:schemeClr>
                </a:solidFill>
                <a:latin typeface="思源宋体 Heavy" panose="02020900000000000000" charset="-122"/>
                <a:ea typeface="思源宋体 Heavy" panose="02020900000000000000" charset="-122"/>
              </a:rPr>
              <a:t>173</a:t>
            </a:r>
            <a:r>
              <a:rPr lang="zh-CN" altLang="en-US" sz="1200">
                <a:solidFill>
                  <a:schemeClr val="bg1">
                    <a:lumMod val="50000"/>
                  </a:schemeClr>
                </a:solidFill>
                <a:latin typeface="思源宋体 Heavy" panose="02020900000000000000" charset="-122"/>
                <a:ea typeface="思源宋体 Heavy" panose="02020900000000000000" charset="-122"/>
              </a:rPr>
              <a:t>家存量客户进行全面梳理，逐一走访，一方面维系感情，另一方面挖掘潜在需求。</a:t>
            </a:r>
            <a:endParaRPr lang="zh-CN" altLang="en-US" sz="1200">
              <a:solidFill>
                <a:schemeClr val="bg1">
                  <a:lumMod val="50000"/>
                </a:schemeClr>
              </a:solidFill>
              <a:latin typeface="思源宋体 Heavy" panose="02020900000000000000" charset="-122"/>
              <a:ea typeface="思源宋体 Heavy" panose="02020900000000000000" charset="-122"/>
            </a:endParaRPr>
          </a:p>
        </p:txBody>
      </p:sp>
      <p:sp>
        <p:nvSpPr>
          <p:cNvPr id="49" name="TextBox 17"/>
          <p:cNvSpPr txBox="1"/>
          <p:nvPr/>
        </p:nvSpPr>
        <p:spPr>
          <a:xfrm flipH="1">
            <a:off x="6931066" y="3545107"/>
            <a:ext cx="4170830" cy="618952"/>
          </a:xfrm>
          <a:prstGeom prst="rect">
            <a:avLst/>
          </a:prstGeom>
          <a:noFill/>
        </p:spPr>
        <p:txBody>
          <a:bodyPr wrap="square" rtlCol="0">
            <a:spAutoFit/>
          </a:bodyPr>
          <a:lstStyle/>
          <a:p>
            <a:pPr>
              <a:lnSpc>
                <a:spcPct val="150000"/>
              </a:lnSpc>
            </a:pPr>
            <a:r>
              <a:rPr lang="zh-CN" altLang="en-US" sz="1200">
                <a:solidFill>
                  <a:schemeClr val="bg1">
                    <a:lumMod val="50000"/>
                  </a:schemeClr>
                </a:solidFill>
                <a:latin typeface="思源宋体 Heavy" panose="02020900000000000000" charset="-122"/>
                <a:ea typeface="思源宋体 Heavy" panose="02020900000000000000" charset="-122"/>
              </a:rPr>
              <a:t>研究新的开辟新客户的渠道和方法，力争将新客户的数量由现在的每月</a:t>
            </a:r>
            <a:r>
              <a:rPr lang="en-US" altLang="zh-CN" sz="1200">
                <a:solidFill>
                  <a:schemeClr val="bg1">
                    <a:lumMod val="50000"/>
                  </a:schemeClr>
                </a:solidFill>
                <a:latin typeface="思源宋体 Heavy" panose="02020900000000000000" charset="-122"/>
                <a:ea typeface="思源宋体 Heavy" panose="02020900000000000000" charset="-122"/>
              </a:rPr>
              <a:t>10</a:t>
            </a:r>
            <a:r>
              <a:rPr lang="zh-CN" altLang="en-US" sz="1200">
                <a:solidFill>
                  <a:schemeClr val="bg1">
                    <a:lumMod val="50000"/>
                  </a:schemeClr>
                </a:solidFill>
                <a:latin typeface="思源宋体 Heavy" panose="02020900000000000000" charset="-122"/>
                <a:ea typeface="思源宋体 Heavy" panose="02020900000000000000" charset="-122"/>
              </a:rPr>
              <a:t>家拓展到</a:t>
            </a:r>
            <a:r>
              <a:rPr lang="en-US" altLang="zh-CN" sz="1200">
                <a:solidFill>
                  <a:schemeClr val="bg1">
                    <a:lumMod val="50000"/>
                  </a:schemeClr>
                </a:solidFill>
                <a:latin typeface="思源宋体 Heavy" panose="02020900000000000000" charset="-122"/>
                <a:ea typeface="思源宋体 Heavy" panose="02020900000000000000" charset="-122"/>
              </a:rPr>
              <a:t>15</a:t>
            </a:r>
            <a:r>
              <a:rPr lang="zh-CN" altLang="en-US" sz="1200">
                <a:solidFill>
                  <a:schemeClr val="bg1">
                    <a:lumMod val="50000"/>
                  </a:schemeClr>
                </a:solidFill>
                <a:latin typeface="思源宋体 Heavy" panose="02020900000000000000" charset="-122"/>
                <a:ea typeface="思源宋体 Heavy" panose="02020900000000000000" charset="-122"/>
              </a:rPr>
              <a:t>家。</a:t>
            </a:r>
            <a:endParaRPr lang="zh-CN" altLang="en-US" sz="1200">
              <a:solidFill>
                <a:schemeClr val="bg1">
                  <a:lumMod val="50000"/>
                </a:schemeClr>
              </a:solidFill>
              <a:latin typeface="思源宋体 Heavy" panose="02020900000000000000" charset="-122"/>
              <a:ea typeface="思源宋体 Heavy" panose="02020900000000000000" charset="-122"/>
            </a:endParaRPr>
          </a:p>
        </p:txBody>
      </p:sp>
      <p:sp>
        <p:nvSpPr>
          <p:cNvPr id="50" name="TextBox 18"/>
          <p:cNvSpPr txBox="1"/>
          <p:nvPr/>
        </p:nvSpPr>
        <p:spPr>
          <a:xfrm flipH="1">
            <a:off x="6931066" y="5195392"/>
            <a:ext cx="4170830" cy="618952"/>
          </a:xfrm>
          <a:prstGeom prst="rect">
            <a:avLst/>
          </a:prstGeom>
          <a:noFill/>
        </p:spPr>
        <p:txBody>
          <a:bodyPr wrap="square" rtlCol="0">
            <a:spAutoFit/>
          </a:bodyPr>
          <a:lstStyle/>
          <a:p>
            <a:pPr>
              <a:lnSpc>
                <a:spcPct val="150000"/>
              </a:lnSpc>
            </a:pPr>
            <a:r>
              <a:rPr lang="zh-CN" altLang="en-US" sz="1200">
                <a:solidFill>
                  <a:schemeClr val="bg1">
                    <a:lumMod val="50000"/>
                  </a:schemeClr>
                </a:solidFill>
                <a:latin typeface="思源宋体 Heavy" panose="02020900000000000000" charset="-122"/>
                <a:ea typeface="思源宋体 Heavy" panose="02020900000000000000" charset="-122"/>
              </a:rPr>
              <a:t>在天猫和京东开辟官方旗舰店，力争在一年内让电商的销量达到总销量的</a:t>
            </a:r>
            <a:r>
              <a:rPr lang="en-US" altLang="zh-CN" sz="1200">
                <a:solidFill>
                  <a:schemeClr val="bg1">
                    <a:lumMod val="50000"/>
                  </a:schemeClr>
                </a:solidFill>
                <a:latin typeface="思源宋体 Heavy" panose="02020900000000000000" charset="-122"/>
                <a:ea typeface="思源宋体 Heavy" panose="02020900000000000000" charset="-122"/>
              </a:rPr>
              <a:t>40%.</a:t>
            </a:r>
            <a:endParaRPr lang="zh-CN" altLang="en-US" sz="1200">
              <a:solidFill>
                <a:schemeClr val="bg1">
                  <a:lumMod val="50000"/>
                </a:schemeClr>
              </a:solidFill>
              <a:latin typeface="思源宋体 Heavy" panose="02020900000000000000" charset="-122"/>
              <a:ea typeface="思源宋体 Heavy" panose="02020900000000000000" charset="-122"/>
            </a:endParaRPr>
          </a:p>
        </p:txBody>
      </p:sp>
      <p:cxnSp>
        <p:nvCxnSpPr>
          <p:cNvPr id="51" name="直接箭头连接符 50"/>
          <p:cNvCxnSpPr/>
          <p:nvPr/>
        </p:nvCxnSpPr>
        <p:spPr>
          <a:xfrm flipV="1">
            <a:off x="3645555" y="3957699"/>
            <a:ext cx="1581783" cy="18485"/>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193291" y="317173"/>
            <a:ext cx="5179768" cy="871755"/>
            <a:chOff x="193291" y="317173"/>
            <a:chExt cx="5179768" cy="871755"/>
          </a:xfrm>
        </p:grpSpPr>
        <p:sp>
          <p:nvSpPr>
            <p:cNvPr id="6" name="文本框 5"/>
            <p:cNvSpPr txBox="1"/>
            <p:nvPr/>
          </p:nvSpPr>
          <p:spPr>
            <a:xfrm>
              <a:off x="1059985" y="357880"/>
              <a:ext cx="4313074" cy="688073"/>
            </a:xfrm>
            <a:prstGeom prst="rect">
              <a:avLst/>
            </a:prstGeom>
            <a:noFill/>
          </p:spPr>
          <p:txBody>
            <a:bodyPr wrap="square" rtlCol="0">
              <a:spAutoFit/>
            </a:bodyPr>
            <a:lstStyle/>
            <a:p>
              <a:pPr lvl="0">
                <a:lnSpc>
                  <a:spcPct val="130000"/>
                </a:lnSpc>
                <a:defRPr/>
              </a:pPr>
              <a:r>
                <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rPr>
                <a:t>研究方法及过程</a:t>
              </a:r>
              <a:endPar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endParaRPr>
            </a:p>
          </p:txBody>
        </p:sp>
        <p:pic>
          <p:nvPicPr>
            <p:cNvPr id="7" name="图片 6"/>
            <p:cNvPicPr>
              <a:picLocks noChangeAspect="1"/>
            </p:cNvPicPr>
            <p:nvPr/>
          </p:nvPicPr>
          <p:blipFill>
            <a:blip r:embed="rId1">
              <a:duotone>
                <a:schemeClr val="accent1">
                  <a:shade val="45000"/>
                  <a:satMod val="135000"/>
                </a:schemeClr>
                <a:prstClr val="white"/>
              </a:duotone>
              <a:extLst>
                <a:ext uri="{28A0092B-C50C-407E-A947-70E740481C1C}">
                  <a14:useLocalDpi xmlns:a14="http://schemas.microsoft.com/office/drawing/2010/main" val="0"/>
                </a:ext>
              </a:extLst>
            </a:blip>
            <a:srcRect l="24588" t="52000" r="15417" b="10555"/>
            <a:stretch>
              <a:fillRect/>
            </a:stretch>
          </p:blipFill>
          <p:spPr>
            <a:xfrm>
              <a:off x="193291" y="317173"/>
              <a:ext cx="931043" cy="871755"/>
            </a:xfrm>
            <a:prstGeom prst="rect">
              <a:avLst/>
            </a:prstGeom>
          </p:spPr>
        </p:pic>
      </p:grpSp>
      <p:pic>
        <p:nvPicPr>
          <p:cNvPr id="9" name="图片 8"/>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l="14269" t="33192" r="47904" b="35803"/>
          <a:stretch>
            <a:fillRect/>
          </a:stretch>
        </p:blipFill>
        <p:spPr>
          <a:xfrm>
            <a:off x="434654" y="2604994"/>
            <a:ext cx="3537878" cy="2899874"/>
          </a:xfrm>
          <a:prstGeom prst="rect">
            <a:avLst/>
          </a:prstGeom>
        </p:spPr>
      </p:pic>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500" fill="hold"/>
                                        <p:tgtEl>
                                          <p:spTgt spid="48"/>
                                        </p:tgtEl>
                                        <p:attrNameLst>
                                          <p:attrName>ppt_x</p:attrName>
                                        </p:attrNameLst>
                                      </p:cBhvr>
                                      <p:tavLst>
                                        <p:tav tm="0">
                                          <p:val>
                                            <p:strVal val="1+#ppt_w/2"/>
                                          </p:val>
                                        </p:tav>
                                        <p:tav tm="100000">
                                          <p:val>
                                            <p:strVal val="#ppt_x"/>
                                          </p:val>
                                        </p:tav>
                                      </p:tavLst>
                                    </p:anim>
                                    <p:anim calcmode="lin" valueType="num">
                                      <p:cBhvr additive="base">
                                        <p:cTn id="8" dur="500" fill="hold"/>
                                        <p:tgtEl>
                                          <p:spTgt spid="48"/>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1+#ppt_w/2"/>
                                          </p:val>
                                        </p:tav>
                                        <p:tav tm="100000">
                                          <p:val>
                                            <p:strVal val="#ppt_x"/>
                                          </p:val>
                                        </p:tav>
                                      </p:tavLst>
                                    </p:anim>
                                    <p:anim calcmode="lin" valueType="num">
                                      <p:cBhvr additive="base">
                                        <p:cTn id="12" dur="500" fill="hold"/>
                                        <p:tgtEl>
                                          <p:spTgt spid="49"/>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anim calcmode="lin" valueType="num">
                                      <p:cBhvr additive="base">
                                        <p:cTn id="15" dur="500" fill="hold"/>
                                        <p:tgtEl>
                                          <p:spTgt spid="50"/>
                                        </p:tgtEl>
                                        <p:attrNameLst>
                                          <p:attrName>ppt_x</p:attrName>
                                        </p:attrNameLst>
                                      </p:cBhvr>
                                      <p:tavLst>
                                        <p:tav tm="0">
                                          <p:val>
                                            <p:strVal val="1+#ppt_w/2"/>
                                          </p:val>
                                        </p:tav>
                                        <p:tav tm="100000">
                                          <p:val>
                                            <p:strVal val="#ppt_x"/>
                                          </p:val>
                                        </p:tav>
                                      </p:tavLst>
                                    </p:anim>
                                    <p:anim calcmode="lin" valueType="num">
                                      <p:cBhvr additive="base">
                                        <p:cTn id="16" dur="500" fill="hold"/>
                                        <p:tgtEl>
                                          <p:spTgt spid="50"/>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anim calcmode="lin" valueType="num">
                                      <p:cBhvr additive="base">
                                        <p:cTn id="19" dur="500" fill="hold"/>
                                        <p:tgtEl>
                                          <p:spTgt spid="43"/>
                                        </p:tgtEl>
                                        <p:attrNameLst>
                                          <p:attrName>ppt_x</p:attrName>
                                        </p:attrNameLst>
                                      </p:cBhvr>
                                      <p:tavLst>
                                        <p:tav tm="0">
                                          <p:val>
                                            <p:strVal val="1+#ppt_w/2"/>
                                          </p:val>
                                        </p:tav>
                                        <p:tav tm="100000">
                                          <p:val>
                                            <p:strVal val="#ppt_x"/>
                                          </p:val>
                                        </p:tav>
                                      </p:tavLst>
                                    </p:anim>
                                    <p:anim calcmode="lin" valueType="num">
                                      <p:cBhvr additive="base">
                                        <p:cTn id="20" dur="500" fill="hold"/>
                                        <p:tgtEl>
                                          <p:spTgt spid="43"/>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44"/>
                                        </p:tgtEl>
                                        <p:attrNameLst>
                                          <p:attrName>style.visibility</p:attrName>
                                        </p:attrNameLst>
                                      </p:cBhvr>
                                      <p:to>
                                        <p:strVal val="visible"/>
                                      </p:to>
                                    </p:set>
                                    <p:anim calcmode="lin" valueType="num">
                                      <p:cBhvr additive="base">
                                        <p:cTn id="23" dur="500" fill="hold"/>
                                        <p:tgtEl>
                                          <p:spTgt spid="44"/>
                                        </p:tgtEl>
                                        <p:attrNameLst>
                                          <p:attrName>ppt_x</p:attrName>
                                        </p:attrNameLst>
                                      </p:cBhvr>
                                      <p:tavLst>
                                        <p:tav tm="0">
                                          <p:val>
                                            <p:strVal val="1+#ppt_w/2"/>
                                          </p:val>
                                        </p:tav>
                                        <p:tav tm="100000">
                                          <p:val>
                                            <p:strVal val="#ppt_x"/>
                                          </p:val>
                                        </p:tav>
                                      </p:tavLst>
                                    </p:anim>
                                    <p:anim calcmode="lin" valueType="num">
                                      <p:cBhvr additive="base">
                                        <p:cTn id="24" dur="500" fill="hold"/>
                                        <p:tgtEl>
                                          <p:spTgt spid="44"/>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anim calcmode="lin" valueType="num">
                                      <p:cBhvr additive="base">
                                        <p:cTn id="27" dur="500" fill="hold"/>
                                        <p:tgtEl>
                                          <p:spTgt spid="45"/>
                                        </p:tgtEl>
                                        <p:attrNameLst>
                                          <p:attrName>ppt_x</p:attrName>
                                        </p:attrNameLst>
                                      </p:cBhvr>
                                      <p:tavLst>
                                        <p:tav tm="0">
                                          <p:val>
                                            <p:strVal val="1+#ppt_w/2"/>
                                          </p:val>
                                        </p:tav>
                                        <p:tav tm="100000">
                                          <p:val>
                                            <p:strVal val="#ppt_x"/>
                                          </p:val>
                                        </p:tav>
                                      </p:tavLst>
                                    </p:anim>
                                    <p:anim calcmode="lin" valueType="num">
                                      <p:cBhvr additive="base">
                                        <p:cTn id="28" dur="500" fill="hold"/>
                                        <p:tgtEl>
                                          <p:spTgt spid="45"/>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46"/>
                                        </p:tgtEl>
                                        <p:attrNameLst>
                                          <p:attrName>style.visibility</p:attrName>
                                        </p:attrNameLst>
                                      </p:cBhvr>
                                      <p:to>
                                        <p:strVal val="visible"/>
                                      </p:to>
                                    </p:set>
                                    <p:anim calcmode="lin" valueType="num">
                                      <p:cBhvr additive="base">
                                        <p:cTn id="31" dur="500" fill="hold"/>
                                        <p:tgtEl>
                                          <p:spTgt spid="46"/>
                                        </p:tgtEl>
                                        <p:attrNameLst>
                                          <p:attrName>ppt_x</p:attrName>
                                        </p:attrNameLst>
                                      </p:cBhvr>
                                      <p:tavLst>
                                        <p:tav tm="0">
                                          <p:val>
                                            <p:strVal val="1+#ppt_w/2"/>
                                          </p:val>
                                        </p:tav>
                                        <p:tav tm="100000">
                                          <p:val>
                                            <p:strVal val="#ppt_x"/>
                                          </p:val>
                                        </p:tav>
                                      </p:tavLst>
                                    </p:anim>
                                    <p:anim calcmode="lin" valueType="num">
                                      <p:cBhvr additive="base">
                                        <p:cTn id="32" dur="500" fill="hold"/>
                                        <p:tgtEl>
                                          <p:spTgt spid="46"/>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anim calcmode="lin" valueType="num">
                                      <p:cBhvr additive="base">
                                        <p:cTn id="35" dur="500" fill="hold"/>
                                        <p:tgtEl>
                                          <p:spTgt spid="47"/>
                                        </p:tgtEl>
                                        <p:attrNameLst>
                                          <p:attrName>ppt_x</p:attrName>
                                        </p:attrNameLst>
                                      </p:cBhvr>
                                      <p:tavLst>
                                        <p:tav tm="0">
                                          <p:val>
                                            <p:strVal val="1+#ppt_w/2"/>
                                          </p:val>
                                        </p:tav>
                                        <p:tav tm="100000">
                                          <p:val>
                                            <p:strVal val="#ppt_x"/>
                                          </p:val>
                                        </p:tav>
                                      </p:tavLst>
                                    </p:anim>
                                    <p:anim calcmode="lin" valueType="num">
                                      <p:cBhvr additive="base">
                                        <p:cTn id="36" dur="500" fill="hold"/>
                                        <p:tgtEl>
                                          <p:spTgt spid="47"/>
                                        </p:tgtEl>
                                        <p:attrNameLst>
                                          <p:attrName>ppt_y</p:attrName>
                                        </p:attrNameLst>
                                      </p:cBhvr>
                                      <p:tavLst>
                                        <p:tav tm="0">
                                          <p:val>
                                            <p:strVal val="#ppt_y"/>
                                          </p:val>
                                        </p:tav>
                                        <p:tav tm="100000">
                                          <p:val>
                                            <p:strVal val="#ppt_y"/>
                                          </p:val>
                                        </p:tav>
                                      </p:tavLst>
                                    </p:anim>
                                  </p:childTnLst>
                                </p:cTn>
                              </p:par>
                              <p:par>
                                <p:cTn id="37" presetID="2" presetClass="entr" presetSubtype="2" fill="hold" nodeType="withEffect">
                                  <p:stCondLst>
                                    <p:cond delay="0"/>
                                  </p:stCondLst>
                                  <p:childTnLst>
                                    <p:set>
                                      <p:cBhvr>
                                        <p:cTn id="38" dur="1" fill="hold">
                                          <p:stCondLst>
                                            <p:cond delay="0"/>
                                          </p:stCondLst>
                                        </p:cTn>
                                        <p:tgtEl>
                                          <p:spTgt spid="51"/>
                                        </p:tgtEl>
                                        <p:attrNameLst>
                                          <p:attrName>style.visibility</p:attrName>
                                        </p:attrNameLst>
                                      </p:cBhvr>
                                      <p:to>
                                        <p:strVal val="visible"/>
                                      </p:to>
                                    </p:set>
                                    <p:anim calcmode="lin" valueType="num">
                                      <p:cBhvr additive="base">
                                        <p:cTn id="39" dur="500" fill="hold"/>
                                        <p:tgtEl>
                                          <p:spTgt spid="51"/>
                                        </p:tgtEl>
                                        <p:attrNameLst>
                                          <p:attrName>ppt_x</p:attrName>
                                        </p:attrNameLst>
                                      </p:cBhvr>
                                      <p:tavLst>
                                        <p:tav tm="0">
                                          <p:val>
                                            <p:strVal val="1+#ppt_w/2"/>
                                          </p:val>
                                        </p:tav>
                                        <p:tav tm="100000">
                                          <p:val>
                                            <p:strVal val="#ppt_x"/>
                                          </p:val>
                                        </p:tav>
                                      </p:tavLst>
                                    </p:anim>
                                    <p:anim calcmode="lin" valueType="num">
                                      <p:cBhvr additive="base">
                                        <p:cTn id="40" dur="500" fill="hold"/>
                                        <p:tgtEl>
                                          <p:spTgt spid="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animBg="1"/>
      <p:bldP spid="48" grpId="0"/>
      <p:bldP spid="49" grpId="0"/>
      <p:bldP spid="5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p Arrow 61"/>
          <p:cNvSpPr/>
          <p:nvPr/>
        </p:nvSpPr>
        <p:spPr>
          <a:xfrm rot="5400000">
            <a:off x="4940796" y="-1398410"/>
            <a:ext cx="592539" cy="10474132"/>
          </a:xfrm>
          <a:prstGeom prst="upArrow">
            <a:avLst>
              <a:gd name="adj1" fmla="val 50000"/>
              <a:gd name="adj2" fmla="val 67147"/>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a:solidFill>
                <a:srgbClr val="FFFFFF"/>
              </a:solidFill>
              <a:latin typeface="Arial" panose="020B0604020202020204"/>
            </a:endParaRPr>
          </a:p>
        </p:txBody>
      </p:sp>
      <p:sp>
        <p:nvSpPr>
          <p:cNvPr id="3" name="Bent Arrow 59"/>
          <p:cNvSpPr/>
          <p:nvPr/>
        </p:nvSpPr>
        <p:spPr>
          <a:xfrm rot="5400000" flipH="1">
            <a:off x="2336106" y="1770618"/>
            <a:ext cx="1239249" cy="2330353"/>
          </a:xfrm>
          <a:prstGeom prst="bentArrow">
            <a:avLst>
              <a:gd name="adj1" fmla="val 12379"/>
              <a:gd name="adj2" fmla="val 14760"/>
              <a:gd name="adj3" fmla="val 20722"/>
              <a:gd name="adj4" fmla="val 29493"/>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a:solidFill>
                <a:srgbClr val="262626"/>
              </a:solidFill>
              <a:latin typeface="Arial" panose="020B0604020202020204"/>
            </a:endParaRPr>
          </a:p>
        </p:txBody>
      </p:sp>
      <p:sp>
        <p:nvSpPr>
          <p:cNvPr id="4" name="Bent Arrow 34"/>
          <p:cNvSpPr/>
          <p:nvPr/>
        </p:nvSpPr>
        <p:spPr>
          <a:xfrm rot="5400000" flipH="1">
            <a:off x="5011397" y="1770618"/>
            <a:ext cx="1239249" cy="2330353"/>
          </a:xfrm>
          <a:prstGeom prst="bentArrow">
            <a:avLst>
              <a:gd name="adj1" fmla="val 12379"/>
              <a:gd name="adj2" fmla="val 14760"/>
              <a:gd name="adj3" fmla="val 20722"/>
              <a:gd name="adj4" fmla="val 29493"/>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a:solidFill>
                <a:srgbClr val="262626"/>
              </a:solidFill>
              <a:latin typeface="Arial" panose="020B0604020202020204"/>
            </a:endParaRPr>
          </a:p>
        </p:txBody>
      </p:sp>
      <p:sp>
        <p:nvSpPr>
          <p:cNvPr id="5" name="Bent Arrow 35"/>
          <p:cNvSpPr/>
          <p:nvPr/>
        </p:nvSpPr>
        <p:spPr>
          <a:xfrm rot="5400000" flipH="1">
            <a:off x="7686686" y="1770618"/>
            <a:ext cx="1239249" cy="2330353"/>
          </a:xfrm>
          <a:prstGeom prst="bentArrow">
            <a:avLst>
              <a:gd name="adj1" fmla="val 12379"/>
              <a:gd name="adj2" fmla="val 14760"/>
              <a:gd name="adj3" fmla="val 20722"/>
              <a:gd name="adj4" fmla="val 29493"/>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a:solidFill>
                <a:srgbClr val="262626"/>
              </a:solidFill>
              <a:latin typeface="Arial" panose="020B0604020202020204"/>
            </a:endParaRPr>
          </a:p>
        </p:txBody>
      </p:sp>
      <p:sp>
        <p:nvSpPr>
          <p:cNvPr id="6" name="Bent Arrow 38"/>
          <p:cNvSpPr/>
          <p:nvPr/>
        </p:nvSpPr>
        <p:spPr>
          <a:xfrm rot="16200000" flipH="1" flipV="1">
            <a:off x="2336106" y="3589374"/>
            <a:ext cx="1239249" cy="2330353"/>
          </a:xfrm>
          <a:prstGeom prst="bentArrow">
            <a:avLst>
              <a:gd name="adj1" fmla="val 12379"/>
              <a:gd name="adj2" fmla="val 14760"/>
              <a:gd name="adj3" fmla="val 20722"/>
              <a:gd name="adj4" fmla="val 2949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a:solidFill>
                <a:srgbClr val="262626"/>
              </a:solidFill>
              <a:latin typeface="Arial" panose="020B0604020202020204"/>
            </a:endParaRPr>
          </a:p>
        </p:txBody>
      </p:sp>
      <p:sp>
        <p:nvSpPr>
          <p:cNvPr id="7" name="Bent Arrow 39"/>
          <p:cNvSpPr/>
          <p:nvPr/>
        </p:nvSpPr>
        <p:spPr>
          <a:xfrm rot="16200000" flipH="1" flipV="1">
            <a:off x="5011397" y="3589374"/>
            <a:ext cx="1239249" cy="2330353"/>
          </a:xfrm>
          <a:prstGeom prst="bentArrow">
            <a:avLst>
              <a:gd name="adj1" fmla="val 12379"/>
              <a:gd name="adj2" fmla="val 14760"/>
              <a:gd name="adj3" fmla="val 20722"/>
              <a:gd name="adj4" fmla="val 2949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a:solidFill>
                <a:srgbClr val="262626"/>
              </a:solidFill>
              <a:latin typeface="Arial" panose="020B0604020202020204"/>
            </a:endParaRPr>
          </a:p>
        </p:txBody>
      </p:sp>
      <p:sp>
        <p:nvSpPr>
          <p:cNvPr id="8" name="Bent Arrow 40"/>
          <p:cNvSpPr/>
          <p:nvPr/>
        </p:nvSpPr>
        <p:spPr>
          <a:xfrm rot="16200000" flipH="1" flipV="1">
            <a:off x="7686686" y="3589374"/>
            <a:ext cx="1239249" cy="2330353"/>
          </a:xfrm>
          <a:prstGeom prst="bentArrow">
            <a:avLst>
              <a:gd name="adj1" fmla="val 12379"/>
              <a:gd name="adj2" fmla="val 14760"/>
              <a:gd name="adj3" fmla="val 20722"/>
              <a:gd name="adj4" fmla="val 2949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a:solidFill>
                <a:srgbClr val="262626"/>
              </a:solidFill>
              <a:latin typeface="Arial" panose="020B0604020202020204"/>
            </a:endParaRPr>
          </a:p>
        </p:txBody>
      </p:sp>
      <p:sp>
        <p:nvSpPr>
          <p:cNvPr id="9" name="TextBox 41"/>
          <p:cNvSpPr txBox="1"/>
          <p:nvPr/>
        </p:nvSpPr>
        <p:spPr>
          <a:xfrm>
            <a:off x="1790553" y="2069949"/>
            <a:ext cx="1371819" cy="246221"/>
          </a:xfrm>
          <a:prstGeom prst="rect">
            <a:avLst/>
          </a:prstGeom>
          <a:noFill/>
        </p:spPr>
        <p:txBody>
          <a:bodyPr wrap="square" lIns="0" tIns="0" rIns="0" bIns="0" rtlCol="0" anchor="t">
            <a:spAutoFit/>
          </a:bodyPr>
          <a:lstStyle/>
          <a:p>
            <a:pPr defTabSz="1375410"/>
            <a:r>
              <a:rPr lang="zh-CN" altLang="en-US" sz="1600" b="1">
                <a:solidFill>
                  <a:schemeClr val="tx1">
                    <a:lumMod val="75000"/>
                    <a:lumOff val="25000"/>
                  </a:schemeClr>
                </a:solidFill>
                <a:latin typeface="Arial" panose="020B0604020202020204"/>
              </a:rPr>
              <a:t>单击输入标题</a:t>
            </a:r>
            <a:endParaRPr lang="zh-CN" altLang="en-US" sz="1600" b="1">
              <a:solidFill>
                <a:schemeClr val="tx1">
                  <a:lumMod val="75000"/>
                  <a:lumOff val="25000"/>
                </a:schemeClr>
              </a:solidFill>
              <a:latin typeface="Arial" panose="020B0604020202020204"/>
            </a:endParaRPr>
          </a:p>
        </p:txBody>
      </p:sp>
      <p:sp>
        <p:nvSpPr>
          <p:cNvPr id="10" name="TextBox 42"/>
          <p:cNvSpPr txBox="1"/>
          <p:nvPr/>
        </p:nvSpPr>
        <p:spPr>
          <a:xfrm>
            <a:off x="1790554" y="5325166"/>
            <a:ext cx="1459377" cy="246221"/>
          </a:xfrm>
          <a:prstGeom prst="rect">
            <a:avLst/>
          </a:prstGeom>
          <a:noFill/>
        </p:spPr>
        <p:txBody>
          <a:bodyPr wrap="square" lIns="0" tIns="0" rIns="0" bIns="0" rtlCol="0" anchor="t">
            <a:spAutoFit/>
          </a:bodyPr>
          <a:lstStyle/>
          <a:p>
            <a:pPr defTabSz="1375410"/>
            <a:r>
              <a:rPr lang="zh-CN" altLang="en-US" sz="1600" b="1">
                <a:solidFill>
                  <a:schemeClr val="tx1">
                    <a:lumMod val="75000"/>
                    <a:lumOff val="25000"/>
                  </a:schemeClr>
                </a:solidFill>
                <a:latin typeface="Arial" panose="020B0604020202020204"/>
              </a:rPr>
              <a:t>单击输入标题</a:t>
            </a:r>
            <a:endParaRPr lang="zh-CN" altLang="en-US" sz="1600" b="1">
              <a:solidFill>
                <a:schemeClr val="tx1">
                  <a:lumMod val="75000"/>
                  <a:lumOff val="25000"/>
                </a:schemeClr>
              </a:solidFill>
              <a:latin typeface="Arial" panose="020B0604020202020204"/>
            </a:endParaRPr>
          </a:p>
        </p:txBody>
      </p:sp>
      <p:sp>
        <p:nvSpPr>
          <p:cNvPr id="11" name="TextBox 43"/>
          <p:cNvSpPr txBox="1"/>
          <p:nvPr/>
        </p:nvSpPr>
        <p:spPr>
          <a:xfrm>
            <a:off x="4465844" y="2069949"/>
            <a:ext cx="1500356" cy="246221"/>
          </a:xfrm>
          <a:prstGeom prst="rect">
            <a:avLst/>
          </a:prstGeom>
          <a:noFill/>
        </p:spPr>
        <p:txBody>
          <a:bodyPr wrap="square" lIns="0" tIns="0" rIns="0" bIns="0" rtlCol="0" anchor="t">
            <a:spAutoFit/>
          </a:bodyPr>
          <a:lstStyle/>
          <a:p>
            <a:pPr defTabSz="1375410"/>
            <a:r>
              <a:rPr lang="zh-CN" altLang="en-US" sz="1600" b="1">
                <a:solidFill>
                  <a:schemeClr val="tx1">
                    <a:lumMod val="75000"/>
                    <a:lumOff val="25000"/>
                  </a:schemeClr>
                </a:solidFill>
                <a:latin typeface="Arial" panose="020B0604020202020204"/>
              </a:rPr>
              <a:t>单击输入标题</a:t>
            </a:r>
            <a:endParaRPr lang="zh-CN" altLang="en-US" sz="1600" b="1">
              <a:solidFill>
                <a:schemeClr val="tx1">
                  <a:lumMod val="75000"/>
                  <a:lumOff val="25000"/>
                </a:schemeClr>
              </a:solidFill>
              <a:latin typeface="Arial" panose="020B0604020202020204"/>
            </a:endParaRPr>
          </a:p>
        </p:txBody>
      </p:sp>
      <p:sp>
        <p:nvSpPr>
          <p:cNvPr id="12" name="TextBox 44"/>
          <p:cNvSpPr txBox="1"/>
          <p:nvPr/>
        </p:nvSpPr>
        <p:spPr>
          <a:xfrm>
            <a:off x="4476277" y="5336075"/>
            <a:ext cx="1382568" cy="246221"/>
          </a:xfrm>
          <a:prstGeom prst="rect">
            <a:avLst/>
          </a:prstGeom>
          <a:noFill/>
        </p:spPr>
        <p:txBody>
          <a:bodyPr wrap="square" lIns="0" tIns="0" rIns="0" bIns="0" rtlCol="0" anchor="t">
            <a:spAutoFit/>
          </a:bodyPr>
          <a:lstStyle/>
          <a:p>
            <a:pPr defTabSz="1375410"/>
            <a:r>
              <a:rPr lang="zh-CN" altLang="en-US" sz="1600" b="1">
                <a:solidFill>
                  <a:schemeClr val="tx1">
                    <a:lumMod val="75000"/>
                    <a:lumOff val="25000"/>
                  </a:schemeClr>
                </a:solidFill>
                <a:latin typeface="Arial" panose="020B0604020202020204"/>
              </a:rPr>
              <a:t>单击输入标题</a:t>
            </a:r>
            <a:endParaRPr lang="zh-CN" altLang="en-US" sz="1600" b="1">
              <a:solidFill>
                <a:schemeClr val="tx1">
                  <a:lumMod val="75000"/>
                  <a:lumOff val="25000"/>
                </a:schemeClr>
              </a:solidFill>
              <a:latin typeface="Arial" panose="020B0604020202020204"/>
            </a:endParaRPr>
          </a:p>
        </p:txBody>
      </p:sp>
      <p:sp>
        <p:nvSpPr>
          <p:cNvPr id="13" name="TextBox 45"/>
          <p:cNvSpPr txBox="1"/>
          <p:nvPr/>
        </p:nvSpPr>
        <p:spPr>
          <a:xfrm>
            <a:off x="7141133" y="2069949"/>
            <a:ext cx="1536142" cy="246221"/>
          </a:xfrm>
          <a:prstGeom prst="rect">
            <a:avLst/>
          </a:prstGeom>
          <a:noFill/>
        </p:spPr>
        <p:txBody>
          <a:bodyPr wrap="square" lIns="0" tIns="0" rIns="0" bIns="0" rtlCol="0" anchor="t">
            <a:spAutoFit/>
          </a:bodyPr>
          <a:lstStyle/>
          <a:p>
            <a:pPr defTabSz="1375410"/>
            <a:r>
              <a:rPr lang="zh-CN" altLang="en-US" sz="1600" b="1">
                <a:solidFill>
                  <a:schemeClr val="tx1">
                    <a:lumMod val="75000"/>
                    <a:lumOff val="25000"/>
                  </a:schemeClr>
                </a:solidFill>
                <a:latin typeface="Arial" panose="020B0604020202020204"/>
              </a:rPr>
              <a:t>单击输入标题</a:t>
            </a:r>
            <a:endParaRPr lang="zh-CN" altLang="en-US" sz="1600" b="1">
              <a:solidFill>
                <a:schemeClr val="tx1">
                  <a:lumMod val="75000"/>
                  <a:lumOff val="25000"/>
                </a:schemeClr>
              </a:solidFill>
              <a:latin typeface="Arial" panose="020B0604020202020204"/>
            </a:endParaRPr>
          </a:p>
        </p:txBody>
      </p:sp>
      <p:grpSp>
        <p:nvGrpSpPr>
          <p:cNvPr id="14" name="Group 46"/>
          <p:cNvGrpSpPr/>
          <p:nvPr/>
        </p:nvGrpSpPr>
        <p:grpSpPr>
          <a:xfrm>
            <a:off x="8990173" y="1607236"/>
            <a:ext cx="625361" cy="607457"/>
            <a:chOff x="7924284" y="2223917"/>
            <a:chExt cx="469021" cy="455593"/>
          </a:xfrm>
        </p:grpSpPr>
        <p:sp>
          <p:nvSpPr>
            <p:cNvPr id="15" name="Teardrop 47"/>
            <p:cNvSpPr>
              <a:spLocks noChangeAspect="1"/>
            </p:cNvSpPr>
            <p:nvPr/>
          </p:nvSpPr>
          <p:spPr>
            <a:xfrm>
              <a:off x="7924284" y="2223917"/>
              <a:ext cx="469021" cy="455593"/>
            </a:xfrm>
            <a:prstGeom prst="teardrop">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400">
                <a:solidFill>
                  <a:srgbClr val="564266"/>
                </a:solidFill>
                <a:latin typeface="Arial" panose="020B0604020202020204"/>
              </a:endParaRPr>
            </a:p>
          </p:txBody>
        </p:sp>
        <p:sp>
          <p:nvSpPr>
            <p:cNvPr id="16" name="Freeform 13"/>
            <p:cNvSpPr>
              <a:spLocks noEditPoints="1"/>
            </p:cNvSpPr>
            <p:nvPr/>
          </p:nvSpPr>
          <p:spPr bwMode="auto">
            <a:xfrm>
              <a:off x="8034808" y="2338100"/>
              <a:ext cx="250825" cy="188913"/>
            </a:xfrm>
            <a:custGeom>
              <a:avLst/>
              <a:gdLst/>
              <a:ahLst/>
              <a:cxnLst>
                <a:cxn ang="0">
                  <a:pos x="158" y="119"/>
                </a:cxn>
                <a:cxn ang="0">
                  <a:pos x="0" y="119"/>
                </a:cxn>
                <a:cxn ang="0">
                  <a:pos x="0" y="0"/>
                </a:cxn>
                <a:cxn ang="0">
                  <a:pos x="8" y="0"/>
                </a:cxn>
                <a:cxn ang="0">
                  <a:pos x="8" y="108"/>
                </a:cxn>
                <a:cxn ang="0">
                  <a:pos x="158" y="108"/>
                </a:cxn>
                <a:cxn ang="0">
                  <a:pos x="158" y="119"/>
                </a:cxn>
                <a:cxn ang="0">
                  <a:pos x="147" y="98"/>
                </a:cxn>
                <a:cxn ang="0">
                  <a:pos x="19" y="98"/>
                </a:cxn>
                <a:cxn ang="0">
                  <a:pos x="19" y="54"/>
                </a:cxn>
                <a:cxn ang="0">
                  <a:pos x="54" y="9"/>
                </a:cxn>
                <a:cxn ang="0">
                  <a:pos x="97" y="54"/>
                </a:cxn>
                <a:cxn ang="0">
                  <a:pos x="127" y="28"/>
                </a:cxn>
                <a:cxn ang="0">
                  <a:pos x="147" y="98"/>
                </a:cxn>
              </a:cxnLst>
              <a:rect l="0" t="0" r="r" b="b"/>
              <a:pathLst>
                <a:path w="158" h="119">
                  <a:moveTo>
                    <a:pt x="158" y="119"/>
                  </a:moveTo>
                  <a:lnTo>
                    <a:pt x="0" y="119"/>
                  </a:lnTo>
                  <a:lnTo>
                    <a:pt x="0" y="0"/>
                  </a:lnTo>
                  <a:lnTo>
                    <a:pt x="8" y="0"/>
                  </a:lnTo>
                  <a:lnTo>
                    <a:pt x="8" y="108"/>
                  </a:lnTo>
                  <a:lnTo>
                    <a:pt x="158" y="108"/>
                  </a:lnTo>
                  <a:lnTo>
                    <a:pt x="158" y="119"/>
                  </a:lnTo>
                  <a:close/>
                  <a:moveTo>
                    <a:pt x="147" y="98"/>
                  </a:moveTo>
                  <a:lnTo>
                    <a:pt x="19" y="98"/>
                  </a:lnTo>
                  <a:lnTo>
                    <a:pt x="19" y="54"/>
                  </a:lnTo>
                  <a:lnTo>
                    <a:pt x="54" y="9"/>
                  </a:lnTo>
                  <a:lnTo>
                    <a:pt x="97" y="54"/>
                  </a:lnTo>
                  <a:lnTo>
                    <a:pt x="127" y="28"/>
                  </a:lnTo>
                  <a:lnTo>
                    <a:pt x="147" y="98"/>
                  </a:lnTo>
                  <a:close/>
                </a:path>
              </a:pathLst>
            </a:custGeom>
            <a:solidFill>
              <a:schemeClr val="accent5"/>
            </a:solidFill>
            <a:ln w="9525">
              <a:noFill/>
              <a:round/>
            </a:ln>
          </p:spPr>
          <p:txBody>
            <a:bodyPr vert="horz" wrap="square" lIns="121920" tIns="60960" rIns="121920" bIns="60960" numCol="1" anchor="t" anchorCtr="0" compatLnSpc="1"/>
            <a:lstStyle/>
            <a:p>
              <a:pPr defTabSz="1375410"/>
              <a:endParaRPr lang="en-US" sz="2665">
                <a:solidFill>
                  <a:srgbClr val="262626"/>
                </a:solidFill>
                <a:latin typeface="Arial" panose="020B0604020202020204"/>
              </a:endParaRPr>
            </a:p>
          </p:txBody>
        </p:sp>
      </p:grpSp>
      <p:grpSp>
        <p:nvGrpSpPr>
          <p:cNvPr id="17" name="Group 49"/>
          <p:cNvGrpSpPr/>
          <p:nvPr/>
        </p:nvGrpSpPr>
        <p:grpSpPr>
          <a:xfrm>
            <a:off x="6309824" y="5433061"/>
            <a:ext cx="625361" cy="607457"/>
            <a:chOff x="6890529" y="2162362"/>
            <a:chExt cx="469021" cy="455593"/>
          </a:xfrm>
        </p:grpSpPr>
        <p:sp>
          <p:nvSpPr>
            <p:cNvPr id="18" name="Teardrop 50"/>
            <p:cNvSpPr>
              <a:spLocks noChangeAspect="1"/>
            </p:cNvSpPr>
            <p:nvPr/>
          </p:nvSpPr>
          <p:spPr>
            <a:xfrm>
              <a:off x="6890529" y="2162362"/>
              <a:ext cx="469021" cy="455593"/>
            </a:xfrm>
            <a:prstGeom prst="teardrop">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a:solidFill>
                  <a:srgbClr val="D24132"/>
                </a:solidFill>
                <a:latin typeface="Arial" panose="020B0604020202020204"/>
              </a:endParaRPr>
            </a:p>
          </p:txBody>
        </p:sp>
        <p:sp>
          <p:nvSpPr>
            <p:cNvPr id="19" name="Freeform 103"/>
            <p:cNvSpPr>
              <a:spLocks noEditPoints="1"/>
            </p:cNvSpPr>
            <p:nvPr/>
          </p:nvSpPr>
          <p:spPr bwMode="auto">
            <a:xfrm>
              <a:off x="7030053" y="2231059"/>
              <a:ext cx="196634" cy="289547"/>
            </a:xfrm>
            <a:custGeom>
              <a:avLst/>
              <a:gdLst/>
              <a:ahLst/>
              <a:cxnLst>
                <a:cxn ang="0">
                  <a:pos x="37" y="29"/>
                </a:cxn>
                <a:cxn ang="0">
                  <a:pos x="31" y="41"/>
                </a:cxn>
                <a:cxn ang="0">
                  <a:pos x="33" y="44"/>
                </a:cxn>
                <a:cxn ang="0">
                  <a:pos x="32" y="47"/>
                </a:cxn>
                <a:cxn ang="0">
                  <a:pos x="33" y="49"/>
                </a:cxn>
                <a:cxn ang="0">
                  <a:pos x="31" y="53"/>
                </a:cxn>
                <a:cxn ang="0">
                  <a:pos x="31" y="54"/>
                </a:cxn>
                <a:cxn ang="0">
                  <a:pos x="27" y="58"/>
                </a:cxn>
                <a:cxn ang="0">
                  <a:pos x="21" y="62"/>
                </a:cxn>
                <a:cxn ang="0">
                  <a:pos x="15" y="58"/>
                </a:cxn>
                <a:cxn ang="0">
                  <a:pos x="11" y="54"/>
                </a:cxn>
                <a:cxn ang="0">
                  <a:pos x="11" y="53"/>
                </a:cxn>
                <a:cxn ang="0">
                  <a:pos x="9" y="49"/>
                </a:cxn>
                <a:cxn ang="0">
                  <a:pos x="10" y="47"/>
                </a:cxn>
                <a:cxn ang="0">
                  <a:pos x="9" y="44"/>
                </a:cxn>
                <a:cxn ang="0">
                  <a:pos x="11" y="41"/>
                </a:cxn>
                <a:cxn ang="0">
                  <a:pos x="5" y="29"/>
                </a:cxn>
                <a:cxn ang="0">
                  <a:pos x="0" y="18"/>
                </a:cxn>
                <a:cxn ang="0">
                  <a:pos x="21" y="0"/>
                </a:cxn>
                <a:cxn ang="0">
                  <a:pos x="42" y="18"/>
                </a:cxn>
                <a:cxn ang="0">
                  <a:pos x="37" y="29"/>
                </a:cxn>
                <a:cxn ang="0">
                  <a:pos x="21" y="6"/>
                </a:cxn>
                <a:cxn ang="0">
                  <a:pos x="6" y="18"/>
                </a:cxn>
                <a:cxn ang="0">
                  <a:pos x="8" y="26"/>
                </a:cxn>
                <a:cxn ang="0">
                  <a:pos x="11" y="28"/>
                </a:cxn>
                <a:cxn ang="0">
                  <a:pos x="16" y="40"/>
                </a:cxn>
                <a:cxn ang="0">
                  <a:pos x="26" y="40"/>
                </a:cxn>
                <a:cxn ang="0">
                  <a:pos x="31" y="28"/>
                </a:cxn>
                <a:cxn ang="0">
                  <a:pos x="34" y="26"/>
                </a:cxn>
                <a:cxn ang="0">
                  <a:pos x="36" y="18"/>
                </a:cxn>
                <a:cxn ang="0">
                  <a:pos x="21" y="6"/>
                </a:cxn>
                <a:cxn ang="0">
                  <a:pos x="29" y="20"/>
                </a:cxn>
                <a:cxn ang="0">
                  <a:pos x="27" y="18"/>
                </a:cxn>
                <a:cxn ang="0">
                  <a:pos x="21" y="15"/>
                </a:cxn>
                <a:cxn ang="0">
                  <a:pos x="20" y="13"/>
                </a:cxn>
                <a:cxn ang="0">
                  <a:pos x="21" y="12"/>
                </a:cxn>
                <a:cxn ang="0">
                  <a:pos x="30" y="18"/>
                </a:cxn>
                <a:cxn ang="0">
                  <a:pos x="29" y="20"/>
                </a:cxn>
              </a:cxnLst>
              <a:rect l="0" t="0" r="r" b="b"/>
              <a:pathLst>
                <a:path w="42" h="62">
                  <a:moveTo>
                    <a:pt x="37" y="29"/>
                  </a:moveTo>
                  <a:cubicBezTo>
                    <a:pt x="35" y="32"/>
                    <a:pt x="31" y="37"/>
                    <a:pt x="31" y="41"/>
                  </a:cubicBezTo>
                  <a:cubicBezTo>
                    <a:pt x="32" y="42"/>
                    <a:pt x="33" y="43"/>
                    <a:pt x="33" y="44"/>
                  </a:cubicBezTo>
                  <a:cubicBezTo>
                    <a:pt x="33" y="45"/>
                    <a:pt x="32" y="46"/>
                    <a:pt x="32" y="47"/>
                  </a:cubicBezTo>
                  <a:cubicBezTo>
                    <a:pt x="32" y="47"/>
                    <a:pt x="33" y="48"/>
                    <a:pt x="33" y="49"/>
                  </a:cubicBezTo>
                  <a:cubicBezTo>
                    <a:pt x="33" y="51"/>
                    <a:pt x="32" y="52"/>
                    <a:pt x="31" y="53"/>
                  </a:cubicBezTo>
                  <a:cubicBezTo>
                    <a:pt x="31" y="53"/>
                    <a:pt x="31" y="54"/>
                    <a:pt x="31" y="54"/>
                  </a:cubicBezTo>
                  <a:cubicBezTo>
                    <a:pt x="31" y="57"/>
                    <a:pt x="29" y="58"/>
                    <a:pt x="27" y="58"/>
                  </a:cubicBezTo>
                  <a:cubicBezTo>
                    <a:pt x="26" y="61"/>
                    <a:pt x="24" y="62"/>
                    <a:pt x="21" y="62"/>
                  </a:cubicBezTo>
                  <a:cubicBezTo>
                    <a:pt x="19" y="62"/>
                    <a:pt x="16" y="61"/>
                    <a:pt x="15" y="58"/>
                  </a:cubicBezTo>
                  <a:cubicBezTo>
                    <a:pt x="13" y="58"/>
                    <a:pt x="11" y="57"/>
                    <a:pt x="11" y="54"/>
                  </a:cubicBezTo>
                  <a:cubicBezTo>
                    <a:pt x="11" y="54"/>
                    <a:pt x="11" y="53"/>
                    <a:pt x="11" y="53"/>
                  </a:cubicBezTo>
                  <a:cubicBezTo>
                    <a:pt x="10" y="52"/>
                    <a:pt x="9" y="51"/>
                    <a:pt x="9" y="49"/>
                  </a:cubicBezTo>
                  <a:cubicBezTo>
                    <a:pt x="9" y="48"/>
                    <a:pt x="10" y="47"/>
                    <a:pt x="10" y="47"/>
                  </a:cubicBezTo>
                  <a:cubicBezTo>
                    <a:pt x="10" y="46"/>
                    <a:pt x="9" y="45"/>
                    <a:pt x="9" y="44"/>
                  </a:cubicBezTo>
                  <a:cubicBezTo>
                    <a:pt x="9" y="43"/>
                    <a:pt x="10" y="42"/>
                    <a:pt x="11" y="41"/>
                  </a:cubicBezTo>
                  <a:cubicBezTo>
                    <a:pt x="11" y="37"/>
                    <a:pt x="7" y="32"/>
                    <a:pt x="5" y="29"/>
                  </a:cubicBezTo>
                  <a:cubicBezTo>
                    <a:pt x="2" y="26"/>
                    <a:pt x="0" y="23"/>
                    <a:pt x="0" y="18"/>
                  </a:cubicBezTo>
                  <a:cubicBezTo>
                    <a:pt x="0" y="8"/>
                    <a:pt x="11" y="0"/>
                    <a:pt x="21" y="0"/>
                  </a:cubicBezTo>
                  <a:cubicBezTo>
                    <a:pt x="31" y="0"/>
                    <a:pt x="42" y="8"/>
                    <a:pt x="42" y="18"/>
                  </a:cubicBezTo>
                  <a:cubicBezTo>
                    <a:pt x="42" y="23"/>
                    <a:pt x="40" y="26"/>
                    <a:pt x="37" y="29"/>
                  </a:cubicBezTo>
                  <a:close/>
                  <a:moveTo>
                    <a:pt x="21" y="6"/>
                  </a:moveTo>
                  <a:cubicBezTo>
                    <a:pt x="14" y="6"/>
                    <a:pt x="6" y="10"/>
                    <a:pt x="6" y="18"/>
                  </a:cubicBezTo>
                  <a:cubicBezTo>
                    <a:pt x="6" y="21"/>
                    <a:pt x="7" y="24"/>
                    <a:pt x="8" y="26"/>
                  </a:cubicBezTo>
                  <a:cubicBezTo>
                    <a:pt x="9" y="27"/>
                    <a:pt x="10" y="27"/>
                    <a:pt x="11" y="28"/>
                  </a:cubicBezTo>
                  <a:cubicBezTo>
                    <a:pt x="14" y="32"/>
                    <a:pt x="16" y="36"/>
                    <a:pt x="16" y="40"/>
                  </a:cubicBezTo>
                  <a:cubicBezTo>
                    <a:pt x="26" y="40"/>
                    <a:pt x="26" y="40"/>
                    <a:pt x="26" y="40"/>
                  </a:cubicBezTo>
                  <a:cubicBezTo>
                    <a:pt x="26" y="36"/>
                    <a:pt x="28" y="32"/>
                    <a:pt x="31" y="28"/>
                  </a:cubicBezTo>
                  <a:cubicBezTo>
                    <a:pt x="32" y="27"/>
                    <a:pt x="33" y="27"/>
                    <a:pt x="34" y="26"/>
                  </a:cubicBezTo>
                  <a:cubicBezTo>
                    <a:pt x="35" y="24"/>
                    <a:pt x="36" y="21"/>
                    <a:pt x="36" y="18"/>
                  </a:cubicBezTo>
                  <a:cubicBezTo>
                    <a:pt x="36" y="10"/>
                    <a:pt x="28" y="6"/>
                    <a:pt x="21" y="6"/>
                  </a:cubicBezTo>
                  <a:close/>
                  <a:moveTo>
                    <a:pt x="29" y="20"/>
                  </a:moveTo>
                  <a:cubicBezTo>
                    <a:pt x="28" y="20"/>
                    <a:pt x="27" y="19"/>
                    <a:pt x="27" y="18"/>
                  </a:cubicBezTo>
                  <a:cubicBezTo>
                    <a:pt x="27" y="16"/>
                    <a:pt x="23" y="15"/>
                    <a:pt x="21" y="15"/>
                  </a:cubicBezTo>
                  <a:cubicBezTo>
                    <a:pt x="20" y="15"/>
                    <a:pt x="20" y="14"/>
                    <a:pt x="20" y="13"/>
                  </a:cubicBezTo>
                  <a:cubicBezTo>
                    <a:pt x="20" y="13"/>
                    <a:pt x="20" y="12"/>
                    <a:pt x="21" y="12"/>
                  </a:cubicBezTo>
                  <a:cubicBezTo>
                    <a:pt x="25" y="12"/>
                    <a:pt x="30" y="14"/>
                    <a:pt x="30" y="18"/>
                  </a:cubicBezTo>
                  <a:cubicBezTo>
                    <a:pt x="30" y="19"/>
                    <a:pt x="29" y="20"/>
                    <a:pt x="29" y="20"/>
                  </a:cubicBezTo>
                  <a:close/>
                </a:path>
              </a:pathLst>
            </a:custGeom>
            <a:solidFill>
              <a:schemeClr val="accent1">
                <a:lumMod val="40000"/>
                <a:lumOff val="60000"/>
              </a:schemeClr>
            </a:solidFill>
            <a:ln w="9525">
              <a:noFill/>
              <a:round/>
            </a:ln>
          </p:spPr>
          <p:txBody>
            <a:bodyPr vert="horz" wrap="square" lIns="121920" tIns="60960" rIns="121920" bIns="60960" numCol="1" anchor="t" anchorCtr="0" compatLnSpc="1"/>
            <a:lstStyle/>
            <a:p>
              <a:pPr defTabSz="1375410"/>
              <a:endParaRPr lang="en-US" sz="2665">
                <a:solidFill>
                  <a:srgbClr val="262626"/>
                </a:solidFill>
                <a:latin typeface="Arial" panose="020B0604020202020204"/>
              </a:endParaRPr>
            </a:p>
          </p:txBody>
        </p:sp>
      </p:grpSp>
      <p:grpSp>
        <p:nvGrpSpPr>
          <p:cNvPr id="20" name="Group 52"/>
          <p:cNvGrpSpPr/>
          <p:nvPr/>
        </p:nvGrpSpPr>
        <p:grpSpPr>
          <a:xfrm>
            <a:off x="3587894" y="5433061"/>
            <a:ext cx="625361" cy="607457"/>
            <a:chOff x="4823118" y="2223917"/>
            <a:chExt cx="469021" cy="455593"/>
          </a:xfrm>
        </p:grpSpPr>
        <p:sp>
          <p:nvSpPr>
            <p:cNvPr id="21" name="Teardrop 53"/>
            <p:cNvSpPr>
              <a:spLocks noChangeAspect="1"/>
            </p:cNvSpPr>
            <p:nvPr/>
          </p:nvSpPr>
          <p:spPr>
            <a:xfrm>
              <a:off x="4823118" y="2223917"/>
              <a:ext cx="469021" cy="455593"/>
            </a:xfrm>
            <a:prstGeom prst="teardrop">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a:solidFill>
                  <a:srgbClr val="189A80"/>
                </a:solidFill>
                <a:latin typeface="Arial" panose="020B0604020202020204"/>
              </a:endParaRPr>
            </a:p>
          </p:txBody>
        </p:sp>
        <p:sp>
          <p:nvSpPr>
            <p:cNvPr id="22" name="Freeform 5"/>
            <p:cNvSpPr>
              <a:spLocks noEditPoints="1"/>
            </p:cNvSpPr>
            <p:nvPr/>
          </p:nvSpPr>
          <p:spPr bwMode="auto">
            <a:xfrm>
              <a:off x="4949420" y="2334408"/>
              <a:ext cx="235936" cy="235936"/>
            </a:xfrm>
            <a:custGeom>
              <a:avLst/>
              <a:gdLst/>
              <a:ahLst/>
              <a:cxnLst>
                <a:cxn ang="0">
                  <a:pos x="0" y="192"/>
                </a:cxn>
                <a:cxn ang="0">
                  <a:pos x="255" y="135"/>
                </a:cxn>
                <a:cxn ang="0">
                  <a:pos x="277" y="122"/>
                </a:cxn>
                <a:cxn ang="0">
                  <a:pos x="303" y="116"/>
                </a:cxn>
                <a:cxn ang="0">
                  <a:pos x="296" y="105"/>
                </a:cxn>
                <a:cxn ang="0">
                  <a:pos x="278" y="89"/>
                </a:cxn>
                <a:cxn ang="0">
                  <a:pos x="265" y="90"/>
                </a:cxn>
                <a:cxn ang="0">
                  <a:pos x="256" y="82"/>
                </a:cxn>
                <a:cxn ang="0">
                  <a:pos x="231" y="73"/>
                </a:cxn>
                <a:cxn ang="0">
                  <a:pos x="234" y="98"/>
                </a:cxn>
                <a:cxn ang="0">
                  <a:pos x="224" y="118"/>
                </a:cxn>
                <a:cxn ang="0">
                  <a:pos x="205" y="103"/>
                </a:cxn>
                <a:cxn ang="0">
                  <a:pos x="175" y="89"/>
                </a:cxn>
                <a:cxn ang="0">
                  <a:pos x="183" y="68"/>
                </a:cxn>
                <a:cxn ang="0">
                  <a:pos x="212" y="58"/>
                </a:cxn>
                <a:cxn ang="0">
                  <a:pos x="207" y="47"/>
                </a:cxn>
                <a:cxn ang="0">
                  <a:pos x="188" y="50"/>
                </a:cxn>
                <a:cxn ang="0">
                  <a:pos x="168" y="37"/>
                </a:cxn>
                <a:cxn ang="0">
                  <a:pos x="171" y="52"/>
                </a:cxn>
                <a:cxn ang="0">
                  <a:pos x="157" y="52"/>
                </a:cxn>
                <a:cxn ang="0">
                  <a:pos x="141" y="40"/>
                </a:cxn>
                <a:cxn ang="0">
                  <a:pos x="126" y="47"/>
                </a:cxn>
                <a:cxn ang="0">
                  <a:pos x="143" y="51"/>
                </a:cxn>
                <a:cxn ang="0">
                  <a:pos x="131" y="58"/>
                </a:cxn>
                <a:cxn ang="0">
                  <a:pos x="56" y="107"/>
                </a:cxn>
                <a:cxn ang="0">
                  <a:pos x="65" y="118"/>
                </a:cxn>
                <a:cxn ang="0">
                  <a:pos x="79" y="135"/>
                </a:cxn>
                <a:cxn ang="0">
                  <a:pos x="74" y="158"/>
                </a:cxn>
                <a:cxn ang="0">
                  <a:pos x="88" y="185"/>
                </a:cxn>
                <a:cxn ang="0">
                  <a:pos x="108" y="214"/>
                </a:cxn>
                <a:cxn ang="0">
                  <a:pos x="118" y="227"/>
                </a:cxn>
                <a:cxn ang="0">
                  <a:pos x="105" y="197"/>
                </a:cxn>
                <a:cxn ang="0">
                  <a:pos x="125" y="225"/>
                </a:cxn>
                <a:cxn ang="0">
                  <a:pos x="150" y="255"/>
                </a:cxn>
                <a:cxn ang="0">
                  <a:pos x="184" y="269"/>
                </a:cxn>
                <a:cxn ang="0">
                  <a:pos x="213" y="290"/>
                </a:cxn>
                <a:cxn ang="0">
                  <a:pos x="224" y="288"/>
                </a:cxn>
                <a:cxn ang="0">
                  <a:pos x="212" y="268"/>
                </a:cxn>
                <a:cxn ang="0">
                  <a:pos x="197" y="262"/>
                </a:cxn>
                <a:cxn ang="0">
                  <a:pos x="194" y="239"/>
                </a:cxn>
                <a:cxn ang="0">
                  <a:pos x="171" y="250"/>
                </a:cxn>
                <a:cxn ang="0">
                  <a:pos x="168" y="210"/>
                </a:cxn>
                <a:cxn ang="0">
                  <a:pos x="184" y="206"/>
                </a:cxn>
                <a:cxn ang="0">
                  <a:pos x="196" y="202"/>
                </a:cxn>
                <a:cxn ang="0">
                  <a:pos x="214" y="211"/>
                </a:cxn>
                <a:cxn ang="0">
                  <a:pos x="221" y="205"/>
                </a:cxn>
                <a:cxn ang="0">
                  <a:pos x="234" y="179"/>
                </a:cxn>
                <a:cxn ang="0">
                  <a:pos x="233" y="171"/>
                </a:cxn>
                <a:cxn ang="0">
                  <a:pos x="252" y="157"/>
                </a:cxn>
                <a:cxn ang="0">
                  <a:pos x="266" y="143"/>
                </a:cxn>
                <a:cxn ang="0">
                  <a:pos x="273" y="131"/>
                </a:cxn>
                <a:cxn ang="0">
                  <a:pos x="255" y="135"/>
                </a:cxn>
                <a:cxn ang="0">
                  <a:pos x="295" y="298"/>
                </a:cxn>
                <a:cxn ang="0">
                  <a:pos x="272" y="288"/>
                </a:cxn>
                <a:cxn ang="0">
                  <a:pos x="251" y="288"/>
                </a:cxn>
                <a:cxn ang="0">
                  <a:pos x="236" y="286"/>
                </a:cxn>
                <a:cxn ang="0">
                  <a:pos x="230" y="307"/>
                </a:cxn>
                <a:cxn ang="0">
                  <a:pos x="223" y="335"/>
                </a:cxn>
                <a:cxn ang="0">
                  <a:pos x="308" y="302"/>
                </a:cxn>
              </a:cxnLst>
              <a:rect l="0" t="0" r="r" b="b"/>
              <a:pathLst>
                <a:path w="384" h="384">
                  <a:moveTo>
                    <a:pt x="384" y="192"/>
                  </a:moveTo>
                  <a:cubicBezTo>
                    <a:pt x="384" y="298"/>
                    <a:pt x="298" y="384"/>
                    <a:pt x="192" y="384"/>
                  </a:cubicBezTo>
                  <a:cubicBezTo>
                    <a:pt x="86" y="384"/>
                    <a:pt x="0" y="298"/>
                    <a:pt x="0" y="192"/>
                  </a:cubicBezTo>
                  <a:cubicBezTo>
                    <a:pt x="0" y="86"/>
                    <a:pt x="86" y="0"/>
                    <a:pt x="192" y="0"/>
                  </a:cubicBezTo>
                  <a:cubicBezTo>
                    <a:pt x="298" y="0"/>
                    <a:pt x="384" y="86"/>
                    <a:pt x="384" y="192"/>
                  </a:cubicBezTo>
                  <a:close/>
                  <a:moveTo>
                    <a:pt x="255" y="135"/>
                  </a:moveTo>
                  <a:cubicBezTo>
                    <a:pt x="256" y="135"/>
                    <a:pt x="257" y="130"/>
                    <a:pt x="258" y="129"/>
                  </a:cubicBezTo>
                  <a:cubicBezTo>
                    <a:pt x="260" y="127"/>
                    <a:pt x="262" y="126"/>
                    <a:pt x="264" y="125"/>
                  </a:cubicBezTo>
                  <a:cubicBezTo>
                    <a:pt x="268" y="124"/>
                    <a:pt x="272" y="123"/>
                    <a:pt x="277" y="122"/>
                  </a:cubicBezTo>
                  <a:cubicBezTo>
                    <a:pt x="281" y="121"/>
                    <a:pt x="286" y="121"/>
                    <a:pt x="289" y="125"/>
                  </a:cubicBezTo>
                  <a:cubicBezTo>
                    <a:pt x="289" y="124"/>
                    <a:pt x="295" y="119"/>
                    <a:pt x="295" y="119"/>
                  </a:cubicBezTo>
                  <a:cubicBezTo>
                    <a:pt x="298" y="118"/>
                    <a:pt x="301" y="118"/>
                    <a:pt x="303" y="116"/>
                  </a:cubicBezTo>
                  <a:cubicBezTo>
                    <a:pt x="303" y="115"/>
                    <a:pt x="303" y="110"/>
                    <a:pt x="303" y="110"/>
                  </a:cubicBezTo>
                  <a:cubicBezTo>
                    <a:pt x="299" y="111"/>
                    <a:pt x="298" y="107"/>
                    <a:pt x="297" y="103"/>
                  </a:cubicBezTo>
                  <a:cubicBezTo>
                    <a:pt x="297" y="104"/>
                    <a:pt x="297" y="104"/>
                    <a:pt x="296" y="105"/>
                  </a:cubicBezTo>
                  <a:cubicBezTo>
                    <a:pt x="296" y="102"/>
                    <a:pt x="291" y="104"/>
                    <a:pt x="290" y="104"/>
                  </a:cubicBezTo>
                  <a:cubicBezTo>
                    <a:pt x="284" y="102"/>
                    <a:pt x="285" y="98"/>
                    <a:pt x="283" y="94"/>
                  </a:cubicBezTo>
                  <a:cubicBezTo>
                    <a:pt x="282" y="92"/>
                    <a:pt x="279" y="91"/>
                    <a:pt x="278" y="89"/>
                  </a:cubicBezTo>
                  <a:cubicBezTo>
                    <a:pt x="277" y="87"/>
                    <a:pt x="277" y="84"/>
                    <a:pt x="274" y="84"/>
                  </a:cubicBezTo>
                  <a:cubicBezTo>
                    <a:pt x="273" y="84"/>
                    <a:pt x="270" y="89"/>
                    <a:pt x="270" y="89"/>
                  </a:cubicBezTo>
                  <a:cubicBezTo>
                    <a:pt x="267" y="88"/>
                    <a:pt x="266" y="89"/>
                    <a:pt x="265" y="90"/>
                  </a:cubicBezTo>
                  <a:cubicBezTo>
                    <a:pt x="263" y="91"/>
                    <a:pt x="262" y="91"/>
                    <a:pt x="260" y="92"/>
                  </a:cubicBezTo>
                  <a:cubicBezTo>
                    <a:pt x="265" y="90"/>
                    <a:pt x="258" y="88"/>
                    <a:pt x="256" y="88"/>
                  </a:cubicBezTo>
                  <a:cubicBezTo>
                    <a:pt x="260" y="87"/>
                    <a:pt x="258" y="83"/>
                    <a:pt x="256" y="82"/>
                  </a:cubicBezTo>
                  <a:cubicBezTo>
                    <a:pt x="256" y="82"/>
                    <a:pt x="257" y="82"/>
                    <a:pt x="257" y="82"/>
                  </a:cubicBezTo>
                  <a:cubicBezTo>
                    <a:pt x="257" y="79"/>
                    <a:pt x="250" y="77"/>
                    <a:pt x="247" y="76"/>
                  </a:cubicBezTo>
                  <a:cubicBezTo>
                    <a:pt x="245" y="74"/>
                    <a:pt x="233" y="72"/>
                    <a:pt x="231" y="73"/>
                  </a:cubicBezTo>
                  <a:cubicBezTo>
                    <a:pt x="228" y="75"/>
                    <a:pt x="231" y="80"/>
                    <a:pt x="231" y="83"/>
                  </a:cubicBezTo>
                  <a:cubicBezTo>
                    <a:pt x="232" y="86"/>
                    <a:pt x="228" y="86"/>
                    <a:pt x="228" y="89"/>
                  </a:cubicBezTo>
                  <a:cubicBezTo>
                    <a:pt x="228" y="93"/>
                    <a:pt x="236" y="92"/>
                    <a:pt x="234" y="98"/>
                  </a:cubicBezTo>
                  <a:cubicBezTo>
                    <a:pt x="233" y="102"/>
                    <a:pt x="228" y="102"/>
                    <a:pt x="226" y="105"/>
                  </a:cubicBezTo>
                  <a:cubicBezTo>
                    <a:pt x="224" y="108"/>
                    <a:pt x="227" y="112"/>
                    <a:pt x="229" y="114"/>
                  </a:cubicBezTo>
                  <a:cubicBezTo>
                    <a:pt x="231" y="115"/>
                    <a:pt x="225" y="118"/>
                    <a:pt x="224" y="118"/>
                  </a:cubicBezTo>
                  <a:cubicBezTo>
                    <a:pt x="220" y="120"/>
                    <a:pt x="217" y="114"/>
                    <a:pt x="216" y="110"/>
                  </a:cubicBezTo>
                  <a:cubicBezTo>
                    <a:pt x="215" y="108"/>
                    <a:pt x="215" y="104"/>
                    <a:pt x="212" y="103"/>
                  </a:cubicBezTo>
                  <a:cubicBezTo>
                    <a:pt x="210" y="102"/>
                    <a:pt x="206" y="102"/>
                    <a:pt x="205" y="103"/>
                  </a:cubicBezTo>
                  <a:cubicBezTo>
                    <a:pt x="203" y="99"/>
                    <a:pt x="198" y="98"/>
                    <a:pt x="194" y="97"/>
                  </a:cubicBezTo>
                  <a:cubicBezTo>
                    <a:pt x="189" y="95"/>
                    <a:pt x="185" y="95"/>
                    <a:pt x="180" y="96"/>
                  </a:cubicBezTo>
                  <a:cubicBezTo>
                    <a:pt x="181" y="95"/>
                    <a:pt x="179" y="88"/>
                    <a:pt x="175" y="89"/>
                  </a:cubicBezTo>
                  <a:cubicBezTo>
                    <a:pt x="176" y="86"/>
                    <a:pt x="176" y="84"/>
                    <a:pt x="176" y="81"/>
                  </a:cubicBezTo>
                  <a:cubicBezTo>
                    <a:pt x="177" y="79"/>
                    <a:pt x="178" y="77"/>
                    <a:pt x="179" y="75"/>
                  </a:cubicBezTo>
                  <a:cubicBezTo>
                    <a:pt x="180" y="74"/>
                    <a:pt x="185" y="69"/>
                    <a:pt x="183" y="68"/>
                  </a:cubicBezTo>
                  <a:cubicBezTo>
                    <a:pt x="188" y="69"/>
                    <a:pt x="193" y="69"/>
                    <a:pt x="196" y="66"/>
                  </a:cubicBezTo>
                  <a:cubicBezTo>
                    <a:pt x="198" y="63"/>
                    <a:pt x="199" y="60"/>
                    <a:pt x="202" y="57"/>
                  </a:cubicBezTo>
                  <a:cubicBezTo>
                    <a:pt x="205" y="53"/>
                    <a:pt x="209" y="58"/>
                    <a:pt x="212" y="58"/>
                  </a:cubicBezTo>
                  <a:cubicBezTo>
                    <a:pt x="217" y="59"/>
                    <a:pt x="217" y="53"/>
                    <a:pt x="214" y="51"/>
                  </a:cubicBezTo>
                  <a:cubicBezTo>
                    <a:pt x="218" y="51"/>
                    <a:pt x="215" y="45"/>
                    <a:pt x="213" y="44"/>
                  </a:cubicBezTo>
                  <a:cubicBezTo>
                    <a:pt x="211" y="43"/>
                    <a:pt x="202" y="46"/>
                    <a:pt x="207" y="47"/>
                  </a:cubicBezTo>
                  <a:cubicBezTo>
                    <a:pt x="206" y="47"/>
                    <a:pt x="200" y="59"/>
                    <a:pt x="196" y="53"/>
                  </a:cubicBezTo>
                  <a:cubicBezTo>
                    <a:pt x="195" y="52"/>
                    <a:pt x="195" y="47"/>
                    <a:pt x="193" y="46"/>
                  </a:cubicBezTo>
                  <a:cubicBezTo>
                    <a:pt x="190" y="46"/>
                    <a:pt x="189" y="49"/>
                    <a:pt x="188" y="50"/>
                  </a:cubicBezTo>
                  <a:cubicBezTo>
                    <a:pt x="190" y="47"/>
                    <a:pt x="181" y="45"/>
                    <a:pt x="180" y="44"/>
                  </a:cubicBezTo>
                  <a:cubicBezTo>
                    <a:pt x="183" y="42"/>
                    <a:pt x="180" y="39"/>
                    <a:pt x="178" y="38"/>
                  </a:cubicBezTo>
                  <a:cubicBezTo>
                    <a:pt x="176" y="36"/>
                    <a:pt x="169" y="35"/>
                    <a:pt x="168" y="37"/>
                  </a:cubicBezTo>
                  <a:cubicBezTo>
                    <a:pt x="163" y="43"/>
                    <a:pt x="173" y="44"/>
                    <a:pt x="175" y="45"/>
                  </a:cubicBezTo>
                  <a:cubicBezTo>
                    <a:pt x="176" y="46"/>
                    <a:pt x="179" y="48"/>
                    <a:pt x="177" y="49"/>
                  </a:cubicBezTo>
                  <a:cubicBezTo>
                    <a:pt x="176" y="50"/>
                    <a:pt x="171" y="51"/>
                    <a:pt x="171" y="52"/>
                  </a:cubicBezTo>
                  <a:cubicBezTo>
                    <a:pt x="169" y="54"/>
                    <a:pt x="172" y="57"/>
                    <a:pt x="170" y="59"/>
                  </a:cubicBezTo>
                  <a:cubicBezTo>
                    <a:pt x="168" y="57"/>
                    <a:pt x="168" y="53"/>
                    <a:pt x="166" y="50"/>
                  </a:cubicBezTo>
                  <a:cubicBezTo>
                    <a:pt x="168" y="53"/>
                    <a:pt x="157" y="52"/>
                    <a:pt x="157" y="52"/>
                  </a:cubicBezTo>
                  <a:cubicBezTo>
                    <a:pt x="154" y="52"/>
                    <a:pt x="148" y="54"/>
                    <a:pt x="145" y="50"/>
                  </a:cubicBezTo>
                  <a:cubicBezTo>
                    <a:pt x="144" y="49"/>
                    <a:pt x="144" y="44"/>
                    <a:pt x="146" y="45"/>
                  </a:cubicBezTo>
                  <a:cubicBezTo>
                    <a:pt x="144" y="43"/>
                    <a:pt x="142" y="41"/>
                    <a:pt x="141" y="40"/>
                  </a:cubicBezTo>
                  <a:cubicBezTo>
                    <a:pt x="132" y="43"/>
                    <a:pt x="125" y="47"/>
                    <a:pt x="117" y="51"/>
                  </a:cubicBezTo>
                  <a:cubicBezTo>
                    <a:pt x="118" y="51"/>
                    <a:pt x="119" y="51"/>
                    <a:pt x="120" y="50"/>
                  </a:cubicBezTo>
                  <a:cubicBezTo>
                    <a:pt x="122" y="50"/>
                    <a:pt x="124" y="48"/>
                    <a:pt x="126" y="47"/>
                  </a:cubicBezTo>
                  <a:cubicBezTo>
                    <a:pt x="128" y="46"/>
                    <a:pt x="134" y="43"/>
                    <a:pt x="136" y="46"/>
                  </a:cubicBezTo>
                  <a:cubicBezTo>
                    <a:pt x="137" y="45"/>
                    <a:pt x="137" y="45"/>
                    <a:pt x="138" y="44"/>
                  </a:cubicBezTo>
                  <a:cubicBezTo>
                    <a:pt x="139" y="46"/>
                    <a:pt x="141" y="48"/>
                    <a:pt x="143" y="51"/>
                  </a:cubicBezTo>
                  <a:cubicBezTo>
                    <a:pt x="141" y="50"/>
                    <a:pt x="137" y="50"/>
                    <a:pt x="135" y="50"/>
                  </a:cubicBezTo>
                  <a:cubicBezTo>
                    <a:pt x="133" y="51"/>
                    <a:pt x="130" y="51"/>
                    <a:pt x="130" y="53"/>
                  </a:cubicBezTo>
                  <a:cubicBezTo>
                    <a:pt x="130" y="55"/>
                    <a:pt x="131" y="57"/>
                    <a:pt x="131" y="58"/>
                  </a:cubicBezTo>
                  <a:cubicBezTo>
                    <a:pt x="128" y="56"/>
                    <a:pt x="125" y="52"/>
                    <a:pt x="121" y="51"/>
                  </a:cubicBezTo>
                  <a:cubicBezTo>
                    <a:pt x="119" y="51"/>
                    <a:pt x="117" y="51"/>
                    <a:pt x="115" y="52"/>
                  </a:cubicBezTo>
                  <a:cubicBezTo>
                    <a:pt x="91" y="65"/>
                    <a:pt x="71" y="84"/>
                    <a:pt x="56" y="107"/>
                  </a:cubicBezTo>
                  <a:cubicBezTo>
                    <a:pt x="57" y="108"/>
                    <a:pt x="58" y="109"/>
                    <a:pt x="59" y="109"/>
                  </a:cubicBezTo>
                  <a:cubicBezTo>
                    <a:pt x="62" y="110"/>
                    <a:pt x="59" y="117"/>
                    <a:pt x="64" y="113"/>
                  </a:cubicBezTo>
                  <a:cubicBezTo>
                    <a:pt x="66" y="115"/>
                    <a:pt x="66" y="116"/>
                    <a:pt x="65" y="118"/>
                  </a:cubicBezTo>
                  <a:cubicBezTo>
                    <a:pt x="65" y="118"/>
                    <a:pt x="75" y="124"/>
                    <a:pt x="76" y="125"/>
                  </a:cubicBezTo>
                  <a:cubicBezTo>
                    <a:pt x="78" y="126"/>
                    <a:pt x="80" y="128"/>
                    <a:pt x="81" y="130"/>
                  </a:cubicBezTo>
                  <a:cubicBezTo>
                    <a:pt x="82" y="132"/>
                    <a:pt x="80" y="134"/>
                    <a:pt x="79" y="135"/>
                  </a:cubicBezTo>
                  <a:cubicBezTo>
                    <a:pt x="78" y="134"/>
                    <a:pt x="75" y="130"/>
                    <a:pt x="74" y="131"/>
                  </a:cubicBezTo>
                  <a:cubicBezTo>
                    <a:pt x="73" y="133"/>
                    <a:pt x="74" y="139"/>
                    <a:pt x="77" y="139"/>
                  </a:cubicBezTo>
                  <a:cubicBezTo>
                    <a:pt x="73" y="139"/>
                    <a:pt x="75" y="155"/>
                    <a:pt x="74" y="158"/>
                  </a:cubicBezTo>
                  <a:cubicBezTo>
                    <a:pt x="74" y="158"/>
                    <a:pt x="74" y="158"/>
                    <a:pt x="74" y="158"/>
                  </a:cubicBezTo>
                  <a:cubicBezTo>
                    <a:pt x="73" y="161"/>
                    <a:pt x="76" y="173"/>
                    <a:pt x="81" y="172"/>
                  </a:cubicBezTo>
                  <a:cubicBezTo>
                    <a:pt x="78" y="172"/>
                    <a:pt x="87" y="184"/>
                    <a:pt x="88" y="185"/>
                  </a:cubicBezTo>
                  <a:cubicBezTo>
                    <a:pt x="91" y="187"/>
                    <a:pt x="95" y="188"/>
                    <a:pt x="97" y="192"/>
                  </a:cubicBezTo>
                  <a:cubicBezTo>
                    <a:pt x="100" y="195"/>
                    <a:pt x="100" y="201"/>
                    <a:pt x="103" y="203"/>
                  </a:cubicBezTo>
                  <a:cubicBezTo>
                    <a:pt x="102" y="206"/>
                    <a:pt x="108" y="210"/>
                    <a:pt x="108" y="214"/>
                  </a:cubicBezTo>
                  <a:cubicBezTo>
                    <a:pt x="108" y="214"/>
                    <a:pt x="107" y="214"/>
                    <a:pt x="107" y="215"/>
                  </a:cubicBezTo>
                  <a:cubicBezTo>
                    <a:pt x="108" y="218"/>
                    <a:pt x="113" y="218"/>
                    <a:pt x="115" y="221"/>
                  </a:cubicBezTo>
                  <a:cubicBezTo>
                    <a:pt x="116" y="223"/>
                    <a:pt x="115" y="228"/>
                    <a:pt x="118" y="227"/>
                  </a:cubicBezTo>
                  <a:cubicBezTo>
                    <a:pt x="118" y="222"/>
                    <a:pt x="115" y="216"/>
                    <a:pt x="112" y="212"/>
                  </a:cubicBezTo>
                  <a:cubicBezTo>
                    <a:pt x="110" y="209"/>
                    <a:pt x="109" y="207"/>
                    <a:pt x="108" y="204"/>
                  </a:cubicBezTo>
                  <a:cubicBezTo>
                    <a:pt x="106" y="202"/>
                    <a:pt x="106" y="199"/>
                    <a:pt x="105" y="197"/>
                  </a:cubicBezTo>
                  <a:cubicBezTo>
                    <a:pt x="106" y="197"/>
                    <a:pt x="112" y="199"/>
                    <a:pt x="111" y="200"/>
                  </a:cubicBezTo>
                  <a:cubicBezTo>
                    <a:pt x="109" y="205"/>
                    <a:pt x="119" y="214"/>
                    <a:pt x="122" y="217"/>
                  </a:cubicBezTo>
                  <a:cubicBezTo>
                    <a:pt x="123" y="218"/>
                    <a:pt x="128" y="225"/>
                    <a:pt x="125" y="225"/>
                  </a:cubicBezTo>
                  <a:cubicBezTo>
                    <a:pt x="129" y="225"/>
                    <a:pt x="133" y="230"/>
                    <a:pt x="135" y="233"/>
                  </a:cubicBezTo>
                  <a:cubicBezTo>
                    <a:pt x="137" y="236"/>
                    <a:pt x="136" y="241"/>
                    <a:pt x="138" y="245"/>
                  </a:cubicBezTo>
                  <a:cubicBezTo>
                    <a:pt x="139" y="250"/>
                    <a:pt x="146" y="252"/>
                    <a:pt x="150" y="255"/>
                  </a:cubicBezTo>
                  <a:cubicBezTo>
                    <a:pt x="154" y="256"/>
                    <a:pt x="157" y="259"/>
                    <a:pt x="160" y="260"/>
                  </a:cubicBezTo>
                  <a:cubicBezTo>
                    <a:pt x="166" y="262"/>
                    <a:pt x="167" y="260"/>
                    <a:pt x="171" y="260"/>
                  </a:cubicBezTo>
                  <a:cubicBezTo>
                    <a:pt x="178" y="259"/>
                    <a:pt x="179" y="266"/>
                    <a:pt x="184" y="269"/>
                  </a:cubicBezTo>
                  <a:cubicBezTo>
                    <a:pt x="187" y="270"/>
                    <a:pt x="194" y="273"/>
                    <a:pt x="198" y="271"/>
                  </a:cubicBezTo>
                  <a:cubicBezTo>
                    <a:pt x="196" y="272"/>
                    <a:pt x="203" y="282"/>
                    <a:pt x="204" y="283"/>
                  </a:cubicBezTo>
                  <a:cubicBezTo>
                    <a:pt x="206" y="286"/>
                    <a:pt x="210" y="287"/>
                    <a:pt x="213" y="290"/>
                  </a:cubicBezTo>
                  <a:cubicBezTo>
                    <a:pt x="213" y="290"/>
                    <a:pt x="214" y="289"/>
                    <a:pt x="214" y="288"/>
                  </a:cubicBezTo>
                  <a:cubicBezTo>
                    <a:pt x="213" y="291"/>
                    <a:pt x="218" y="296"/>
                    <a:pt x="221" y="296"/>
                  </a:cubicBezTo>
                  <a:cubicBezTo>
                    <a:pt x="223" y="295"/>
                    <a:pt x="224" y="290"/>
                    <a:pt x="224" y="288"/>
                  </a:cubicBezTo>
                  <a:cubicBezTo>
                    <a:pt x="219" y="290"/>
                    <a:pt x="215" y="288"/>
                    <a:pt x="212" y="283"/>
                  </a:cubicBezTo>
                  <a:cubicBezTo>
                    <a:pt x="211" y="282"/>
                    <a:pt x="207" y="275"/>
                    <a:pt x="211" y="275"/>
                  </a:cubicBezTo>
                  <a:cubicBezTo>
                    <a:pt x="216" y="275"/>
                    <a:pt x="212" y="271"/>
                    <a:pt x="212" y="268"/>
                  </a:cubicBezTo>
                  <a:cubicBezTo>
                    <a:pt x="211" y="264"/>
                    <a:pt x="208" y="262"/>
                    <a:pt x="206" y="259"/>
                  </a:cubicBezTo>
                  <a:cubicBezTo>
                    <a:pt x="205" y="262"/>
                    <a:pt x="200" y="261"/>
                    <a:pt x="198" y="259"/>
                  </a:cubicBezTo>
                  <a:cubicBezTo>
                    <a:pt x="198" y="259"/>
                    <a:pt x="197" y="261"/>
                    <a:pt x="197" y="262"/>
                  </a:cubicBezTo>
                  <a:cubicBezTo>
                    <a:pt x="196" y="262"/>
                    <a:pt x="195" y="262"/>
                    <a:pt x="194" y="261"/>
                  </a:cubicBezTo>
                  <a:cubicBezTo>
                    <a:pt x="194" y="258"/>
                    <a:pt x="194" y="255"/>
                    <a:pt x="195" y="251"/>
                  </a:cubicBezTo>
                  <a:cubicBezTo>
                    <a:pt x="196" y="247"/>
                    <a:pt x="205" y="238"/>
                    <a:pt x="194" y="239"/>
                  </a:cubicBezTo>
                  <a:cubicBezTo>
                    <a:pt x="190" y="239"/>
                    <a:pt x="188" y="240"/>
                    <a:pt x="187" y="244"/>
                  </a:cubicBezTo>
                  <a:cubicBezTo>
                    <a:pt x="186" y="247"/>
                    <a:pt x="186" y="249"/>
                    <a:pt x="183" y="251"/>
                  </a:cubicBezTo>
                  <a:cubicBezTo>
                    <a:pt x="181" y="252"/>
                    <a:pt x="173" y="251"/>
                    <a:pt x="171" y="250"/>
                  </a:cubicBezTo>
                  <a:cubicBezTo>
                    <a:pt x="166" y="247"/>
                    <a:pt x="163" y="239"/>
                    <a:pt x="163" y="234"/>
                  </a:cubicBezTo>
                  <a:cubicBezTo>
                    <a:pt x="163" y="227"/>
                    <a:pt x="166" y="221"/>
                    <a:pt x="163" y="215"/>
                  </a:cubicBezTo>
                  <a:cubicBezTo>
                    <a:pt x="164" y="213"/>
                    <a:pt x="166" y="211"/>
                    <a:pt x="168" y="210"/>
                  </a:cubicBezTo>
                  <a:cubicBezTo>
                    <a:pt x="169" y="209"/>
                    <a:pt x="171" y="210"/>
                    <a:pt x="172" y="207"/>
                  </a:cubicBezTo>
                  <a:cubicBezTo>
                    <a:pt x="171" y="207"/>
                    <a:pt x="170" y="206"/>
                    <a:pt x="170" y="206"/>
                  </a:cubicBezTo>
                  <a:cubicBezTo>
                    <a:pt x="173" y="208"/>
                    <a:pt x="180" y="203"/>
                    <a:pt x="184" y="206"/>
                  </a:cubicBezTo>
                  <a:cubicBezTo>
                    <a:pt x="186" y="207"/>
                    <a:pt x="188" y="208"/>
                    <a:pt x="189" y="205"/>
                  </a:cubicBezTo>
                  <a:cubicBezTo>
                    <a:pt x="189" y="205"/>
                    <a:pt x="187" y="202"/>
                    <a:pt x="188" y="200"/>
                  </a:cubicBezTo>
                  <a:cubicBezTo>
                    <a:pt x="189" y="204"/>
                    <a:pt x="192" y="205"/>
                    <a:pt x="196" y="202"/>
                  </a:cubicBezTo>
                  <a:cubicBezTo>
                    <a:pt x="197" y="203"/>
                    <a:pt x="201" y="203"/>
                    <a:pt x="204" y="204"/>
                  </a:cubicBezTo>
                  <a:cubicBezTo>
                    <a:pt x="207" y="206"/>
                    <a:pt x="207" y="209"/>
                    <a:pt x="211" y="205"/>
                  </a:cubicBezTo>
                  <a:cubicBezTo>
                    <a:pt x="213" y="208"/>
                    <a:pt x="213" y="208"/>
                    <a:pt x="214" y="211"/>
                  </a:cubicBezTo>
                  <a:cubicBezTo>
                    <a:pt x="214" y="214"/>
                    <a:pt x="216" y="221"/>
                    <a:pt x="218" y="222"/>
                  </a:cubicBezTo>
                  <a:cubicBezTo>
                    <a:pt x="224" y="225"/>
                    <a:pt x="222" y="217"/>
                    <a:pt x="222" y="214"/>
                  </a:cubicBezTo>
                  <a:cubicBezTo>
                    <a:pt x="222" y="213"/>
                    <a:pt x="222" y="205"/>
                    <a:pt x="221" y="205"/>
                  </a:cubicBezTo>
                  <a:cubicBezTo>
                    <a:pt x="213" y="203"/>
                    <a:pt x="216" y="197"/>
                    <a:pt x="221" y="193"/>
                  </a:cubicBezTo>
                  <a:cubicBezTo>
                    <a:pt x="222" y="192"/>
                    <a:pt x="227" y="190"/>
                    <a:pt x="230" y="188"/>
                  </a:cubicBezTo>
                  <a:cubicBezTo>
                    <a:pt x="232" y="186"/>
                    <a:pt x="235" y="183"/>
                    <a:pt x="234" y="179"/>
                  </a:cubicBezTo>
                  <a:cubicBezTo>
                    <a:pt x="235" y="179"/>
                    <a:pt x="236" y="178"/>
                    <a:pt x="236" y="177"/>
                  </a:cubicBezTo>
                  <a:cubicBezTo>
                    <a:pt x="236" y="177"/>
                    <a:pt x="233" y="174"/>
                    <a:pt x="232" y="175"/>
                  </a:cubicBezTo>
                  <a:cubicBezTo>
                    <a:pt x="234" y="174"/>
                    <a:pt x="234" y="172"/>
                    <a:pt x="233" y="171"/>
                  </a:cubicBezTo>
                  <a:cubicBezTo>
                    <a:pt x="235" y="169"/>
                    <a:pt x="234" y="166"/>
                    <a:pt x="236" y="165"/>
                  </a:cubicBezTo>
                  <a:cubicBezTo>
                    <a:pt x="239" y="169"/>
                    <a:pt x="245" y="165"/>
                    <a:pt x="242" y="162"/>
                  </a:cubicBezTo>
                  <a:cubicBezTo>
                    <a:pt x="244" y="158"/>
                    <a:pt x="250" y="160"/>
                    <a:pt x="252" y="157"/>
                  </a:cubicBezTo>
                  <a:cubicBezTo>
                    <a:pt x="255" y="158"/>
                    <a:pt x="253" y="153"/>
                    <a:pt x="255" y="150"/>
                  </a:cubicBezTo>
                  <a:cubicBezTo>
                    <a:pt x="256" y="148"/>
                    <a:pt x="259" y="148"/>
                    <a:pt x="262" y="147"/>
                  </a:cubicBezTo>
                  <a:cubicBezTo>
                    <a:pt x="262" y="147"/>
                    <a:pt x="268" y="143"/>
                    <a:pt x="266" y="143"/>
                  </a:cubicBezTo>
                  <a:cubicBezTo>
                    <a:pt x="270" y="144"/>
                    <a:pt x="279" y="139"/>
                    <a:pt x="272" y="135"/>
                  </a:cubicBezTo>
                  <a:cubicBezTo>
                    <a:pt x="273" y="133"/>
                    <a:pt x="270" y="132"/>
                    <a:pt x="268" y="132"/>
                  </a:cubicBezTo>
                  <a:cubicBezTo>
                    <a:pt x="269" y="131"/>
                    <a:pt x="272" y="132"/>
                    <a:pt x="273" y="131"/>
                  </a:cubicBezTo>
                  <a:cubicBezTo>
                    <a:pt x="276" y="129"/>
                    <a:pt x="274" y="128"/>
                    <a:pt x="271" y="127"/>
                  </a:cubicBezTo>
                  <a:cubicBezTo>
                    <a:pt x="268" y="126"/>
                    <a:pt x="263" y="128"/>
                    <a:pt x="261" y="130"/>
                  </a:cubicBezTo>
                  <a:cubicBezTo>
                    <a:pt x="259" y="132"/>
                    <a:pt x="257" y="134"/>
                    <a:pt x="255" y="135"/>
                  </a:cubicBezTo>
                  <a:close/>
                  <a:moveTo>
                    <a:pt x="308" y="302"/>
                  </a:moveTo>
                  <a:cubicBezTo>
                    <a:pt x="306" y="301"/>
                    <a:pt x="303" y="301"/>
                    <a:pt x="301" y="300"/>
                  </a:cubicBezTo>
                  <a:cubicBezTo>
                    <a:pt x="299" y="300"/>
                    <a:pt x="298" y="299"/>
                    <a:pt x="295" y="298"/>
                  </a:cubicBezTo>
                  <a:cubicBezTo>
                    <a:pt x="296" y="293"/>
                    <a:pt x="290" y="292"/>
                    <a:pt x="287" y="289"/>
                  </a:cubicBezTo>
                  <a:cubicBezTo>
                    <a:pt x="284" y="287"/>
                    <a:pt x="282" y="284"/>
                    <a:pt x="277" y="285"/>
                  </a:cubicBezTo>
                  <a:cubicBezTo>
                    <a:pt x="276" y="285"/>
                    <a:pt x="271" y="287"/>
                    <a:pt x="272" y="288"/>
                  </a:cubicBezTo>
                  <a:cubicBezTo>
                    <a:pt x="269" y="285"/>
                    <a:pt x="268" y="284"/>
                    <a:pt x="263" y="282"/>
                  </a:cubicBezTo>
                  <a:cubicBezTo>
                    <a:pt x="259" y="281"/>
                    <a:pt x="257" y="276"/>
                    <a:pt x="253" y="281"/>
                  </a:cubicBezTo>
                  <a:cubicBezTo>
                    <a:pt x="251" y="283"/>
                    <a:pt x="252" y="286"/>
                    <a:pt x="251" y="288"/>
                  </a:cubicBezTo>
                  <a:cubicBezTo>
                    <a:pt x="247" y="285"/>
                    <a:pt x="254" y="282"/>
                    <a:pt x="251" y="279"/>
                  </a:cubicBezTo>
                  <a:cubicBezTo>
                    <a:pt x="248" y="275"/>
                    <a:pt x="243" y="281"/>
                    <a:pt x="240" y="282"/>
                  </a:cubicBezTo>
                  <a:cubicBezTo>
                    <a:pt x="239" y="284"/>
                    <a:pt x="237" y="284"/>
                    <a:pt x="236" y="286"/>
                  </a:cubicBezTo>
                  <a:cubicBezTo>
                    <a:pt x="235" y="287"/>
                    <a:pt x="234" y="290"/>
                    <a:pt x="233" y="291"/>
                  </a:cubicBezTo>
                  <a:cubicBezTo>
                    <a:pt x="233" y="289"/>
                    <a:pt x="228" y="290"/>
                    <a:pt x="228" y="288"/>
                  </a:cubicBezTo>
                  <a:cubicBezTo>
                    <a:pt x="229" y="294"/>
                    <a:pt x="229" y="301"/>
                    <a:pt x="230" y="307"/>
                  </a:cubicBezTo>
                  <a:cubicBezTo>
                    <a:pt x="231" y="310"/>
                    <a:pt x="230" y="316"/>
                    <a:pt x="227" y="319"/>
                  </a:cubicBezTo>
                  <a:cubicBezTo>
                    <a:pt x="224" y="321"/>
                    <a:pt x="221" y="324"/>
                    <a:pt x="220" y="329"/>
                  </a:cubicBezTo>
                  <a:cubicBezTo>
                    <a:pt x="220" y="332"/>
                    <a:pt x="220" y="334"/>
                    <a:pt x="223" y="335"/>
                  </a:cubicBezTo>
                  <a:cubicBezTo>
                    <a:pt x="223" y="339"/>
                    <a:pt x="219" y="342"/>
                    <a:pt x="219" y="346"/>
                  </a:cubicBezTo>
                  <a:cubicBezTo>
                    <a:pt x="219" y="346"/>
                    <a:pt x="220" y="348"/>
                    <a:pt x="220" y="350"/>
                  </a:cubicBezTo>
                  <a:cubicBezTo>
                    <a:pt x="254" y="344"/>
                    <a:pt x="285" y="327"/>
                    <a:pt x="308" y="302"/>
                  </a:cubicBezTo>
                  <a:close/>
                </a:path>
              </a:pathLst>
            </a:custGeom>
            <a:solidFill>
              <a:schemeClr val="accent1">
                <a:lumMod val="40000"/>
                <a:lumOff val="60000"/>
              </a:schemeClr>
            </a:solidFill>
            <a:ln w="9525">
              <a:noFill/>
              <a:round/>
            </a:ln>
          </p:spPr>
          <p:txBody>
            <a:bodyPr vert="horz" wrap="square" lIns="121920" tIns="60960" rIns="121920" bIns="60960" numCol="1" anchor="t" anchorCtr="0" compatLnSpc="1"/>
            <a:lstStyle/>
            <a:p>
              <a:pPr defTabSz="1375410"/>
              <a:endParaRPr lang="en-US" sz="2665">
                <a:solidFill>
                  <a:srgbClr val="262626"/>
                </a:solidFill>
                <a:latin typeface="Arial" panose="020B0604020202020204"/>
              </a:endParaRPr>
            </a:p>
          </p:txBody>
        </p:sp>
      </p:grpSp>
      <p:grpSp>
        <p:nvGrpSpPr>
          <p:cNvPr id="23" name="Group 55"/>
          <p:cNvGrpSpPr/>
          <p:nvPr/>
        </p:nvGrpSpPr>
        <p:grpSpPr>
          <a:xfrm>
            <a:off x="6309824" y="1607236"/>
            <a:ext cx="625361" cy="607457"/>
            <a:chOff x="5924943" y="2223917"/>
            <a:chExt cx="469021" cy="455593"/>
          </a:xfrm>
        </p:grpSpPr>
        <p:sp>
          <p:nvSpPr>
            <p:cNvPr id="24" name="Teardrop 56"/>
            <p:cNvSpPr>
              <a:spLocks noChangeAspect="1"/>
            </p:cNvSpPr>
            <p:nvPr/>
          </p:nvSpPr>
          <p:spPr>
            <a:xfrm>
              <a:off x="5924943" y="2223917"/>
              <a:ext cx="469021" cy="455593"/>
            </a:xfrm>
            <a:prstGeom prst="teardrop">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a:solidFill>
                  <a:srgbClr val="F09C2A"/>
                </a:solidFill>
                <a:latin typeface="Arial" panose="020B0604020202020204"/>
              </a:endParaRPr>
            </a:p>
          </p:txBody>
        </p:sp>
        <p:sp>
          <p:nvSpPr>
            <p:cNvPr id="25" name="Freeform 36"/>
            <p:cNvSpPr>
              <a:spLocks noEditPoints="1"/>
            </p:cNvSpPr>
            <p:nvPr/>
          </p:nvSpPr>
          <p:spPr bwMode="auto">
            <a:xfrm>
              <a:off x="6069782" y="2334408"/>
              <a:ext cx="203200" cy="220663"/>
            </a:xfrm>
            <a:custGeom>
              <a:avLst/>
              <a:gdLst/>
              <a:ahLst/>
              <a:cxnLst>
                <a:cxn ang="0">
                  <a:pos x="55" y="64"/>
                </a:cxn>
                <a:cxn ang="0">
                  <a:pos x="0" y="59"/>
                </a:cxn>
                <a:cxn ang="0">
                  <a:pos x="4" y="9"/>
                </a:cxn>
                <a:cxn ang="0">
                  <a:pos x="9" y="5"/>
                </a:cxn>
                <a:cxn ang="0">
                  <a:pos x="17" y="0"/>
                </a:cxn>
                <a:cxn ang="0">
                  <a:pos x="23" y="9"/>
                </a:cxn>
                <a:cxn ang="0">
                  <a:pos x="36" y="5"/>
                </a:cxn>
                <a:cxn ang="0">
                  <a:pos x="44" y="0"/>
                </a:cxn>
                <a:cxn ang="0">
                  <a:pos x="50" y="9"/>
                </a:cxn>
                <a:cxn ang="0">
                  <a:pos x="59" y="13"/>
                </a:cxn>
                <a:cxn ang="0">
                  <a:pos x="15" y="33"/>
                </a:cxn>
                <a:cxn ang="0">
                  <a:pos x="4" y="23"/>
                </a:cxn>
                <a:cxn ang="0">
                  <a:pos x="15" y="33"/>
                </a:cxn>
                <a:cxn ang="0">
                  <a:pos x="15" y="35"/>
                </a:cxn>
                <a:cxn ang="0">
                  <a:pos x="4" y="47"/>
                </a:cxn>
                <a:cxn ang="0">
                  <a:pos x="15" y="59"/>
                </a:cxn>
                <a:cxn ang="0">
                  <a:pos x="4" y="49"/>
                </a:cxn>
                <a:cxn ang="0">
                  <a:pos x="15" y="59"/>
                </a:cxn>
                <a:cxn ang="0">
                  <a:pos x="17" y="4"/>
                </a:cxn>
                <a:cxn ang="0">
                  <a:pos x="13" y="5"/>
                </a:cxn>
                <a:cxn ang="0">
                  <a:pos x="15" y="17"/>
                </a:cxn>
                <a:cxn ang="0">
                  <a:pos x="18" y="16"/>
                </a:cxn>
                <a:cxn ang="0">
                  <a:pos x="28" y="33"/>
                </a:cxn>
                <a:cxn ang="0">
                  <a:pos x="17" y="23"/>
                </a:cxn>
                <a:cxn ang="0">
                  <a:pos x="28" y="33"/>
                </a:cxn>
                <a:cxn ang="0">
                  <a:pos x="28" y="35"/>
                </a:cxn>
                <a:cxn ang="0">
                  <a:pos x="17" y="47"/>
                </a:cxn>
                <a:cxn ang="0">
                  <a:pos x="28" y="59"/>
                </a:cxn>
                <a:cxn ang="0">
                  <a:pos x="17" y="49"/>
                </a:cxn>
                <a:cxn ang="0">
                  <a:pos x="28" y="59"/>
                </a:cxn>
                <a:cxn ang="0">
                  <a:pos x="42" y="23"/>
                </a:cxn>
                <a:cxn ang="0">
                  <a:pos x="31" y="33"/>
                </a:cxn>
                <a:cxn ang="0">
                  <a:pos x="42" y="47"/>
                </a:cxn>
                <a:cxn ang="0">
                  <a:pos x="31" y="35"/>
                </a:cxn>
                <a:cxn ang="0">
                  <a:pos x="42" y="47"/>
                </a:cxn>
                <a:cxn ang="0">
                  <a:pos x="42" y="49"/>
                </a:cxn>
                <a:cxn ang="0">
                  <a:pos x="31" y="59"/>
                </a:cxn>
                <a:cxn ang="0">
                  <a:pos x="45" y="5"/>
                </a:cxn>
                <a:cxn ang="0">
                  <a:pos x="42" y="4"/>
                </a:cxn>
                <a:cxn ang="0">
                  <a:pos x="41" y="16"/>
                </a:cxn>
                <a:cxn ang="0">
                  <a:pos x="44" y="17"/>
                </a:cxn>
                <a:cxn ang="0">
                  <a:pos x="45" y="5"/>
                </a:cxn>
                <a:cxn ang="0">
                  <a:pos x="55" y="23"/>
                </a:cxn>
                <a:cxn ang="0">
                  <a:pos x="44" y="33"/>
                </a:cxn>
                <a:cxn ang="0">
                  <a:pos x="55" y="47"/>
                </a:cxn>
                <a:cxn ang="0">
                  <a:pos x="44" y="35"/>
                </a:cxn>
                <a:cxn ang="0">
                  <a:pos x="55" y="47"/>
                </a:cxn>
                <a:cxn ang="0">
                  <a:pos x="55" y="49"/>
                </a:cxn>
                <a:cxn ang="0">
                  <a:pos x="44" y="59"/>
                </a:cxn>
              </a:cxnLst>
              <a:rect l="0" t="0" r="r" b="b"/>
              <a:pathLst>
                <a:path w="59" h="64">
                  <a:moveTo>
                    <a:pt x="59" y="59"/>
                  </a:moveTo>
                  <a:cubicBezTo>
                    <a:pt x="59" y="62"/>
                    <a:pt x="57" y="64"/>
                    <a:pt x="55" y="64"/>
                  </a:cubicBezTo>
                  <a:cubicBezTo>
                    <a:pt x="4" y="64"/>
                    <a:pt x="4" y="64"/>
                    <a:pt x="4" y="64"/>
                  </a:cubicBezTo>
                  <a:cubicBezTo>
                    <a:pt x="2" y="64"/>
                    <a:pt x="0" y="62"/>
                    <a:pt x="0" y="59"/>
                  </a:cubicBezTo>
                  <a:cubicBezTo>
                    <a:pt x="0" y="13"/>
                    <a:pt x="0" y="13"/>
                    <a:pt x="0" y="13"/>
                  </a:cubicBezTo>
                  <a:cubicBezTo>
                    <a:pt x="0" y="11"/>
                    <a:pt x="2" y="9"/>
                    <a:pt x="4" y="9"/>
                  </a:cubicBezTo>
                  <a:cubicBezTo>
                    <a:pt x="9" y="9"/>
                    <a:pt x="9" y="9"/>
                    <a:pt x="9" y="9"/>
                  </a:cubicBezTo>
                  <a:cubicBezTo>
                    <a:pt x="9" y="5"/>
                    <a:pt x="9" y="5"/>
                    <a:pt x="9" y="5"/>
                  </a:cubicBezTo>
                  <a:cubicBezTo>
                    <a:pt x="9" y="2"/>
                    <a:pt x="11" y="0"/>
                    <a:pt x="15" y="0"/>
                  </a:cubicBezTo>
                  <a:cubicBezTo>
                    <a:pt x="17" y="0"/>
                    <a:pt x="17" y="0"/>
                    <a:pt x="17" y="0"/>
                  </a:cubicBezTo>
                  <a:cubicBezTo>
                    <a:pt x="20" y="0"/>
                    <a:pt x="23" y="2"/>
                    <a:pt x="23" y="5"/>
                  </a:cubicBezTo>
                  <a:cubicBezTo>
                    <a:pt x="23" y="9"/>
                    <a:pt x="23" y="9"/>
                    <a:pt x="23" y="9"/>
                  </a:cubicBezTo>
                  <a:cubicBezTo>
                    <a:pt x="36" y="9"/>
                    <a:pt x="36" y="9"/>
                    <a:pt x="36" y="9"/>
                  </a:cubicBezTo>
                  <a:cubicBezTo>
                    <a:pt x="36" y="5"/>
                    <a:pt x="36" y="5"/>
                    <a:pt x="36" y="5"/>
                  </a:cubicBezTo>
                  <a:cubicBezTo>
                    <a:pt x="36" y="2"/>
                    <a:pt x="39" y="0"/>
                    <a:pt x="42" y="0"/>
                  </a:cubicBezTo>
                  <a:cubicBezTo>
                    <a:pt x="44" y="0"/>
                    <a:pt x="44" y="0"/>
                    <a:pt x="44" y="0"/>
                  </a:cubicBezTo>
                  <a:cubicBezTo>
                    <a:pt x="47" y="0"/>
                    <a:pt x="50" y="2"/>
                    <a:pt x="50" y="5"/>
                  </a:cubicBezTo>
                  <a:cubicBezTo>
                    <a:pt x="50" y="9"/>
                    <a:pt x="50" y="9"/>
                    <a:pt x="50" y="9"/>
                  </a:cubicBezTo>
                  <a:cubicBezTo>
                    <a:pt x="55" y="9"/>
                    <a:pt x="55" y="9"/>
                    <a:pt x="55" y="9"/>
                  </a:cubicBezTo>
                  <a:cubicBezTo>
                    <a:pt x="57" y="9"/>
                    <a:pt x="59" y="11"/>
                    <a:pt x="59" y="13"/>
                  </a:cubicBezTo>
                  <a:lnTo>
                    <a:pt x="59" y="59"/>
                  </a:lnTo>
                  <a:close/>
                  <a:moveTo>
                    <a:pt x="15" y="33"/>
                  </a:moveTo>
                  <a:cubicBezTo>
                    <a:pt x="15" y="23"/>
                    <a:pt x="15" y="23"/>
                    <a:pt x="15" y="23"/>
                  </a:cubicBezTo>
                  <a:cubicBezTo>
                    <a:pt x="4" y="23"/>
                    <a:pt x="4" y="23"/>
                    <a:pt x="4" y="23"/>
                  </a:cubicBezTo>
                  <a:cubicBezTo>
                    <a:pt x="4" y="33"/>
                    <a:pt x="4" y="33"/>
                    <a:pt x="4" y="33"/>
                  </a:cubicBezTo>
                  <a:lnTo>
                    <a:pt x="15" y="33"/>
                  </a:lnTo>
                  <a:close/>
                  <a:moveTo>
                    <a:pt x="15" y="47"/>
                  </a:moveTo>
                  <a:cubicBezTo>
                    <a:pt x="15" y="35"/>
                    <a:pt x="15" y="35"/>
                    <a:pt x="15" y="35"/>
                  </a:cubicBezTo>
                  <a:cubicBezTo>
                    <a:pt x="4" y="35"/>
                    <a:pt x="4" y="35"/>
                    <a:pt x="4" y="35"/>
                  </a:cubicBezTo>
                  <a:cubicBezTo>
                    <a:pt x="4" y="47"/>
                    <a:pt x="4" y="47"/>
                    <a:pt x="4" y="47"/>
                  </a:cubicBezTo>
                  <a:lnTo>
                    <a:pt x="15" y="47"/>
                  </a:lnTo>
                  <a:close/>
                  <a:moveTo>
                    <a:pt x="15" y="59"/>
                  </a:moveTo>
                  <a:cubicBezTo>
                    <a:pt x="15" y="49"/>
                    <a:pt x="15" y="49"/>
                    <a:pt x="15" y="49"/>
                  </a:cubicBezTo>
                  <a:cubicBezTo>
                    <a:pt x="4" y="49"/>
                    <a:pt x="4" y="49"/>
                    <a:pt x="4" y="49"/>
                  </a:cubicBezTo>
                  <a:cubicBezTo>
                    <a:pt x="4" y="59"/>
                    <a:pt x="4" y="59"/>
                    <a:pt x="4" y="59"/>
                  </a:cubicBezTo>
                  <a:lnTo>
                    <a:pt x="15" y="59"/>
                  </a:lnTo>
                  <a:close/>
                  <a:moveTo>
                    <a:pt x="18" y="5"/>
                  </a:moveTo>
                  <a:cubicBezTo>
                    <a:pt x="18" y="5"/>
                    <a:pt x="18" y="4"/>
                    <a:pt x="17" y="4"/>
                  </a:cubicBezTo>
                  <a:cubicBezTo>
                    <a:pt x="15" y="4"/>
                    <a:pt x="15" y="4"/>
                    <a:pt x="15" y="4"/>
                  </a:cubicBezTo>
                  <a:cubicBezTo>
                    <a:pt x="14" y="4"/>
                    <a:pt x="13" y="5"/>
                    <a:pt x="13" y="5"/>
                  </a:cubicBezTo>
                  <a:cubicBezTo>
                    <a:pt x="13" y="16"/>
                    <a:pt x="13" y="16"/>
                    <a:pt x="13" y="16"/>
                  </a:cubicBezTo>
                  <a:cubicBezTo>
                    <a:pt x="13" y="16"/>
                    <a:pt x="14" y="17"/>
                    <a:pt x="15" y="17"/>
                  </a:cubicBezTo>
                  <a:cubicBezTo>
                    <a:pt x="17" y="17"/>
                    <a:pt x="17" y="17"/>
                    <a:pt x="17" y="17"/>
                  </a:cubicBezTo>
                  <a:cubicBezTo>
                    <a:pt x="18" y="17"/>
                    <a:pt x="18" y="16"/>
                    <a:pt x="18" y="16"/>
                  </a:cubicBezTo>
                  <a:lnTo>
                    <a:pt x="18" y="5"/>
                  </a:lnTo>
                  <a:close/>
                  <a:moveTo>
                    <a:pt x="28" y="33"/>
                  </a:moveTo>
                  <a:cubicBezTo>
                    <a:pt x="28" y="23"/>
                    <a:pt x="28" y="23"/>
                    <a:pt x="28" y="23"/>
                  </a:cubicBezTo>
                  <a:cubicBezTo>
                    <a:pt x="17" y="23"/>
                    <a:pt x="17" y="23"/>
                    <a:pt x="17" y="23"/>
                  </a:cubicBezTo>
                  <a:cubicBezTo>
                    <a:pt x="17" y="33"/>
                    <a:pt x="17" y="33"/>
                    <a:pt x="17" y="33"/>
                  </a:cubicBezTo>
                  <a:lnTo>
                    <a:pt x="28" y="33"/>
                  </a:lnTo>
                  <a:close/>
                  <a:moveTo>
                    <a:pt x="28" y="47"/>
                  </a:moveTo>
                  <a:cubicBezTo>
                    <a:pt x="28" y="35"/>
                    <a:pt x="28" y="35"/>
                    <a:pt x="28" y="35"/>
                  </a:cubicBezTo>
                  <a:cubicBezTo>
                    <a:pt x="17" y="35"/>
                    <a:pt x="17" y="35"/>
                    <a:pt x="17" y="35"/>
                  </a:cubicBezTo>
                  <a:cubicBezTo>
                    <a:pt x="17" y="47"/>
                    <a:pt x="17" y="47"/>
                    <a:pt x="17" y="47"/>
                  </a:cubicBezTo>
                  <a:lnTo>
                    <a:pt x="28" y="47"/>
                  </a:lnTo>
                  <a:close/>
                  <a:moveTo>
                    <a:pt x="28" y="59"/>
                  </a:moveTo>
                  <a:cubicBezTo>
                    <a:pt x="28" y="49"/>
                    <a:pt x="28" y="49"/>
                    <a:pt x="28" y="49"/>
                  </a:cubicBezTo>
                  <a:cubicBezTo>
                    <a:pt x="17" y="49"/>
                    <a:pt x="17" y="49"/>
                    <a:pt x="17" y="49"/>
                  </a:cubicBezTo>
                  <a:cubicBezTo>
                    <a:pt x="17" y="59"/>
                    <a:pt x="17" y="59"/>
                    <a:pt x="17" y="59"/>
                  </a:cubicBezTo>
                  <a:lnTo>
                    <a:pt x="28" y="59"/>
                  </a:lnTo>
                  <a:close/>
                  <a:moveTo>
                    <a:pt x="42" y="33"/>
                  </a:moveTo>
                  <a:cubicBezTo>
                    <a:pt x="42" y="23"/>
                    <a:pt x="42" y="23"/>
                    <a:pt x="42" y="23"/>
                  </a:cubicBezTo>
                  <a:cubicBezTo>
                    <a:pt x="31" y="23"/>
                    <a:pt x="31" y="23"/>
                    <a:pt x="31" y="23"/>
                  </a:cubicBezTo>
                  <a:cubicBezTo>
                    <a:pt x="31" y="33"/>
                    <a:pt x="31" y="33"/>
                    <a:pt x="31" y="33"/>
                  </a:cubicBezTo>
                  <a:lnTo>
                    <a:pt x="42" y="33"/>
                  </a:lnTo>
                  <a:close/>
                  <a:moveTo>
                    <a:pt x="42" y="47"/>
                  </a:moveTo>
                  <a:cubicBezTo>
                    <a:pt x="42" y="35"/>
                    <a:pt x="42" y="35"/>
                    <a:pt x="42" y="35"/>
                  </a:cubicBezTo>
                  <a:cubicBezTo>
                    <a:pt x="31" y="35"/>
                    <a:pt x="31" y="35"/>
                    <a:pt x="31" y="35"/>
                  </a:cubicBezTo>
                  <a:cubicBezTo>
                    <a:pt x="31" y="47"/>
                    <a:pt x="31" y="47"/>
                    <a:pt x="31" y="47"/>
                  </a:cubicBezTo>
                  <a:lnTo>
                    <a:pt x="42" y="47"/>
                  </a:lnTo>
                  <a:close/>
                  <a:moveTo>
                    <a:pt x="42" y="59"/>
                  </a:moveTo>
                  <a:cubicBezTo>
                    <a:pt x="42" y="49"/>
                    <a:pt x="42" y="49"/>
                    <a:pt x="42" y="49"/>
                  </a:cubicBezTo>
                  <a:cubicBezTo>
                    <a:pt x="31" y="49"/>
                    <a:pt x="31" y="49"/>
                    <a:pt x="31" y="49"/>
                  </a:cubicBezTo>
                  <a:cubicBezTo>
                    <a:pt x="31" y="59"/>
                    <a:pt x="31" y="59"/>
                    <a:pt x="31" y="59"/>
                  </a:cubicBezTo>
                  <a:lnTo>
                    <a:pt x="42" y="59"/>
                  </a:lnTo>
                  <a:close/>
                  <a:moveTo>
                    <a:pt x="45" y="5"/>
                  </a:moveTo>
                  <a:cubicBezTo>
                    <a:pt x="45" y="5"/>
                    <a:pt x="45" y="4"/>
                    <a:pt x="44" y="4"/>
                  </a:cubicBezTo>
                  <a:cubicBezTo>
                    <a:pt x="42" y="4"/>
                    <a:pt x="42" y="4"/>
                    <a:pt x="42" y="4"/>
                  </a:cubicBezTo>
                  <a:cubicBezTo>
                    <a:pt x="41" y="4"/>
                    <a:pt x="41" y="5"/>
                    <a:pt x="41" y="5"/>
                  </a:cubicBezTo>
                  <a:cubicBezTo>
                    <a:pt x="41" y="16"/>
                    <a:pt x="41" y="16"/>
                    <a:pt x="41" y="16"/>
                  </a:cubicBezTo>
                  <a:cubicBezTo>
                    <a:pt x="41" y="16"/>
                    <a:pt x="41" y="17"/>
                    <a:pt x="42" y="17"/>
                  </a:cubicBezTo>
                  <a:cubicBezTo>
                    <a:pt x="44" y="17"/>
                    <a:pt x="44" y="17"/>
                    <a:pt x="44" y="17"/>
                  </a:cubicBezTo>
                  <a:cubicBezTo>
                    <a:pt x="45" y="17"/>
                    <a:pt x="45" y="16"/>
                    <a:pt x="45" y="16"/>
                  </a:cubicBezTo>
                  <a:lnTo>
                    <a:pt x="45" y="5"/>
                  </a:lnTo>
                  <a:close/>
                  <a:moveTo>
                    <a:pt x="55" y="33"/>
                  </a:moveTo>
                  <a:cubicBezTo>
                    <a:pt x="55" y="23"/>
                    <a:pt x="55" y="23"/>
                    <a:pt x="55" y="23"/>
                  </a:cubicBezTo>
                  <a:cubicBezTo>
                    <a:pt x="44" y="23"/>
                    <a:pt x="44" y="23"/>
                    <a:pt x="44" y="23"/>
                  </a:cubicBezTo>
                  <a:cubicBezTo>
                    <a:pt x="44" y="33"/>
                    <a:pt x="44" y="33"/>
                    <a:pt x="44" y="33"/>
                  </a:cubicBezTo>
                  <a:lnTo>
                    <a:pt x="55" y="33"/>
                  </a:lnTo>
                  <a:close/>
                  <a:moveTo>
                    <a:pt x="55" y="47"/>
                  </a:moveTo>
                  <a:cubicBezTo>
                    <a:pt x="55" y="35"/>
                    <a:pt x="55" y="35"/>
                    <a:pt x="55" y="35"/>
                  </a:cubicBezTo>
                  <a:cubicBezTo>
                    <a:pt x="44" y="35"/>
                    <a:pt x="44" y="35"/>
                    <a:pt x="44" y="35"/>
                  </a:cubicBezTo>
                  <a:cubicBezTo>
                    <a:pt x="44" y="47"/>
                    <a:pt x="44" y="47"/>
                    <a:pt x="44" y="47"/>
                  </a:cubicBezTo>
                  <a:lnTo>
                    <a:pt x="55" y="47"/>
                  </a:lnTo>
                  <a:close/>
                  <a:moveTo>
                    <a:pt x="55" y="59"/>
                  </a:moveTo>
                  <a:cubicBezTo>
                    <a:pt x="55" y="49"/>
                    <a:pt x="55" y="49"/>
                    <a:pt x="55" y="49"/>
                  </a:cubicBezTo>
                  <a:cubicBezTo>
                    <a:pt x="44" y="49"/>
                    <a:pt x="44" y="49"/>
                    <a:pt x="44" y="49"/>
                  </a:cubicBezTo>
                  <a:cubicBezTo>
                    <a:pt x="44" y="59"/>
                    <a:pt x="44" y="59"/>
                    <a:pt x="44" y="59"/>
                  </a:cubicBezTo>
                  <a:lnTo>
                    <a:pt x="55" y="59"/>
                  </a:lnTo>
                  <a:close/>
                </a:path>
              </a:pathLst>
            </a:custGeom>
            <a:solidFill>
              <a:schemeClr val="accent3"/>
            </a:solidFill>
            <a:ln w="9525">
              <a:noFill/>
              <a:round/>
            </a:ln>
          </p:spPr>
          <p:txBody>
            <a:bodyPr vert="horz" wrap="square" lIns="121920" tIns="60960" rIns="121920" bIns="60960" numCol="1" anchor="t" anchorCtr="0" compatLnSpc="1"/>
            <a:lstStyle/>
            <a:p>
              <a:pPr defTabSz="1375410"/>
              <a:endParaRPr lang="en-US" sz="2665">
                <a:solidFill>
                  <a:srgbClr val="262626"/>
                </a:solidFill>
                <a:latin typeface="Arial" panose="020B0604020202020204"/>
              </a:endParaRPr>
            </a:p>
          </p:txBody>
        </p:sp>
      </p:grpSp>
      <p:grpSp>
        <p:nvGrpSpPr>
          <p:cNvPr id="26" name="Group 63"/>
          <p:cNvGrpSpPr/>
          <p:nvPr/>
        </p:nvGrpSpPr>
        <p:grpSpPr>
          <a:xfrm>
            <a:off x="3617778" y="1607236"/>
            <a:ext cx="625361" cy="607457"/>
            <a:chOff x="3699782" y="2223917"/>
            <a:chExt cx="469021" cy="455593"/>
          </a:xfrm>
        </p:grpSpPr>
        <p:sp>
          <p:nvSpPr>
            <p:cNvPr id="27" name="Teardrop 68"/>
            <p:cNvSpPr>
              <a:spLocks noChangeAspect="1"/>
            </p:cNvSpPr>
            <p:nvPr/>
          </p:nvSpPr>
          <p:spPr>
            <a:xfrm>
              <a:off x="3699782" y="2223917"/>
              <a:ext cx="469021" cy="455593"/>
            </a:xfrm>
            <a:prstGeom prst="teardrop">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a:solidFill>
                  <a:srgbClr val="377790"/>
                </a:solidFill>
                <a:latin typeface="Arial" panose="020B0604020202020204"/>
              </a:endParaRPr>
            </a:p>
          </p:txBody>
        </p:sp>
        <p:sp>
          <p:nvSpPr>
            <p:cNvPr id="28" name="Freeform 117"/>
            <p:cNvSpPr/>
            <p:nvPr/>
          </p:nvSpPr>
          <p:spPr bwMode="auto">
            <a:xfrm>
              <a:off x="3850236" y="2359808"/>
              <a:ext cx="195263" cy="195263"/>
            </a:xfrm>
            <a:custGeom>
              <a:avLst/>
              <a:gdLst/>
              <a:ahLst/>
              <a:cxnLst>
                <a:cxn ang="0">
                  <a:pos x="56" y="51"/>
                </a:cxn>
                <a:cxn ang="0">
                  <a:pos x="51" y="55"/>
                </a:cxn>
                <a:cxn ang="0">
                  <a:pos x="43" y="57"/>
                </a:cxn>
                <a:cxn ang="0">
                  <a:pos x="33" y="54"/>
                </a:cxn>
                <a:cxn ang="0">
                  <a:pos x="26" y="51"/>
                </a:cxn>
                <a:cxn ang="0">
                  <a:pos x="7" y="32"/>
                </a:cxn>
                <a:cxn ang="0">
                  <a:pos x="3" y="25"/>
                </a:cxn>
                <a:cxn ang="0">
                  <a:pos x="0" y="14"/>
                </a:cxn>
                <a:cxn ang="0">
                  <a:pos x="3" y="7"/>
                </a:cxn>
                <a:cxn ang="0">
                  <a:pos x="7" y="2"/>
                </a:cxn>
                <a:cxn ang="0">
                  <a:pos x="12" y="0"/>
                </a:cxn>
                <a:cxn ang="0">
                  <a:pos x="13" y="1"/>
                </a:cxn>
                <a:cxn ang="0">
                  <a:pos x="15" y="4"/>
                </a:cxn>
                <a:cxn ang="0">
                  <a:pos x="19" y="10"/>
                </a:cxn>
                <a:cxn ang="0">
                  <a:pos x="21" y="14"/>
                </a:cxn>
                <a:cxn ang="0">
                  <a:pos x="14" y="22"/>
                </a:cxn>
                <a:cxn ang="0">
                  <a:pos x="15" y="26"/>
                </a:cxn>
                <a:cxn ang="0">
                  <a:pos x="32" y="42"/>
                </a:cxn>
                <a:cxn ang="0">
                  <a:pos x="35" y="44"/>
                </a:cxn>
                <a:cxn ang="0">
                  <a:pos x="43" y="36"/>
                </a:cxn>
                <a:cxn ang="0">
                  <a:pos x="47" y="38"/>
                </a:cxn>
                <a:cxn ang="0">
                  <a:pos x="54" y="42"/>
                </a:cxn>
                <a:cxn ang="0">
                  <a:pos x="57" y="44"/>
                </a:cxn>
                <a:cxn ang="0">
                  <a:pos x="57" y="45"/>
                </a:cxn>
                <a:cxn ang="0">
                  <a:pos x="56" y="51"/>
                </a:cxn>
              </a:cxnLst>
              <a:rect l="0" t="0" r="r" b="b"/>
              <a:pathLst>
                <a:path w="57" h="57">
                  <a:moveTo>
                    <a:pt x="56" y="51"/>
                  </a:moveTo>
                  <a:cubicBezTo>
                    <a:pt x="55" y="53"/>
                    <a:pt x="53" y="54"/>
                    <a:pt x="51" y="55"/>
                  </a:cubicBezTo>
                  <a:cubicBezTo>
                    <a:pt x="49" y="56"/>
                    <a:pt x="46" y="57"/>
                    <a:pt x="43" y="57"/>
                  </a:cubicBezTo>
                  <a:cubicBezTo>
                    <a:pt x="40" y="57"/>
                    <a:pt x="36" y="55"/>
                    <a:pt x="33" y="54"/>
                  </a:cubicBezTo>
                  <a:cubicBezTo>
                    <a:pt x="30" y="53"/>
                    <a:pt x="28" y="52"/>
                    <a:pt x="26" y="51"/>
                  </a:cubicBezTo>
                  <a:cubicBezTo>
                    <a:pt x="19" y="47"/>
                    <a:pt x="11" y="38"/>
                    <a:pt x="7" y="32"/>
                  </a:cubicBezTo>
                  <a:cubicBezTo>
                    <a:pt x="5" y="29"/>
                    <a:pt x="4" y="27"/>
                    <a:pt x="3" y="25"/>
                  </a:cubicBezTo>
                  <a:cubicBezTo>
                    <a:pt x="2" y="21"/>
                    <a:pt x="0" y="18"/>
                    <a:pt x="0" y="14"/>
                  </a:cubicBezTo>
                  <a:cubicBezTo>
                    <a:pt x="0" y="11"/>
                    <a:pt x="1" y="9"/>
                    <a:pt x="3" y="7"/>
                  </a:cubicBezTo>
                  <a:cubicBezTo>
                    <a:pt x="4" y="5"/>
                    <a:pt x="5" y="3"/>
                    <a:pt x="7" y="2"/>
                  </a:cubicBezTo>
                  <a:cubicBezTo>
                    <a:pt x="8" y="1"/>
                    <a:pt x="11" y="0"/>
                    <a:pt x="12" y="0"/>
                  </a:cubicBezTo>
                  <a:cubicBezTo>
                    <a:pt x="13" y="0"/>
                    <a:pt x="13" y="0"/>
                    <a:pt x="13" y="1"/>
                  </a:cubicBezTo>
                  <a:cubicBezTo>
                    <a:pt x="14" y="1"/>
                    <a:pt x="15" y="3"/>
                    <a:pt x="15" y="4"/>
                  </a:cubicBezTo>
                  <a:cubicBezTo>
                    <a:pt x="17" y="6"/>
                    <a:pt x="18" y="8"/>
                    <a:pt x="19" y="10"/>
                  </a:cubicBezTo>
                  <a:cubicBezTo>
                    <a:pt x="20" y="12"/>
                    <a:pt x="21" y="13"/>
                    <a:pt x="21" y="14"/>
                  </a:cubicBezTo>
                  <a:cubicBezTo>
                    <a:pt x="21" y="17"/>
                    <a:pt x="14" y="20"/>
                    <a:pt x="14" y="22"/>
                  </a:cubicBezTo>
                  <a:cubicBezTo>
                    <a:pt x="14" y="23"/>
                    <a:pt x="15" y="25"/>
                    <a:pt x="15" y="26"/>
                  </a:cubicBezTo>
                  <a:cubicBezTo>
                    <a:pt x="19" y="33"/>
                    <a:pt x="24" y="38"/>
                    <a:pt x="32" y="42"/>
                  </a:cubicBezTo>
                  <a:cubicBezTo>
                    <a:pt x="33" y="43"/>
                    <a:pt x="34" y="44"/>
                    <a:pt x="35" y="44"/>
                  </a:cubicBezTo>
                  <a:cubicBezTo>
                    <a:pt x="37" y="44"/>
                    <a:pt x="41" y="36"/>
                    <a:pt x="43" y="36"/>
                  </a:cubicBezTo>
                  <a:cubicBezTo>
                    <a:pt x="45" y="36"/>
                    <a:pt x="46" y="38"/>
                    <a:pt x="47" y="38"/>
                  </a:cubicBezTo>
                  <a:cubicBezTo>
                    <a:pt x="49" y="40"/>
                    <a:pt x="52" y="41"/>
                    <a:pt x="54" y="42"/>
                  </a:cubicBezTo>
                  <a:cubicBezTo>
                    <a:pt x="55" y="43"/>
                    <a:pt x="57" y="43"/>
                    <a:pt x="57" y="44"/>
                  </a:cubicBezTo>
                  <a:cubicBezTo>
                    <a:pt x="57" y="45"/>
                    <a:pt x="57" y="45"/>
                    <a:pt x="57" y="45"/>
                  </a:cubicBezTo>
                  <a:cubicBezTo>
                    <a:pt x="57" y="47"/>
                    <a:pt x="56" y="49"/>
                    <a:pt x="56" y="51"/>
                  </a:cubicBezTo>
                  <a:close/>
                </a:path>
              </a:pathLst>
            </a:custGeom>
            <a:solidFill>
              <a:schemeClr val="accent1"/>
            </a:solidFill>
            <a:ln w="9525">
              <a:noFill/>
              <a:round/>
            </a:ln>
          </p:spPr>
          <p:txBody>
            <a:bodyPr vert="horz" wrap="square" lIns="121920" tIns="60960" rIns="121920" bIns="60960" numCol="1" anchor="t" anchorCtr="0" compatLnSpc="1"/>
            <a:lstStyle/>
            <a:p>
              <a:pPr defTabSz="1375410"/>
              <a:endParaRPr lang="en-US" sz="2665">
                <a:solidFill>
                  <a:srgbClr val="262626"/>
                </a:solidFill>
                <a:latin typeface="Arial" panose="020B0604020202020204"/>
              </a:endParaRPr>
            </a:p>
          </p:txBody>
        </p:sp>
      </p:grpSp>
      <p:sp>
        <p:nvSpPr>
          <p:cNvPr id="29" name="TextBox 70"/>
          <p:cNvSpPr txBox="1"/>
          <p:nvPr/>
        </p:nvSpPr>
        <p:spPr>
          <a:xfrm>
            <a:off x="7128434" y="5314083"/>
            <a:ext cx="1459377" cy="246221"/>
          </a:xfrm>
          <a:prstGeom prst="rect">
            <a:avLst/>
          </a:prstGeom>
          <a:noFill/>
        </p:spPr>
        <p:txBody>
          <a:bodyPr wrap="square" lIns="0" tIns="0" rIns="0" bIns="0" rtlCol="0" anchor="t">
            <a:spAutoFit/>
          </a:bodyPr>
          <a:lstStyle/>
          <a:p>
            <a:pPr defTabSz="1375410"/>
            <a:r>
              <a:rPr lang="zh-CN" altLang="en-US" sz="1600" b="1">
                <a:solidFill>
                  <a:schemeClr val="tx1">
                    <a:lumMod val="75000"/>
                    <a:lumOff val="25000"/>
                  </a:schemeClr>
                </a:solidFill>
                <a:latin typeface="Arial" panose="020B0604020202020204"/>
              </a:rPr>
              <a:t>单击输入标题</a:t>
            </a:r>
            <a:endParaRPr lang="zh-CN" altLang="en-US" sz="1600" b="1">
              <a:solidFill>
                <a:schemeClr val="tx1">
                  <a:lumMod val="75000"/>
                  <a:lumOff val="25000"/>
                </a:schemeClr>
              </a:solidFill>
              <a:latin typeface="Arial" panose="020B0604020202020204"/>
            </a:endParaRPr>
          </a:p>
        </p:txBody>
      </p:sp>
      <p:grpSp>
        <p:nvGrpSpPr>
          <p:cNvPr id="30" name="Group 87"/>
          <p:cNvGrpSpPr/>
          <p:nvPr/>
        </p:nvGrpSpPr>
        <p:grpSpPr>
          <a:xfrm>
            <a:off x="8990173" y="5433061"/>
            <a:ext cx="625361" cy="607457"/>
            <a:chOff x="6227259" y="4121421"/>
            <a:chExt cx="469021" cy="455593"/>
          </a:xfrm>
        </p:grpSpPr>
        <p:sp>
          <p:nvSpPr>
            <p:cNvPr id="31" name="Teardrop 73"/>
            <p:cNvSpPr>
              <a:spLocks noChangeAspect="1"/>
            </p:cNvSpPr>
            <p:nvPr/>
          </p:nvSpPr>
          <p:spPr>
            <a:xfrm>
              <a:off x="6227259" y="4121421"/>
              <a:ext cx="469021" cy="455593"/>
            </a:xfrm>
            <a:prstGeom prst="teardrop">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5410"/>
              <a:endParaRPr lang="en-US" sz="2665">
                <a:solidFill>
                  <a:srgbClr val="189A80"/>
                </a:solidFill>
                <a:latin typeface="Arial" panose="020B0604020202020204"/>
              </a:endParaRPr>
            </a:p>
          </p:txBody>
        </p:sp>
        <p:sp>
          <p:nvSpPr>
            <p:cNvPr id="32" name="Freeform 152"/>
            <p:cNvSpPr>
              <a:spLocks noEditPoints="1"/>
            </p:cNvSpPr>
            <p:nvPr/>
          </p:nvSpPr>
          <p:spPr bwMode="auto">
            <a:xfrm>
              <a:off x="6357880" y="4225562"/>
              <a:ext cx="243066" cy="236766"/>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chemeClr val="accent1">
                <a:lumMod val="40000"/>
                <a:lumOff val="60000"/>
              </a:schemeClr>
            </a:solidFill>
            <a:ln w="9525">
              <a:noFill/>
              <a:round/>
            </a:ln>
          </p:spPr>
          <p:txBody>
            <a:bodyPr vert="horz" wrap="square" lIns="121920" tIns="60960" rIns="121920" bIns="60960" numCol="1" anchor="t" anchorCtr="0" compatLnSpc="1"/>
            <a:lstStyle/>
            <a:p>
              <a:pPr defTabSz="1375410"/>
              <a:endParaRPr lang="en-US" sz="2665">
                <a:solidFill>
                  <a:srgbClr val="262626"/>
                </a:solidFill>
                <a:latin typeface="Arial" panose="020B0604020202020204"/>
              </a:endParaRPr>
            </a:p>
          </p:txBody>
        </p:sp>
      </p:grpSp>
      <p:sp>
        <p:nvSpPr>
          <p:cNvPr id="33" name="TextBox 88"/>
          <p:cNvSpPr txBox="1"/>
          <p:nvPr/>
        </p:nvSpPr>
        <p:spPr>
          <a:xfrm>
            <a:off x="1791719" y="2366156"/>
            <a:ext cx="1826059" cy="798488"/>
          </a:xfrm>
          <a:prstGeom prst="rect">
            <a:avLst/>
          </a:prstGeom>
          <a:noFill/>
        </p:spPr>
        <p:txBody>
          <a:bodyPr wrap="square" lIns="0" tIns="0" rIns="0" bIns="0" rtlCol="0">
            <a:spAutoFit/>
          </a:bodyPr>
          <a:lstStyle/>
          <a:p>
            <a:pPr defTabSz="1375410">
              <a:lnSpc>
                <a:spcPct val="150000"/>
              </a:lnSpc>
            </a:pPr>
            <a:r>
              <a:rPr lang="zh-CN" altLang="en-US" sz="1200">
                <a:solidFill>
                  <a:schemeClr val="tx1">
                    <a:lumMod val="50000"/>
                    <a:lumOff val="50000"/>
                  </a:schemeClr>
                </a:solidFill>
                <a:latin typeface="+mn-ea"/>
              </a:rPr>
              <a:t>点此输入内容或者复制您的内容在这里，通过复制您的文本后在此框</a:t>
            </a:r>
            <a:endParaRPr lang="zh-CN" altLang="en-US" sz="1200">
              <a:solidFill>
                <a:schemeClr val="tx1">
                  <a:lumMod val="50000"/>
                  <a:lumOff val="50000"/>
                </a:schemeClr>
              </a:solidFill>
              <a:latin typeface="+mn-ea"/>
            </a:endParaRPr>
          </a:p>
        </p:txBody>
      </p:sp>
      <p:sp>
        <p:nvSpPr>
          <p:cNvPr id="34" name="TextBox 89"/>
          <p:cNvSpPr txBox="1"/>
          <p:nvPr/>
        </p:nvSpPr>
        <p:spPr>
          <a:xfrm>
            <a:off x="4476277" y="2366156"/>
            <a:ext cx="1826059" cy="798488"/>
          </a:xfrm>
          <a:prstGeom prst="rect">
            <a:avLst/>
          </a:prstGeom>
          <a:noFill/>
        </p:spPr>
        <p:txBody>
          <a:bodyPr wrap="square" lIns="0" tIns="0" rIns="0" bIns="0" rtlCol="0">
            <a:spAutoFit/>
          </a:bodyPr>
          <a:lstStyle/>
          <a:p>
            <a:pPr defTabSz="1375410">
              <a:lnSpc>
                <a:spcPct val="150000"/>
              </a:lnSpc>
            </a:pPr>
            <a:r>
              <a:rPr lang="zh-CN" altLang="en-US" sz="1200">
                <a:solidFill>
                  <a:schemeClr val="tx1">
                    <a:lumMod val="50000"/>
                    <a:lumOff val="50000"/>
                  </a:schemeClr>
                </a:solidFill>
                <a:latin typeface="+mn-ea"/>
              </a:rPr>
              <a:t>点此输入内容或者复制您的内容在这里，通过复制您的文本后在此框</a:t>
            </a:r>
            <a:endParaRPr lang="zh-CN" altLang="en-US" sz="1200">
              <a:solidFill>
                <a:schemeClr val="tx1">
                  <a:lumMod val="50000"/>
                  <a:lumOff val="50000"/>
                </a:schemeClr>
              </a:solidFill>
              <a:latin typeface="+mn-ea"/>
            </a:endParaRPr>
          </a:p>
        </p:txBody>
      </p:sp>
      <p:sp>
        <p:nvSpPr>
          <p:cNvPr id="35" name="TextBox 90"/>
          <p:cNvSpPr txBox="1"/>
          <p:nvPr/>
        </p:nvSpPr>
        <p:spPr>
          <a:xfrm>
            <a:off x="7110873" y="2366156"/>
            <a:ext cx="1826059" cy="798488"/>
          </a:xfrm>
          <a:prstGeom prst="rect">
            <a:avLst/>
          </a:prstGeom>
          <a:noFill/>
        </p:spPr>
        <p:txBody>
          <a:bodyPr wrap="square" lIns="0" tIns="0" rIns="0" bIns="0" rtlCol="0">
            <a:spAutoFit/>
          </a:bodyPr>
          <a:lstStyle/>
          <a:p>
            <a:pPr defTabSz="1375410">
              <a:lnSpc>
                <a:spcPct val="150000"/>
              </a:lnSpc>
            </a:pPr>
            <a:r>
              <a:rPr lang="zh-CN" altLang="en-US" sz="1200">
                <a:solidFill>
                  <a:schemeClr val="tx1">
                    <a:lumMod val="50000"/>
                    <a:lumOff val="50000"/>
                  </a:schemeClr>
                </a:solidFill>
                <a:latin typeface="+mn-ea"/>
              </a:rPr>
              <a:t>点此输入内容或者复制您的内容在这里，通过复制您的文本后在此框</a:t>
            </a:r>
            <a:endParaRPr lang="zh-CN" altLang="en-US" sz="1200">
              <a:solidFill>
                <a:schemeClr val="tx1">
                  <a:lumMod val="50000"/>
                  <a:lumOff val="50000"/>
                </a:schemeClr>
              </a:solidFill>
              <a:latin typeface="+mn-ea"/>
            </a:endParaRPr>
          </a:p>
        </p:txBody>
      </p:sp>
      <p:sp>
        <p:nvSpPr>
          <p:cNvPr id="36" name="TextBox 91"/>
          <p:cNvSpPr txBox="1"/>
          <p:nvPr/>
        </p:nvSpPr>
        <p:spPr>
          <a:xfrm>
            <a:off x="1791719" y="4450418"/>
            <a:ext cx="1826059" cy="798488"/>
          </a:xfrm>
          <a:prstGeom prst="rect">
            <a:avLst/>
          </a:prstGeom>
          <a:noFill/>
        </p:spPr>
        <p:txBody>
          <a:bodyPr wrap="square" lIns="0" tIns="0" rIns="0" bIns="0" rtlCol="0">
            <a:spAutoFit/>
          </a:bodyPr>
          <a:lstStyle/>
          <a:p>
            <a:pPr defTabSz="1375410">
              <a:lnSpc>
                <a:spcPct val="150000"/>
              </a:lnSpc>
            </a:pPr>
            <a:r>
              <a:rPr lang="zh-CN" altLang="en-US" sz="1200">
                <a:solidFill>
                  <a:schemeClr val="tx1">
                    <a:lumMod val="50000"/>
                    <a:lumOff val="50000"/>
                  </a:schemeClr>
                </a:solidFill>
                <a:latin typeface="+mn-ea"/>
              </a:rPr>
              <a:t>点此输入内容或者复制您的内容在这里，通过复制您的文本后在此框</a:t>
            </a:r>
            <a:endParaRPr lang="zh-CN" altLang="en-US" sz="1200">
              <a:solidFill>
                <a:schemeClr val="tx1">
                  <a:lumMod val="50000"/>
                  <a:lumOff val="50000"/>
                </a:schemeClr>
              </a:solidFill>
              <a:latin typeface="+mn-ea"/>
            </a:endParaRPr>
          </a:p>
        </p:txBody>
      </p:sp>
      <p:sp>
        <p:nvSpPr>
          <p:cNvPr id="37" name="TextBox 92"/>
          <p:cNvSpPr txBox="1"/>
          <p:nvPr/>
        </p:nvSpPr>
        <p:spPr>
          <a:xfrm>
            <a:off x="4476277" y="4450418"/>
            <a:ext cx="1826059" cy="798488"/>
          </a:xfrm>
          <a:prstGeom prst="rect">
            <a:avLst/>
          </a:prstGeom>
          <a:noFill/>
        </p:spPr>
        <p:txBody>
          <a:bodyPr wrap="square" lIns="0" tIns="0" rIns="0" bIns="0" rtlCol="0">
            <a:spAutoFit/>
          </a:bodyPr>
          <a:lstStyle/>
          <a:p>
            <a:pPr defTabSz="1375410">
              <a:lnSpc>
                <a:spcPct val="150000"/>
              </a:lnSpc>
            </a:pPr>
            <a:r>
              <a:rPr lang="zh-CN" altLang="en-US" sz="1200">
                <a:solidFill>
                  <a:schemeClr val="tx1">
                    <a:lumMod val="50000"/>
                    <a:lumOff val="50000"/>
                  </a:schemeClr>
                </a:solidFill>
                <a:latin typeface="+mn-ea"/>
              </a:rPr>
              <a:t>点此输入内容或者复制您的内容在这里，通过复制您的文本后在此框</a:t>
            </a:r>
            <a:endParaRPr lang="zh-CN" altLang="en-US" sz="1200">
              <a:solidFill>
                <a:schemeClr val="tx1">
                  <a:lumMod val="50000"/>
                  <a:lumOff val="50000"/>
                </a:schemeClr>
              </a:solidFill>
              <a:latin typeface="+mn-ea"/>
            </a:endParaRPr>
          </a:p>
        </p:txBody>
      </p:sp>
      <p:sp>
        <p:nvSpPr>
          <p:cNvPr id="38" name="TextBox 97"/>
          <p:cNvSpPr txBox="1"/>
          <p:nvPr/>
        </p:nvSpPr>
        <p:spPr>
          <a:xfrm>
            <a:off x="7110873" y="4450418"/>
            <a:ext cx="1826059" cy="798488"/>
          </a:xfrm>
          <a:prstGeom prst="rect">
            <a:avLst/>
          </a:prstGeom>
          <a:noFill/>
        </p:spPr>
        <p:txBody>
          <a:bodyPr wrap="square" lIns="0" tIns="0" rIns="0" bIns="0" rtlCol="0">
            <a:spAutoFit/>
          </a:bodyPr>
          <a:lstStyle/>
          <a:p>
            <a:pPr defTabSz="1375410">
              <a:lnSpc>
                <a:spcPct val="150000"/>
              </a:lnSpc>
            </a:pPr>
            <a:r>
              <a:rPr lang="zh-CN" altLang="en-US" sz="1200">
                <a:solidFill>
                  <a:schemeClr val="tx1">
                    <a:lumMod val="50000"/>
                    <a:lumOff val="50000"/>
                  </a:schemeClr>
                </a:solidFill>
                <a:latin typeface="+mn-ea"/>
              </a:rPr>
              <a:t>点此输入内容或者复制您的内容在这里，通过复制您的文本后在此框</a:t>
            </a:r>
            <a:endParaRPr lang="zh-CN" altLang="en-US" sz="1200">
              <a:solidFill>
                <a:schemeClr val="tx1">
                  <a:lumMod val="50000"/>
                  <a:lumOff val="50000"/>
                </a:schemeClr>
              </a:solidFill>
              <a:latin typeface="+mn-ea"/>
            </a:endParaRPr>
          </a:p>
        </p:txBody>
      </p:sp>
      <p:sp>
        <p:nvSpPr>
          <p:cNvPr id="42" name="Freeform 152"/>
          <p:cNvSpPr>
            <a:spLocks noEditPoints="1"/>
          </p:cNvSpPr>
          <p:nvPr/>
        </p:nvSpPr>
        <p:spPr bwMode="auto">
          <a:xfrm>
            <a:off x="10596484" y="3367838"/>
            <a:ext cx="799361" cy="755534"/>
          </a:xfrm>
          <a:custGeom>
            <a:avLst/>
            <a:gdLst>
              <a:gd name="T0" fmla="*/ 423 w 427"/>
              <a:gd name="T1" fmla="*/ 26 h 404"/>
              <a:gd name="T2" fmla="*/ 336 w 427"/>
              <a:gd name="T3" fmla="*/ 31 h 404"/>
              <a:gd name="T4" fmla="*/ 336 w 427"/>
              <a:gd name="T5" fmla="*/ 17 h 404"/>
              <a:gd name="T6" fmla="*/ 91 w 427"/>
              <a:gd name="T7" fmla="*/ 17 h 404"/>
              <a:gd name="T8" fmla="*/ 91 w 427"/>
              <a:gd name="T9" fmla="*/ 31 h 404"/>
              <a:gd name="T10" fmla="*/ 4 w 427"/>
              <a:gd name="T11" fmla="*/ 26 h 404"/>
              <a:gd name="T12" fmla="*/ 0 w 427"/>
              <a:gd name="T13" fmla="*/ 29 h 404"/>
              <a:gd name="T14" fmla="*/ 0 w 427"/>
              <a:gd name="T15" fmla="*/ 34 h 404"/>
              <a:gd name="T16" fmla="*/ 64 w 427"/>
              <a:gd name="T17" fmla="*/ 191 h 404"/>
              <a:gd name="T18" fmla="*/ 135 w 427"/>
              <a:gd name="T19" fmla="*/ 214 h 404"/>
              <a:gd name="T20" fmla="*/ 125 w 427"/>
              <a:gd name="T21" fmla="*/ 235 h 404"/>
              <a:gd name="T22" fmla="*/ 141 w 427"/>
              <a:gd name="T23" fmla="*/ 244 h 404"/>
              <a:gd name="T24" fmla="*/ 152 w 427"/>
              <a:gd name="T25" fmla="*/ 221 h 404"/>
              <a:gd name="T26" fmla="*/ 192 w 427"/>
              <a:gd name="T27" fmla="*/ 256 h 404"/>
              <a:gd name="T28" fmla="*/ 118 w 427"/>
              <a:gd name="T29" fmla="*/ 321 h 404"/>
              <a:gd name="T30" fmla="*/ 109 w 427"/>
              <a:gd name="T31" fmla="*/ 321 h 404"/>
              <a:gd name="T32" fmla="*/ 109 w 427"/>
              <a:gd name="T33" fmla="*/ 328 h 404"/>
              <a:gd name="T34" fmla="*/ 98 w 427"/>
              <a:gd name="T35" fmla="*/ 328 h 404"/>
              <a:gd name="T36" fmla="*/ 98 w 427"/>
              <a:gd name="T37" fmla="*/ 404 h 404"/>
              <a:gd name="T38" fmla="*/ 326 w 427"/>
              <a:gd name="T39" fmla="*/ 404 h 404"/>
              <a:gd name="T40" fmla="*/ 326 w 427"/>
              <a:gd name="T41" fmla="*/ 328 h 404"/>
              <a:gd name="T42" fmla="*/ 317 w 427"/>
              <a:gd name="T43" fmla="*/ 328 h 404"/>
              <a:gd name="T44" fmla="*/ 317 w 427"/>
              <a:gd name="T45" fmla="*/ 321 h 404"/>
              <a:gd name="T46" fmla="*/ 308 w 427"/>
              <a:gd name="T47" fmla="*/ 321 h 404"/>
              <a:gd name="T48" fmla="*/ 235 w 427"/>
              <a:gd name="T49" fmla="*/ 256 h 404"/>
              <a:gd name="T50" fmla="*/ 275 w 427"/>
              <a:gd name="T51" fmla="*/ 221 h 404"/>
              <a:gd name="T52" fmla="*/ 286 w 427"/>
              <a:gd name="T53" fmla="*/ 244 h 404"/>
              <a:gd name="T54" fmla="*/ 302 w 427"/>
              <a:gd name="T55" fmla="*/ 235 h 404"/>
              <a:gd name="T56" fmla="*/ 292 w 427"/>
              <a:gd name="T57" fmla="*/ 214 h 404"/>
              <a:gd name="T58" fmla="*/ 363 w 427"/>
              <a:gd name="T59" fmla="*/ 191 h 404"/>
              <a:gd name="T60" fmla="*/ 426 w 427"/>
              <a:gd name="T61" fmla="*/ 34 h 404"/>
              <a:gd name="T62" fmla="*/ 427 w 427"/>
              <a:gd name="T63" fmla="*/ 29 h 404"/>
              <a:gd name="T64" fmla="*/ 423 w 427"/>
              <a:gd name="T65" fmla="*/ 26 h 404"/>
              <a:gd name="T66" fmla="*/ 75 w 427"/>
              <a:gd name="T67" fmla="*/ 177 h 404"/>
              <a:gd name="T68" fmla="*/ 19 w 427"/>
              <a:gd name="T69" fmla="*/ 38 h 404"/>
              <a:gd name="T70" fmla="*/ 91 w 427"/>
              <a:gd name="T71" fmla="*/ 56 h 404"/>
              <a:gd name="T72" fmla="*/ 91 w 427"/>
              <a:gd name="T73" fmla="*/ 66 h 404"/>
              <a:gd name="T74" fmla="*/ 68 w 427"/>
              <a:gd name="T75" fmla="*/ 88 h 404"/>
              <a:gd name="T76" fmla="*/ 80 w 427"/>
              <a:gd name="T77" fmla="*/ 102 h 404"/>
              <a:gd name="T78" fmla="*/ 93 w 427"/>
              <a:gd name="T79" fmla="*/ 90 h 404"/>
              <a:gd name="T80" fmla="*/ 128 w 427"/>
              <a:gd name="T81" fmla="*/ 195 h 404"/>
              <a:gd name="T82" fmla="*/ 75 w 427"/>
              <a:gd name="T83" fmla="*/ 177 h 404"/>
              <a:gd name="T84" fmla="*/ 292 w 427"/>
              <a:gd name="T85" fmla="*/ 388 h 404"/>
              <a:gd name="T86" fmla="*/ 136 w 427"/>
              <a:gd name="T87" fmla="*/ 388 h 404"/>
              <a:gd name="T88" fmla="*/ 136 w 427"/>
              <a:gd name="T89" fmla="*/ 350 h 404"/>
              <a:gd name="T90" fmla="*/ 292 w 427"/>
              <a:gd name="T91" fmla="*/ 350 h 404"/>
              <a:gd name="T92" fmla="*/ 292 w 427"/>
              <a:gd name="T93" fmla="*/ 388 h 404"/>
              <a:gd name="T94" fmla="*/ 351 w 427"/>
              <a:gd name="T95" fmla="*/ 177 h 404"/>
              <a:gd name="T96" fmla="*/ 299 w 427"/>
              <a:gd name="T97" fmla="*/ 195 h 404"/>
              <a:gd name="T98" fmla="*/ 334 w 427"/>
              <a:gd name="T99" fmla="*/ 90 h 404"/>
              <a:gd name="T100" fmla="*/ 346 w 427"/>
              <a:gd name="T101" fmla="*/ 102 h 404"/>
              <a:gd name="T102" fmla="*/ 359 w 427"/>
              <a:gd name="T103" fmla="*/ 88 h 404"/>
              <a:gd name="T104" fmla="*/ 335 w 427"/>
              <a:gd name="T105" fmla="*/ 66 h 404"/>
              <a:gd name="T106" fmla="*/ 336 w 427"/>
              <a:gd name="T107" fmla="*/ 56 h 404"/>
              <a:gd name="T108" fmla="*/ 408 w 427"/>
              <a:gd name="T109" fmla="*/ 38 h 404"/>
              <a:gd name="T110" fmla="*/ 351 w 427"/>
              <a:gd name="T111" fmla="*/ 177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27" h="403">
                <a:moveTo>
                  <a:pt x="423" y="26"/>
                </a:moveTo>
                <a:cubicBezTo>
                  <a:pt x="404" y="10"/>
                  <a:pt x="374" y="0"/>
                  <a:pt x="336" y="31"/>
                </a:cubicBezTo>
                <a:cubicBezTo>
                  <a:pt x="336" y="26"/>
                  <a:pt x="336" y="22"/>
                  <a:pt x="336" y="17"/>
                </a:cubicBezTo>
                <a:lnTo>
                  <a:pt x="91" y="17"/>
                </a:lnTo>
                <a:cubicBezTo>
                  <a:pt x="91" y="22"/>
                  <a:pt x="91" y="26"/>
                  <a:pt x="91" y="31"/>
                </a:cubicBezTo>
                <a:cubicBezTo>
                  <a:pt x="52" y="0"/>
                  <a:pt x="23" y="10"/>
                  <a:pt x="4" y="26"/>
                </a:cubicBezTo>
                <a:lnTo>
                  <a:pt x="0" y="29"/>
                </a:lnTo>
                <a:lnTo>
                  <a:pt x="0" y="34"/>
                </a:lnTo>
                <a:cubicBezTo>
                  <a:pt x="0" y="38"/>
                  <a:pt x="6" y="143"/>
                  <a:pt x="64" y="191"/>
                </a:cubicBezTo>
                <a:cubicBezTo>
                  <a:pt x="84" y="208"/>
                  <a:pt x="108" y="215"/>
                  <a:pt x="135" y="214"/>
                </a:cubicBezTo>
                <a:cubicBezTo>
                  <a:pt x="133" y="219"/>
                  <a:pt x="129" y="227"/>
                  <a:pt x="125" y="235"/>
                </a:cubicBezTo>
                <a:lnTo>
                  <a:pt x="141" y="244"/>
                </a:lnTo>
                <a:cubicBezTo>
                  <a:pt x="144" y="239"/>
                  <a:pt x="149" y="230"/>
                  <a:pt x="152" y="221"/>
                </a:cubicBezTo>
                <a:cubicBezTo>
                  <a:pt x="173" y="238"/>
                  <a:pt x="192" y="243"/>
                  <a:pt x="192" y="256"/>
                </a:cubicBezTo>
                <a:cubicBezTo>
                  <a:pt x="192" y="284"/>
                  <a:pt x="121" y="303"/>
                  <a:pt x="118" y="321"/>
                </a:cubicBezTo>
                <a:lnTo>
                  <a:pt x="109" y="321"/>
                </a:lnTo>
                <a:lnTo>
                  <a:pt x="109" y="328"/>
                </a:lnTo>
                <a:lnTo>
                  <a:pt x="98" y="328"/>
                </a:lnTo>
                <a:lnTo>
                  <a:pt x="98" y="404"/>
                </a:lnTo>
                <a:lnTo>
                  <a:pt x="326" y="404"/>
                </a:lnTo>
                <a:lnTo>
                  <a:pt x="326" y="328"/>
                </a:lnTo>
                <a:lnTo>
                  <a:pt x="317" y="328"/>
                </a:lnTo>
                <a:lnTo>
                  <a:pt x="317" y="321"/>
                </a:lnTo>
                <a:lnTo>
                  <a:pt x="308" y="321"/>
                </a:lnTo>
                <a:cubicBezTo>
                  <a:pt x="306" y="303"/>
                  <a:pt x="235" y="284"/>
                  <a:pt x="235" y="256"/>
                </a:cubicBezTo>
                <a:cubicBezTo>
                  <a:pt x="235" y="243"/>
                  <a:pt x="253" y="238"/>
                  <a:pt x="275" y="221"/>
                </a:cubicBezTo>
                <a:cubicBezTo>
                  <a:pt x="278" y="230"/>
                  <a:pt x="283" y="239"/>
                  <a:pt x="286" y="244"/>
                </a:cubicBezTo>
                <a:lnTo>
                  <a:pt x="302" y="235"/>
                </a:lnTo>
                <a:cubicBezTo>
                  <a:pt x="297" y="227"/>
                  <a:pt x="294" y="219"/>
                  <a:pt x="292" y="214"/>
                </a:cubicBezTo>
                <a:cubicBezTo>
                  <a:pt x="319" y="215"/>
                  <a:pt x="343" y="208"/>
                  <a:pt x="363" y="191"/>
                </a:cubicBezTo>
                <a:cubicBezTo>
                  <a:pt x="421" y="143"/>
                  <a:pt x="426" y="38"/>
                  <a:pt x="426" y="34"/>
                </a:cubicBezTo>
                <a:lnTo>
                  <a:pt x="427" y="29"/>
                </a:lnTo>
                <a:lnTo>
                  <a:pt x="423" y="26"/>
                </a:lnTo>
                <a:close/>
                <a:moveTo>
                  <a:pt x="75" y="177"/>
                </a:moveTo>
                <a:cubicBezTo>
                  <a:pt x="31" y="140"/>
                  <a:pt x="21" y="58"/>
                  <a:pt x="19" y="38"/>
                </a:cubicBezTo>
                <a:cubicBezTo>
                  <a:pt x="40" y="23"/>
                  <a:pt x="64" y="29"/>
                  <a:pt x="91" y="56"/>
                </a:cubicBezTo>
                <a:cubicBezTo>
                  <a:pt x="91" y="60"/>
                  <a:pt x="91" y="63"/>
                  <a:pt x="91" y="66"/>
                </a:cubicBezTo>
                <a:cubicBezTo>
                  <a:pt x="85" y="73"/>
                  <a:pt x="76" y="81"/>
                  <a:pt x="68" y="88"/>
                </a:cubicBezTo>
                <a:lnTo>
                  <a:pt x="80" y="102"/>
                </a:lnTo>
                <a:cubicBezTo>
                  <a:pt x="85" y="98"/>
                  <a:pt x="89" y="94"/>
                  <a:pt x="93" y="90"/>
                </a:cubicBezTo>
                <a:cubicBezTo>
                  <a:pt x="99" y="141"/>
                  <a:pt x="112" y="174"/>
                  <a:pt x="128" y="195"/>
                </a:cubicBezTo>
                <a:cubicBezTo>
                  <a:pt x="108" y="195"/>
                  <a:pt x="90" y="189"/>
                  <a:pt x="75" y="177"/>
                </a:cubicBezTo>
                <a:close/>
                <a:moveTo>
                  <a:pt x="292" y="388"/>
                </a:moveTo>
                <a:lnTo>
                  <a:pt x="136" y="388"/>
                </a:lnTo>
                <a:lnTo>
                  <a:pt x="136" y="350"/>
                </a:lnTo>
                <a:lnTo>
                  <a:pt x="292" y="350"/>
                </a:lnTo>
                <a:lnTo>
                  <a:pt x="292" y="388"/>
                </a:lnTo>
                <a:close/>
                <a:moveTo>
                  <a:pt x="351" y="177"/>
                </a:moveTo>
                <a:cubicBezTo>
                  <a:pt x="336" y="189"/>
                  <a:pt x="319" y="195"/>
                  <a:pt x="299" y="195"/>
                </a:cubicBezTo>
                <a:cubicBezTo>
                  <a:pt x="314" y="174"/>
                  <a:pt x="328" y="141"/>
                  <a:pt x="334" y="90"/>
                </a:cubicBezTo>
                <a:cubicBezTo>
                  <a:pt x="337" y="94"/>
                  <a:pt x="341" y="98"/>
                  <a:pt x="346" y="102"/>
                </a:cubicBezTo>
                <a:lnTo>
                  <a:pt x="359" y="88"/>
                </a:lnTo>
                <a:cubicBezTo>
                  <a:pt x="351" y="81"/>
                  <a:pt x="342" y="73"/>
                  <a:pt x="335" y="66"/>
                </a:cubicBezTo>
                <a:cubicBezTo>
                  <a:pt x="336" y="63"/>
                  <a:pt x="336" y="60"/>
                  <a:pt x="336" y="56"/>
                </a:cubicBezTo>
                <a:cubicBezTo>
                  <a:pt x="363" y="29"/>
                  <a:pt x="386" y="23"/>
                  <a:pt x="408" y="38"/>
                </a:cubicBezTo>
                <a:cubicBezTo>
                  <a:pt x="406" y="58"/>
                  <a:pt x="396" y="140"/>
                  <a:pt x="351" y="177"/>
                </a:cubicBezTo>
                <a:close/>
              </a:path>
            </a:pathLst>
          </a:custGeom>
          <a:solidFill>
            <a:schemeClr val="accent2">
              <a:lumMod val="40000"/>
              <a:lumOff val="60000"/>
            </a:schemeClr>
          </a:solid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375410"/>
            <a:endParaRPr lang="en-US" sz="2665">
              <a:solidFill>
                <a:srgbClr val="262626"/>
              </a:solidFill>
              <a:latin typeface="Arial" panose="020B0604020202020204"/>
            </a:endParaRPr>
          </a:p>
        </p:txBody>
      </p:sp>
      <p:grpSp>
        <p:nvGrpSpPr>
          <p:cNvPr id="39" name="组合 38"/>
          <p:cNvGrpSpPr/>
          <p:nvPr/>
        </p:nvGrpSpPr>
        <p:grpSpPr>
          <a:xfrm>
            <a:off x="193291" y="317173"/>
            <a:ext cx="5179768" cy="871755"/>
            <a:chOff x="193291" y="317173"/>
            <a:chExt cx="5179768" cy="871755"/>
          </a:xfrm>
        </p:grpSpPr>
        <p:sp>
          <p:nvSpPr>
            <p:cNvPr id="40" name="文本框 39"/>
            <p:cNvSpPr txBox="1"/>
            <p:nvPr/>
          </p:nvSpPr>
          <p:spPr>
            <a:xfrm>
              <a:off x="1059985" y="357880"/>
              <a:ext cx="4313074" cy="688073"/>
            </a:xfrm>
            <a:prstGeom prst="rect">
              <a:avLst/>
            </a:prstGeom>
            <a:noFill/>
          </p:spPr>
          <p:txBody>
            <a:bodyPr wrap="square" rtlCol="0">
              <a:spAutoFit/>
            </a:bodyPr>
            <a:lstStyle/>
            <a:p>
              <a:pPr lvl="0">
                <a:lnSpc>
                  <a:spcPct val="130000"/>
                </a:lnSpc>
                <a:defRPr/>
              </a:pPr>
              <a:r>
                <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rPr>
                <a:t>研究方法及过程</a:t>
              </a:r>
              <a:endPar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endParaRPr>
            </a:p>
          </p:txBody>
        </p:sp>
        <p:pic>
          <p:nvPicPr>
            <p:cNvPr id="41" name="图片 40"/>
            <p:cNvPicPr>
              <a:picLocks noChangeAspect="1"/>
            </p:cNvPicPr>
            <p:nvPr/>
          </p:nvPicPr>
          <p:blipFill>
            <a:blip r:embed="rId1">
              <a:duotone>
                <a:schemeClr val="accent1">
                  <a:shade val="45000"/>
                  <a:satMod val="135000"/>
                </a:schemeClr>
                <a:prstClr val="white"/>
              </a:duotone>
              <a:extLst>
                <a:ext uri="{28A0092B-C50C-407E-A947-70E740481C1C}">
                  <a14:useLocalDpi xmlns:a14="http://schemas.microsoft.com/office/drawing/2010/main" val="0"/>
                </a:ext>
              </a:extLst>
            </a:blip>
            <a:srcRect l="24588" t="52000" r="15417" b="10555"/>
            <a:stretch>
              <a:fillRect/>
            </a:stretch>
          </p:blipFill>
          <p:spPr>
            <a:xfrm>
              <a:off x="193291" y="317173"/>
              <a:ext cx="931043" cy="871755"/>
            </a:xfrm>
            <a:prstGeom prst="rect">
              <a:avLst/>
            </a:prstGeom>
          </p:spPr>
        </p:pic>
      </p:grpSp>
    </p:spTree>
    <p:custDataLst>
      <p:tags r:id="rId2"/>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par>
                          <p:cTn id="8" fill="hold">
                            <p:stCondLst>
                              <p:cond delay="500"/>
                            </p:stCondLst>
                            <p:childTnLst>
                              <p:par>
                                <p:cTn id="9" presetID="18" presetClass="entr" presetSubtype="3"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trips(upRight)">
                                      <p:cBhvr>
                                        <p:cTn id="11" dur="500"/>
                                        <p:tgtEl>
                                          <p:spTgt spid="3"/>
                                        </p:tgtEl>
                                      </p:cBhvr>
                                    </p:animEffect>
                                  </p:childTnLst>
                                </p:cTn>
                              </p:par>
                            </p:childTnLst>
                          </p:cTn>
                        </p:par>
                        <p:par>
                          <p:cTn id="12" fill="hold">
                            <p:stCondLst>
                              <p:cond delay="1000"/>
                            </p:stCondLst>
                            <p:childTnLst>
                              <p:par>
                                <p:cTn id="13" presetID="53" presetClass="entr" presetSubtype="16"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p:cTn id="15" dur="500" fill="hold"/>
                                        <p:tgtEl>
                                          <p:spTgt spid="26"/>
                                        </p:tgtEl>
                                        <p:attrNameLst>
                                          <p:attrName>ppt_w</p:attrName>
                                        </p:attrNameLst>
                                      </p:cBhvr>
                                      <p:tavLst>
                                        <p:tav tm="0">
                                          <p:val>
                                            <p:fltVal val="0"/>
                                          </p:val>
                                        </p:tav>
                                        <p:tav tm="100000">
                                          <p:val>
                                            <p:strVal val="#ppt_w"/>
                                          </p:val>
                                        </p:tav>
                                      </p:tavLst>
                                    </p:anim>
                                    <p:anim calcmode="lin" valueType="num">
                                      <p:cBhvr>
                                        <p:cTn id="16" dur="500" fill="hold"/>
                                        <p:tgtEl>
                                          <p:spTgt spid="26"/>
                                        </p:tgtEl>
                                        <p:attrNameLst>
                                          <p:attrName>ppt_h</p:attrName>
                                        </p:attrNameLst>
                                      </p:cBhvr>
                                      <p:tavLst>
                                        <p:tav tm="0">
                                          <p:val>
                                            <p:fltVal val="0"/>
                                          </p:val>
                                        </p:tav>
                                        <p:tav tm="100000">
                                          <p:val>
                                            <p:strVal val="#ppt_h"/>
                                          </p:val>
                                        </p:tav>
                                      </p:tavLst>
                                    </p:anim>
                                    <p:animEffect transition="in" filter="fade">
                                      <p:cBhvr>
                                        <p:cTn id="17" dur="500"/>
                                        <p:tgtEl>
                                          <p:spTgt spid="26"/>
                                        </p:tgtEl>
                                      </p:cBhvr>
                                    </p:animEffect>
                                  </p:childTnLst>
                                </p:cTn>
                              </p:par>
                            </p:childTnLst>
                          </p:cTn>
                        </p:par>
                        <p:par>
                          <p:cTn id="18" fill="hold">
                            <p:stCondLst>
                              <p:cond delay="1500"/>
                            </p:stCondLst>
                            <p:childTnLst>
                              <p:par>
                                <p:cTn id="19" presetID="47" presetClass="entr" presetSubtype="0"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anim calcmode="lin" valueType="num">
                                      <p:cBhvr>
                                        <p:cTn id="22" dur="500" fill="hold"/>
                                        <p:tgtEl>
                                          <p:spTgt spid="9"/>
                                        </p:tgtEl>
                                        <p:attrNameLst>
                                          <p:attrName>ppt_x</p:attrName>
                                        </p:attrNameLst>
                                      </p:cBhvr>
                                      <p:tavLst>
                                        <p:tav tm="0">
                                          <p:val>
                                            <p:strVal val="#ppt_x"/>
                                          </p:val>
                                        </p:tav>
                                        <p:tav tm="100000">
                                          <p:val>
                                            <p:strVal val="#ppt_x"/>
                                          </p:val>
                                        </p:tav>
                                      </p:tavLst>
                                    </p:anim>
                                    <p:anim calcmode="lin" valueType="num">
                                      <p:cBhvr>
                                        <p:cTn id="23" dur="500" fill="hold"/>
                                        <p:tgtEl>
                                          <p:spTgt spid="9"/>
                                        </p:tgtEl>
                                        <p:attrNameLst>
                                          <p:attrName>ppt_y</p:attrName>
                                        </p:attrNameLst>
                                      </p:cBhvr>
                                      <p:tavLst>
                                        <p:tav tm="0">
                                          <p:val>
                                            <p:strVal val="#ppt_y-.1"/>
                                          </p:val>
                                        </p:tav>
                                        <p:tav tm="100000">
                                          <p:val>
                                            <p:strVal val="#ppt_y"/>
                                          </p:val>
                                        </p:tav>
                                      </p:tavLst>
                                    </p:anim>
                                  </p:childTnLst>
                                </p:cTn>
                              </p:par>
                              <p:par>
                                <p:cTn id="24" presetID="10"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1000"/>
                                        <p:tgtEl>
                                          <p:spTgt spid="33"/>
                                        </p:tgtEl>
                                      </p:cBhvr>
                                    </p:animEffect>
                                  </p:childTnLst>
                                </p:cTn>
                              </p:par>
                            </p:childTnLst>
                          </p:cTn>
                        </p:par>
                        <p:par>
                          <p:cTn id="27" fill="hold">
                            <p:stCondLst>
                              <p:cond delay="2000"/>
                            </p:stCondLst>
                            <p:childTnLst>
                              <p:par>
                                <p:cTn id="28" presetID="18" presetClass="entr" presetSubtype="6"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strips(downRight)">
                                      <p:cBhvr>
                                        <p:cTn id="30" dur="500"/>
                                        <p:tgtEl>
                                          <p:spTgt spid="6"/>
                                        </p:tgtEl>
                                      </p:cBhvr>
                                    </p:animEffect>
                                  </p:childTnLst>
                                </p:cTn>
                              </p:par>
                            </p:childTnLst>
                          </p:cTn>
                        </p:par>
                        <p:par>
                          <p:cTn id="31" fill="hold">
                            <p:stCondLst>
                              <p:cond delay="2500"/>
                            </p:stCondLst>
                            <p:childTnLst>
                              <p:par>
                                <p:cTn id="32" presetID="53" presetClass="entr" presetSubtype="16" fill="hold" nodeType="afterEffect">
                                  <p:stCondLst>
                                    <p:cond delay="0"/>
                                  </p:stCondLst>
                                  <p:childTnLst>
                                    <p:set>
                                      <p:cBhvr>
                                        <p:cTn id="33" dur="1" fill="hold">
                                          <p:stCondLst>
                                            <p:cond delay="0"/>
                                          </p:stCondLst>
                                        </p:cTn>
                                        <p:tgtEl>
                                          <p:spTgt spid="20"/>
                                        </p:tgtEl>
                                        <p:attrNameLst>
                                          <p:attrName>style.visibility</p:attrName>
                                        </p:attrNameLst>
                                      </p:cBhvr>
                                      <p:to>
                                        <p:strVal val="visible"/>
                                      </p:to>
                                    </p:set>
                                    <p:anim calcmode="lin" valueType="num">
                                      <p:cBhvr>
                                        <p:cTn id="34" dur="500" fill="hold"/>
                                        <p:tgtEl>
                                          <p:spTgt spid="20"/>
                                        </p:tgtEl>
                                        <p:attrNameLst>
                                          <p:attrName>ppt_w</p:attrName>
                                        </p:attrNameLst>
                                      </p:cBhvr>
                                      <p:tavLst>
                                        <p:tav tm="0">
                                          <p:val>
                                            <p:fltVal val="0"/>
                                          </p:val>
                                        </p:tav>
                                        <p:tav tm="100000">
                                          <p:val>
                                            <p:strVal val="#ppt_w"/>
                                          </p:val>
                                        </p:tav>
                                      </p:tavLst>
                                    </p:anim>
                                    <p:anim calcmode="lin" valueType="num">
                                      <p:cBhvr>
                                        <p:cTn id="35" dur="500" fill="hold"/>
                                        <p:tgtEl>
                                          <p:spTgt spid="20"/>
                                        </p:tgtEl>
                                        <p:attrNameLst>
                                          <p:attrName>ppt_h</p:attrName>
                                        </p:attrNameLst>
                                      </p:cBhvr>
                                      <p:tavLst>
                                        <p:tav tm="0">
                                          <p:val>
                                            <p:fltVal val="0"/>
                                          </p:val>
                                        </p:tav>
                                        <p:tav tm="100000">
                                          <p:val>
                                            <p:strVal val="#ppt_h"/>
                                          </p:val>
                                        </p:tav>
                                      </p:tavLst>
                                    </p:anim>
                                    <p:animEffect transition="in" filter="fade">
                                      <p:cBhvr>
                                        <p:cTn id="36" dur="500"/>
                                        <p:tgtEl>
                                          <p:spTgt spid="20"/>
                                        </p:tgtEl>
                                      </p:cBhvr>
                                    </p:animEffect>
                                  </p:childTnLst>
                                </p:cTn>
                              </p:par>
                            </p:childTnLst>
                          </p:cTn>
                        </p:par>
                        <p:par>
                          <p:cTn id="37" fill="hold">
                            <p:stCondLst>
                              <p:cond delay="3000"/>
                            </p:stCondLst>
                            <p:childTnLst>
                              <p:par>
                                <p:cTn id="38" presetID="42" presetClass="entr" presetSubtype="0"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anim calcmode="lin" valueType="num">
                                      <p:cBhvr>
                                        <p:cTn id="41" dur="500" fill="hold"/>
                                        <p:tgtEl>
                                          <p:spTgt spid="10"/>
                                        </p:tgtEl>
                                        <p:attrNameLst>
                                          <p:attrName>ppt_x</p:attrName>
                                        </p:attrNameLst>
                                      </p:cBhvr>
                                      <p:tavLst>
                                        <p:tav tm="0">
                                          <p:val>
                                            <p:strVal val="#ppt_x"/>
                                          </p:val>
                                        </p:tav>
                                        <p:tav tm="100000">
                                          <p:val>
                                            <p:strVal val="#ppt_x"/>
                                          </p:val>
                                        </p:tav>
                                      </p:tavLst>
                                    </p:anim>
                                    <p:anim calcmode="lin" valueType="num">
                                      <p:cBhvr>
                                        <p:cTn id="42" dur="500" fill="hold"/>
                                        <p:tgtEl>
                                          <p:spTgt spid="10"/>
                                        </p:tgtEl>
                                        <p:attrNameLst>
                                          <p:attrName>ppt_y</p:attrName>
                                        </p:attrNameLst>
                                      </p:cBhvr>
                                      <p:tavLst>
                                        <p:tav tm="0">
                                          <p:val>
                                            <p:strVal val="#ppt_y+.1"/>
                                          </p:val>
                                        </p:tav>
                                        <p:tav tm="100000">
                                          <p:val>
                                            <p:strVal val="#ppt_y"/>
                                          </p:val>
                                        </p:tav>
                                      </p:tavLst>
                                    </p:anim>
                                  </p:childTnLst>
                                </p:cTn>
                              </p:par>
                              <p:par>
                                <p:cTn id="43" presetID="10"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fade">
                                      <p:cBhvr>
                                        <p:cTn id="45" dur="1000"/>
                                        <p:tgtEl>
                                          <p:spTgt spid="36"/>
                                        </p:tgtEl>
                                      </p:cBhvr>
                                    </p:animEffect>
                                  </p:childTnLst>
                                </p:cTn>
                              </p:par>
                            </p:childTnLst>
                          </p:cTn>
                        </p:par>
                        <p:par>
                          <p:cTn id="46" fill="hold">
                            <p:stCondLst>
                              <p:cond delay="3500"/>
                            </p:stCondLst>
                            <p:childTnLst>
                              <p:par>
                                <p:cTn id="47" presetID="18" presetClass="entr" presetSubtype="3" fill="hold" grpId="0" nodeType="after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strips(upRight)">
                                      <p:cBhvr>
                                        <p:cTn id="49" dur="500"/>
                                        <p:tgtEl>
                                          <p:spTgt spid="4"/>
                                        </p:tgtEl>
                                      </p:cBhvr>
                                    </p:animEffect>
                                  </p:childTnLst>
                                </p:cTn>
                              </p:par>
                            </p:childTnLst>
                          </p:cTn>
                        </p:par>
                        <p:par>
                          <p:cTn id="50" fill="hold">
                            <p:stCondLst>
                              <p:cond delay="4000"/>
                            </p:stCondLst>
                            <p:childTnLst>
                              <p:par>
                                <p:cTn id="51" presetID="53" presetClass="entr" presetSubtype="16" fill="hold" nodeType="afterEffect">
                                  <p:stCondLst>
                                    <p:cond delay="0"/>
                                  </p:stCondLst>
                                  <p:childTnLst>
                                    <p:set>
                                      <p:cBhvr>
                                        <p:cTn id="52" dur="1" fill="hold">
                                          <p:stCondLst>
                                            <p:cond delay="0"/>
                                          </p:stCondLst>
                                        </p:cTn>
                                        <p:tgtEl>
                                          <p:spTgt spid="23"/>
                                        </p:tgtEl>
                                        <p:attrNameLst>
                                          <p:attrName>style.visibility</p:attrName>
                                        </p:attrNameLst>
                                      </p:cBhvr>
                                      <p:to>
                                        <p:strVal val="visible"/>
                                      </p:to>
                                    </p:set>
                                    <p:anim calcmode="lin" valueType="num">
                                      <p:cBhvr>
                                        <p:cTn id="53" dur="500" fill="hold"/>
                                        <p:tgtEl>
                                          <p:spTgt spid="23"/>
                                        </p:tgtEl>
                                        <p:attrNameLst>
                                          <p:attrName>ppt_w</p:attrName>
                                        </p:attrNameLst>
                                      </p:cBhvr>
                                      <p:tavLst>
                                        <p:tav tm="0">
                                          <p:val>
                                            <p:fltVal val="0"/>
                                          </p:val>
                                        </p:tav>
                                        <p:tav tm="100000">
                                          <p:val>
                                            <p:strVal val="#ppt_w"/>
                                          </p:val>
                                        </p:tav>
                                      </p:tavLst>
                                    </p:anim>
                                    <p:anim calcmode="lin" valueType="num">
                                      <p:cBhvr>
                                        <p:cTn id="54" dur="500" fill="hold"/>
                                        <p:tgtEl>
                                          <p:spTgt spid="23"/>
                                        </p:tgtEl>
                                        <p:attrNameLst>
                                          <p:attrName>ppt_h</p:attrName>
                                        </p:attrNameLst>
                                      </p:cBhvr>
                                      <p:tavLst>
                                        <p:tav tm="0">
                                          <p:val>
                                            <p:fltVal val="0"/>
                                          </p:val>
                                        </p:tav>
                                        <p:tav tm="100000">
                                          <p:val>
                                            <p:strVal val="#ppt_h"/>
                                          </p:val>
                                        </p:tav>
                                      </p:tavLst>
                                    </p:anim>
                                    <p:animEffect transition="in" filter="fade">
                                      <p:cBhvr>
                                        <p:cTn id="55" dur="500"/>
                                        <p:tgtEl>
                                          <p:spTgt spid="23"/>
                                        </p:tgtEl>
                                      </p:cBhvr>
                                    </p:animEffect>
                                  </p:childTnLst>
                                </p:cTn>
                              </p:par>
                            </p:childTnLst>
                          </p:cTn>
                        </p:par>
                        <p:par>
                          <p:cTn id="56" fill="hold">
                            <p:stCondLst>
                              <p:cond delay="4500"/>
                            </p:stCondLst>
                            <p:childTnLst>
                              <p:par>
                                <p:cTn id="57" presetID="47" presetClass="entr" presetSubtype="0" fill="hold" grpId="0" nodeType="after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fade">
                                      <p:cBhvr>
                                        <p:cTn id="59" dur="500"/>
                                        <p:tgtEl>
                                          <p:spTgt spid="11"/>
                                        </p:tgtEl>
                                      </p:cBhvr>
                                    </p:animEffect>
                                    <p:anim calcmode="lin" valueType="num">
                                      <p:cBhvr>
                                        <p:cTn id="60" dur="500" fill="hold"/>
                                        <p:tgtEl>
                                          <p:spTgt spid="11"/>
                                        </p:tgtEl>
                                        <p:attrNameLst>
                                          <p:attrName>ppt_x</p:attrName>
                                        </p:attrNameLst>
                                      </p:cBhvr>
                                      <p:tavLst>
                                        <p:tav tm="0">
                                          <p:val>
                                            <p:strVal val="#ppt_x"/>
                                          </p:val>
                                        </p:tav>
                                        <p:tav tm="100000">
                                          <p:val>
                                            <p:strVal val="#ppt_x"/>
                                          </p:val>
                                        </p:tav>
                                      </p:tavLst>
                                    </p:anim>
                                    <p:anim calcmode="lin" valueType="num">
                                      <p:cBhvr>
                                        <p:cTn id="61" dur="500" fill="hold"/>
                                        <p:tgtEl>
                                          <p:spTgt spid="11"/>
                                        </p:tgtEl>
                                        <p:attrNameLst>
                                          <p:attrName>ppt_y</p:attrName>
                                        </p:attrNameLst>
                                      </p:cBhvr>
                                      <p:tavLst>
                                        <p:tav tm="0">
                                          <p:val>
                                            <p:strVal val="#ppt_y-.1"/>
                                          </p:val>
                                        </p:tav>
                                        <p:tav tm="100000">
                                          <p:val>
                                            <p:strVal val="#ppt_y"/>
                                          </p:val>
                                        </p:tav>
                                      </p:tavLst>
                                    </p:anim>
                                  </p:childTnLst>
                                </p:cTn>
                              </p:par>
                              <p:par>
                                <p:cTn id="62" presetID="10" presetClass="entr" presetSubtype="0" fill="hold" grpId="0" nodeType="withEffect">
                                  <p:stCondLst>
                                    <p:cond delay="0"/>
                                  </p:stCondLst>
                                  <p:childTnLst>
                                    <p:set>
                                      <p:cBhvr>
                                        <p:cTn id="63" dur="1" fill="hold">
                                          <p:stCondLst>
                                            <p:cond delay="0"/>
                                          </p:stCondLst>
                                        </p:cTn>
                                        <p:tgtEl>
                                          <p:spTgt spid="34"/>
                                        </p:tgtEl>
                                        <p:attrNameLst>
                                          <p:attrName>style.visibility</p:attrName>
                                        </p:attrNameLst>
                                      </p:cBhvr>
                                      <p:to>
                                        <p:strVal val="visible"/>
                                      </p:to>
                                    </p:set>
                                    <p:animEffect transition="in" filter="fade">
                                      <p:cBhvr>
                                        <p:cTn id="64" dur="1000"/>
                                        <p:tgtEl>
                                          <p:spTgt spid="34"/>
                                        </p:tgtEl>
                                      </p:cBhvr>
                                    </p:animEffect>
                                  </p:childTnLst>
                                </p:cTn>
                              </p:par>
                            </p:childTnLst>
                          </p:cTn>
                        </p:par>
                        <p:par>
                          <p:cTn id="65" fill="hold">
                            <p:stCondLst>
                              <p:cond delay="5000"/>
                            </p:stCondLst>
                            <p:childTnLst>
                              <p:par>
                                <p:cTn id="66" presetID="18" presetClass="entr" presetSubtype="6" fill="hold" grpId="0" nodeType="afterEffect">
                                  <p:stCondLst>
                                    <p:cond delay="0"/>
                                  </p:stCondLst>
                                  <p:childTnLst>
                                    <p:set>
                                      <p:cBhvr>
                                        <p:cTn id="67" dur="1" fill="hold">
                                          <p:stCondLst>
                                            <p:cond delay="0"/>
                                          </p:stCondLst>
                                        </p:cTn>
                                        <p:tgtEl>
                                          <p:spTgt spid="7"/>
                                        </p:tgtEl>
                                        <p:attrNameLst>
                                          <p:attrName>style.visibility</p:attrName>
                                        </p:attrNameLst>
                                      </p:cBhvr>
                                      <p:to>
                                        <p:strVal val="visible"/>
                                      </p:to>
                                    </p:set>
                                    <p:animEffect transition="in" filter="strips(downRight)">
                                      <p:cBhvr>
                                        <p:cTn id="68" dur="500"/>
                                        <p:tgtEl>
                                          <p:spTgt spid="7"/>
                                        </p:tgtEl>
                                      </p:cBhvr>
                                    </p:animEffect>
                                  </p:childTnLst>
                                </p:cTn>
                              </p:par>
                            </p:childTnLst>
                          </p:cTn>
                        </p:par>
                        <p:par>
                          <p:cTn id="69" fill="hold">
                            <p:stCondLst>
                              <p:cond delay="5500"/>
                            </p:stCondLst>
                            <p:childTnLst>
                              <p:par>
                                <p:cTn id="70" presetID="53" presetClass="entr" presetSubtype="16" fill="hold" nodeType="after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p:cTn id="72" dur="500" fill="hold"/>
                                        <p:tgtEl>
                                          <p:spTgt spid="17"/>
                                        </p:tgtEl>
                                        <p:attrNameLst>
                                          <p:attrName>ppt_w</p:attrName>
                                        </p:attrNameLst>
                                      </p:cBhvr>
                                      <p:tavLst>
                                        <p:tav tm="0">
                                          <p:val>
                                            <p:fltVal val="0"/>
                                          </p:val>
                                        </p:tav>
                                        <p:tav tm="100000">
                                          <p:val>
                                            <p:strVal val="#ppt_w"/>
                                          </p:val>
                                        </p:tav>
                                      </p:tavLst>
                                    </p:anim>
                                    <p:anim calcmode="lin" valueType="num">
                                      <p:cBhvr>
                                        <p:cTn id="73" dur="500" fill="hold"/>
                                        <p:tgtEl>
                                          <p:spTgt spid="17"/>
                                        </p:tgtEl>
                                        <p:attrNameLst>
                                          <p:attrName>ppt_h</p:attrName>
                                        </p:attrNameLst>
                                      </p:cBhvr>
                                      <p:tavLst>
                                        <p:tav tm="0">
                                          <p:val>
                                            <p:fltVal val="0"/>
                                          </p:val>
                                        </p:tav>
                                        <p:tav tm="100000">
                                          <p:val>
                                            <p:strVal val="#ppt_h"/>
                                          </p:val>
                                        </p:tav>
                                      </p:tavLst>
                                    </p:anim>
                                    <p:animEffect transition="in" filter="fade">
                                      <p:cBhvr>
                                        <p:cTn id="74" dur="500"/>
                                        <p:tgtEl>
                                          <p:spTgt spid="17"/>
                                        </p:tgtEl>
                                      </p:cBhvr>
                                    </p:animEffect>
                                  </p:childTnLst>
                                </p:cTn>
                              </p:par>
                            </p:childTnLst>
                          </p:cTn>
                        </p:par>
                        <p:par>
                          <p:cTn id="75" fill="hold">
                            <p:stCondLst>
                              <p:cond delay="6000"/>
                            </p:stCondLst>
                            <p:childTnLst>
                              <p:par>
                                <p:cTn id="76" presetID="42" presetClass="entr" presetSubtype="0" fill="hold" grpId="0" nodeType="afterEffect">
                                  <p:stCondLst>
                                    <p:cond delay="0"/>
                                  </p:stCondLst>
                                  <p:childTnLst>
                                    <p:set>
                                      <p:cBhvr>
                                        <p:cTn id="77" dur="1" fill="hold">
                                          <p:stCondLst>
                                            <p:cond delay="0"/>
                                          </p:stCondLst>
                                        </p:cTn>
                                        <p:tgtEl>
                                          <p:spTgt spid="12"/>
                                        </p:tgtEl>
                                        <p:attrNameLst>
                                          <p:attrName>style.visibility</p:attrName>
                                        </p:attrNameLst>
                                      </p:cBhvr>
                                      <p:to>
                                        <p:strVal val="visible"/>
                                      </p:to>
                                    </p:set>
                                    <p:animEffect transition="in" filter="fade">
                                      <p:cBhvr>
                                        <p:cTn id="78" dur="500"/>
                                        <p:tgtEl>
                                          <p:spTgt spid="12"/>
                                        </p:tgtEl>
                                      </p:cBhvr>
                                    </p:animEffect>
                                    <p:anim calcmode="lin" valueType="num">
                                      <p:cBhvr>
                                        <p:cTn id="79" dur="500" fill="hold"/>
                                        <p:tgtEl>
                                          <p:spTgt spid="12"/>
                                        </p:tgtEl>
                                        <p:attrNameLst>
                                          <p:attrName>ppt_x</p:attrName>
                                        </p:attrNameLst>
                                      </p:cBhvr>
                                      <p:tavLst>
                                        <p:tav tm="0">
                                          <p:val>
                                            <p:strVal val="#ppt_x"/>
                                          </p:val>
                                        </p:tav>
                                        <p:tav tm="100000">
                                          <p:val>
                                            <p:strVal val="#ppt_x"/>
                                          </p:val>
                                        </p:tav>
                                      </p:tavLst>
                                    </p:anim>
                                    <p:anim calcmode="lin" valueType="num">
                                      <p:cBhvr>
                                        <p:cTn id="80" dur="500" fill="hold"/>
                                        <p:tgtEl>
                                          <p:spTgt spid="12"/>
                                        </p:tgtEl>
                                        <p:attrNameLst>
                                          <p:attrName>ppt_y</p:attrName>
                                        </p:attrNameLst>
                                      </p:cBhvr>
                                      <p:tavLst>
                                        <p:tav tm="0">
                                          <p:val>
                                            <p:strVal val="#ppt_y+.1"/>
                                          </p:val>
                                        </p:tav>
                                        <p:tav tm="100000">
                                          <p:val>
                                            <p:strVal val="#ppt_y"/>
                                          </p:val>
                                        </p:tav>
                                      </p:tavLst>
                                    </p:anim>
                                  </p:childTnLst>
                                </p:cTn>
                              </p:par>
                              <p:par>
                                <p:cTn id="81" presetID="10" presetClass="entr" presetSubtype="0" fill="hold" grpId="0" nodeType="with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fade">
                                      <p:cBhvr>
                                        <p:cTn id="83" dur="1000"/>
                                        <p:tgtEl>
                                          <p:spTgt spid="37"/>
                                        </p:tgtEl>
                                      </p:cBhvr>
                                    </p:animEffect>
                                  </p:childTnLst>
                                </p:cTn>
                              </p:par>
                            </p:childTnLst>
                          </p:cTn>
                        </p:par>
                        <p:par>
                          <p:cTn id="84" fill="hold">
                            <p:stCondLst>
                              <p:cond delay="6500"/>
                            </p:stCondLst>
                            <p:childTnLst>
                              <p:par>
                                <p:cTn id="85" presetID="18" presetClass="entr" presetSubtype="3" fill="hold" grpId="0" nodeType="afterEffect">
                                  <p:stCondLst>
                                    <p:cond delay="0"/>
                                  </p:stCondLst>
                                  <p:childTnLst>
                                    <p:set>
                                      <p:cBhvr>
                                        <p:cTn id="86" dur="1" fill="hold">
                                          <p:stCondLst>
                                            <p:cond delay="0"/>
                                          </p:stCondLst>
                                        </p:cTn>
                                        <p:tgtEl>
                                          <p:spTgt spid="5"/>
                                        </p:tgtEl>
                                        <p:attrNameLst>
                                          <p:attrName>style.visibility</p:attrName>
                                        </p:attrNameLst>
                                      </p:cBhvr>
                                      <p:to>
                                        <p:strVal val="visible"/>
                                      </p:to>
                                    </p:set>
                                    <p:animEffect transition="in" filter="strips(upRight)">
                                      <p:cBhvr>
                                        <p:cTn id="87" dur="500"/>
                                        <p:tgtEl>
                                          <p:spTgt spid="5"/>
                                        </p:tgtEl>
                                      </p:cBhvr>
                                    </p:animEffect>
                                  </p:childTnLst>
                                </p:cTn>
                              </p:par>
                            </p:childTnLst>
                          </p:cTn>
                        </p:par>
                        <p:par>
                          <p:cTn id="88" fill="hold">
                            <p:stCondLst>
                              <p:cond delay="7000"/>
                            </p:stCondLst>
                            <p:childTnLst>
                              <p:par>
                                <p:cTn id="89" presetID="53" presetClass="entr" presetSubtype="16" fill="hold" nodeType="afterEffect">
                                  <p:stCondLst>
                                    <p:cond delay="0"/>
                                  </p:stCondLst>
                                  <p:childTnLst>
                                    <p:set>
                                      <p:cBhvr>
                                        <p:cTn id="90" dur="1" fill="hold">
                                          <p:stCondLst>
                                            <p:cond delay="0"/>
                                          </p:stCondLst>
                                        </p:cTn>
                                        <p:tgtEl>
                                          <p:spTgt spid="14"/>
                                        </p:tgtEl>
                                        <p:attrNameLst>
                                          <p:attrName>style.visibility</p:attrName>
                                        </p:attrNameLst>
                                      </p:cBhvr>
                                      <p:to>
                                        <p:strVal val="visible"/>
                                      </p:to>
                                    </p:set>
                                    <p:anim calcmode="lin" valueType="num">
                                      <p:cBhvr>
                                        <p:cTn id="91" dur="500" fill="hold"/>
                                        <p:tgtEl>
                                          <p:spTgt spid="14"/>
                                        </p:tgtEl>
                                        <p:attrNameLst>
                                          <p:attrName>ppt_w</p:attrName>
                                        </p:attrNameLst>
                                      </p:cBhvr>
                                      <p:tavLst>
                                        <p:tav tm="0">
                                          <p:val>
                                            <p:fltVal val="0"/>
                                          </p:val>
                                        </p:tav>
                                        <p:tav tm="100000">
                                          <p:val>
                                            <p:strVal val="#ppt_w"/>
                                          </p:val>
                                        </p:tav>
                                      </p:tavLst>
                                    </p:anim>
                                    <p:anim calcmode="lin" valueType="num">
                                      <p:cBhvr>
                                        <p:cTn id="92" dur="500" fill="hold"/>
                                        <p:tgtEl>
                                          <p:spTgt spid="14"/>
                                        </p:tgtEl>
                                        <p:attrNameLst>
                                          <p:attrName>ppt_h</p:attrName>
                                        </p:attrNameLst>
                                      </p:cBhvr>
                                      <p:tavLst>
                                        <p:tav tm="0">
                                          <p:val>
                                            <p:fltVal val="0"/>
                                          </p:val>
                                        </p:tav>
                                        <p:tav tm="100000">
                                          <p:val>
                                            <p:strVal val="#ppt_h"/>
                                          </p:val>
                                        </p:tav>
                                      </p:tavLst>
                                    </p:anim>
                                    <p:animEffect transition="in" filter="fade">
                                      <p:cBhvr>
                                        <p:cTn id="93" dur="500"/>
                                        <p:tgtEl>
                                          <p:spTgt spid="14"/>
                                        </p:tgtEl>
                                      </p:cBhvr>
                                    </p:animEffect>
                                  </p:childTnLst>
                                </p:cTn>
                              </p:par>
                            </p:childTnLst>
                          </p:cTn>
                        </p:par>
                        <p:par>
                          <p:cTn id="94" fill="hold">
                            <p:stCondLst>
                              <p:cond delay="7500"/>
                            </p:stCondLst>
                            <p:childTnLst>
                              <p:par>
                                <p:cTn id="95" presetID="47" presetClass="entr" presetSubtype="0" fill="hold" grpId="0" nodeType="afterEffect">
                                  <p:stCondLst>
                                    <p:cond delay="0"/>
                                  </p:stCondLst>
                                  <p:childTnLst>
                                    <p:set>
                                      <p:cBhvr>
                                        <p:cTn id="96" dur="1" fill="hold">
                                          <p:stCondLst>
                                            <p:cond delay="0"/>
                                          </p:stCondLst>
                                        </p:cTn>
                                        <p:tgtEl>
                                          <p:spTgt spid="13"/>
                                        </p:tgtEl>
                                        <p:attrNameLst>
                                          <p:attrName>style.visibility</p:attrName>
                                        </p:attrNameLst>
                                      </p:cBhvr>
                                      <p:to>
                                        <p:strVal val="visible"/>
                                      </p:to>
                                    </p:set>
                                    <p:animEffect transition="in" filter="fade">
                                      <p:cBhvr>
                                        <p:cTn id="97" dur="500"/>
                                        <p:tgtEl>
                                          <p:spTgt spid="13"/>
                                        </p:tgtEl>
                                      </p:cBhvr>
                                    </p:animEffect>
                                    <p:anim calcmode="lin" valueType="num">
                                      <p:cBhvr>
                                        <p:cTn id="98" dur="500" fill="hold"/>
                                        <p:tgtEl>
                                          <p:spTgt spid="13"/>
                                        </p:tgtEl>
                                        <p:attrNameLst>
                                          <p:attrName>ppt_x</p:attrName>
                                        </p:attrNameLst>
                                      </p:cBhvr>
                                      <p:tavLst>
                                        <p:tav tm="0">
                                          <p:val>
                                            <p:strVal val="#ppt_x"/>
                                          </p:val>
                                        </p:tav>
                                        <p:tav tm="100000">
                                          <p:val>
                                            <p:strVal val="#ppt_x"/>
                                          </p:val>
                                        </p:tav>
                                      </p:tavLst>
                                    </p:anim>
                                    <p:anim calcmode="lin" valueType="num">
                                      <p:cBhvr>
                                        <p:cTn id="99" dur="500" fill="hold"/>
                                        <p:tgtEl>
                                          <p:spTgt spid="13"/>
                                        </p:tgtEl>
                                        <p:attrNameLst>
                                          <p:attrName>ppt_y</p:attrName>
                                        </p:attrNameLst>
                                      </p:cBhvr>
                                      <p:tavLst>
                                        <p:tav tm="0">
                                          <p:val>
                                            <p:strVal val="#ppt_y-.1"/>
                                          </p:val>
                                        </p:tav>
                                        <p:tav tm="100000">
                                          <p:val>
                                            <p:strVal val="#ppt_y"/>
                                          </p:val>
                                        </p:tav>
                                      </p:tavLst>
                                    </p:anim>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1000"/>
                                        <p:tgtEl>
                                          <p:spTgt spid="35"/>
                                        </p:tgtEl>
                                      </p:cBhvr>
                                    </p:animEffect>
                                  </p:childTnLst>
                                </p:cTn>
                              </p:par>
                            </p:childTnLst>
                          </p:cTn>
                        </p:par>
                        <p:par>
                          <p:cTn id="103" fill="hold">
                            <p:stCondLst>
                              <p:cond delay="8000"/>
                            </p:stCondLst>
                            <p:childTnLst>
                              <p:par>
                                <p:cTn id="104" presetID="18" presetClass="entr" presetSubtype="6" fill="hold" grpId="0" nodeType="afterEffect">
                                  <p:stCondLst>
                                    <p:cond delay="0"/>
                                  </p:stCondLst>
                                  <p:childTnLst>
                                    <p:set>
                                      <p:cBhvr>
                                        <p:cTn id="105" dur="1" fill="hold">
                                          <p:stCondLst>
                                            <p:cond delay="0"/>
                                          </p:stCondLst>
                                        </p:cTn>
                                        <p:tgtEl>
                                          <p:spTgt spid="8"/>
                                        </p:tgtEl>
                                        <p:attrNameLst>
                                          <p:attrName>style.visibility</p:attrName>
                                        </p:attrNameLst>
                                      </p:cBhvr>
                                      <p:to>
                                        <p:strVal val="visible"/>
                                      </p:to>
                                    </p:set>
                                    <p:animEffect transition="in" filter="strips(downRight)">
                                      <p:cBhvr>
                                        <p:cTn id="106" dur="500"/>
                                        <p:tgtEl>
                                          <p:spTgt spid="8"/>
                                        </p:tgtEl>
                                      </p:cBhvr>
                                    </p:animEffect>
                                  </p:childTnLst>
                                </p:cTn>
                              </p:par>
                            </p:childTnLst>
                          </p:cTn>
                        </p:par>
                        <p:par>
                          <p:cTn id="107" fill="hold">
                            <p:stCondLst>
                              <p:cond delay="8500"/>
                            </p:stCondLst>
                            <p:childTnLst>
                              <p:par>
                                <p:cTn id="108" presetID="53" presetClass="entr" presetSubtype="16" fill="hold" nodeType="afterEffect">
                                  <p:stCondLst>
                                    <p:cond delay="0"/>
                                  </p:stCondLst>
                                  <p:childTnLst>
                                    <p:set>
                                      <p:cBhvr>
                                        <p:cTn id="109" dur="1" fill="hold">
                                          <p:stCondLst>
                                            <p:cond delay="0"/>
                                          </p:stCondLst>
                                        </p:cTn>
                                        <p:tgtEl>
                                          <p:spTgt spid="30"/>
                                        </p:tgtEl>
                                        <p:attrNameLst>
                                          <p:attrName>style.visibility</p:attrName>
                                        </p:attrNameLst>
                                      </p:cBhvr>
                                      <p:to>
                                        <p:strVal val="visible"/>
                                      </p:to>
                                    </p:set>
                                    <p:anim calcmode="lin" valueType="num">
                                      <p:cBhvr>
                                        <p:cTn id="110" dur="500" fill="hold"/>
                                        <p:tgtEl>
                                          <p:spTgt spid="30"/>
                                        </p:tgtEl>
                                        <p:attrNameLst>
                                          <p:attrName>ppt_w</p:attrName>
                                        </p:attrNameLst>
                                      </p:cBhvr>
                                      <p:tavLst>
                                        <p:tav tm="0">
                                          <p:val>
                                            <p:fltVal val="0"/>
                                          </p:val>
                                        </p:tav>
                                        <p:tav tm="100000">
                                          <p:val>
                                            <p:strVal val="#ppt_w"/>
                                          </p:val>
                                        </p:tav>
                                      </p:tavLst>
                                    </p:anim>
                                    <p:anim calcmode="lin" valueType="num">
                                      <p:cBhvr>
                                        <p:cTn id="111" dur="500" fill="hold"/>
                                        <p:tgtEl>
                                          <p:spTgt spid="30"/>
                                        </p:tgtEl>
                                        <p:attrNameLst>
                                          <p:attrName>ppt_h</p:attrName>
                                        </p:attrNameLst>
                                      </p:cBhvr>
                                      <p:tavLst>
                                        <p:tav tm="0">
                                          <p:val>
                                            <p:fltVal val="0"/>
                                          </p:val>
                                        </p:tav>
                                        <p:tav tm="100000">
                                          <p:val>
                                            <p:strVal val="#ppt_h"/>
                                          </p:val>
                                        </p:tav>
                                      </p:tavLst>
                                    </p:anim>
                                    <p:animEffect transition="in" filter="fade">
                                      <p:cBhvr>
                                        <p:cTn id="112" dur="500"/>
                                        <p:tgtEl>
                                          <p:spTgt spid="30"/>
                                        </p:tgtEl>
                                      </p:cBhvr>
                                    </p:animEffect>
                                  </p:childTnLst>
                                </p:cTn>
                              </p:par>
                            </p:childTnLst>
                          </p:cTn>
                        </p:par>
                        <p:par>
                          <p:cTn id="113" fill="hold">
                            <p:stCondLst>
                              <p:cond delay="9000"/>
                            </p:stCondLst>
                            <p:childTnLst>
                              <p:par>
                                <p:cTn id="114" presetID="42" presetClass="entr" presetSubtype="0" fill="hold" grpId="0" nodeType="afterEffect">
                                  <p:stCondLst>
                                    <p:cond delay="0"/>
                                  </p:stCondLst>
                                  <p:childTnLst>
                                    <p:set>
                                      <p:cBhvr>
                                        <p:cTn id="115" dur="1" fill="hold">
                                          <p:stCondLst>
                                            <p:cond delay="0"/>
                                          </p:stCondLst>
                                        </p:cTn>
                                        <p:tgtEl>
                                          <p:spTgt spid="29"/>
                                        </p:tgtEl>
                                        <p:attrNameLst>
                                          <p:attrName>style.visibility</p:attrName>
                                        </p:attrNameLst>
                                      </p:cBhvr>
                                      <p:to>
                                        <p:strVal val="visible"/>
                                      </p:to>
                                    </p:set>
                                    <p:animEffect transition="in" filter="fade">
                                      <p:cBhvr>
                                        <p:cTn id="116" dur="500"/>
                                        <p:tgtEl>
                                          <p:spTgt spid="29"/>
                                        </p:tgtEl>
                                      </p:cBhvr>
                                    </p:animEffect>
                                    <p:anim calcmode="lin" valueType="num">
                                      <p:cBhvr>
                                        <p:cTn id="117" dur="500" fill="hold"/>
                                        <p:tgtEl>
                                          <p:spTgt spid="29"/>
                                        </p:tgtEl>
                                        <p:attrNameLst>
                                          <p:attrName>ppt_x</p:attrName>
                                        </p:attrNameLst>
                                      </p:cBhvr>
                                      <p:tavLst>
                                        <p:tav tm="0">
                                          <p:val>
                                            <p:strVal val="#ppt_x"/>
                                          </p:val>
                                        </p:tav>
                                        <p:tav tm="100000">
                                          <p:val>
                                            <p:strVal val="#ppt_x"/>
                                          </p:val>
                                        </p:tav>
                                      </p:tavLst>
                                    </p:anim>
                                    <p:anim calcmode="lin" valueType="num">
                                      <p:cBhvr>
                                        <p:cTn id="118" dur="500" fill="hold"/>
                                        <p:tgtEl>
                                          <p:spTgt spid="29"/>
                                        </p:tgtEl>
                                        <p:attrNameLst>
                                          <p:attrName>ppt_y</p:attrName>
                                        </p:attrNameLst>
                                      </p:cBhvr>
                                      <p:tavLst>
                                        <p:tav tm="0">
                                          <p:val>
                                            <p:strVal val="#ppt_y+.1"/>
                                          </p:val>
                                        </p:tav>
                                        <p:tav tm="100000">
                                          <p:val>
                                            <p:strVal val="#ppt_y"/>
                                          </p:val>
                                        </p:tav>
                                      </p:tavLst>
                                    </p:anim>
                                  </p:childTnLst>
                                </p:cTn>
                              </p:par>
                              <p:par>
                                <p:cTn id="119" presetID="10" presetClass="entr" presetSubtype="0" fill="hold" grpId="0" nodeType="withEffect">
                                  <p:stCondLst>
                                    <p:cond delay="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21" dur="1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p:bldP spid="10" grpId="0"/>
      <p:bldP spid="11" grpId="0"/>
      <p:bldP spid="12" grpId="0"/>
      <p:bldP spid="13" grpId="0"/>
      <p:bldP spid="29" grpId="0"/>
      <p:bldP spid="33" grpId="0"/>
      <p:bldP spid="34" grpId="0"/>
      <p:bldP spid="35" grpId="0"/>
      <p:bldP spid="36" grpId="0"/>
      <p:bldP spid="37" grpId="0"/>
      <p:bldP spid="3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1209944" y="4940219"/>
            <a:ext cx="9772112" cy="1059795"/>
          </a:xfrm>
          <a:prstGeom prst="ellipse">
            <a:avLst/>
          </a:prstGeom>
          <a:noFill/>
          <a:ln>
            <a:gradFill>
              <a:gsLst>
                <a:gs pos="0">
                  <a:schemeClr val="accent2">
                    <a:alpha val="0"/>
                  </a:schemeClr>
                </a:gs>
                <a:gs pos="100000">
                  <a:schemeClr val="accent2"/>
                </a:gs>
              </a:gsLst>
              <a:lin ang="5400000" scaled="1"/>
            </a:gradFill>
          </a:ln>
          <a:effectLst>
            <a:outerShdw blurRad="508000" dist="190500" dir="5400000" sx="95000" sy="95000" algn="t" rotWithShape="0">
              <a:schemeClr val="dk1">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8" name="椭圆 7"/>
          <p:cNvSpPr/>
          <p:nvPr/>
        </p:nvSpPr>
        <p:spPr>
          <a:xfrm>
            <a:off x="2341906" y="5435491"/>
            <a:ext cx="7508190" cy="1092471"/>
          </a:xfrm>
          <a:prstGeom prst="ellipse">
            <a:avLst/>
          </a:prstGeom>
          <a:noFill/>
          <a:ln>
            <a:gradFill>
              <a:gsLst>
                <a:gs pos="0">
                  <a:schemeClr val="accent1">
                    <a:alpha val="0"/>
                  </a:schemeClr>
                </a:gs>
                <a:gs pos="100000">
                  <a:schemeClr val="accent1"/>
                </a:gs>
              </a:gsLst>
              <a:lin ang="5400000" scaled="1"/>
            </a:gradFill>
          </a:ln>
          <a:effectLst>
            <a:outerShdw blurRad="508000" dist="190500" dir="5400000" sx="95000" sy="95000" algn="t" rotWithShape="0">
              <a:schemeClr val="dk1">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思源宋体 Heavy" panose="02020900000000000000" charset="-122"/>
              <a:ea typeface="思源宋体 Heavy" panose="02020900000000000000" charset="-122"/>
              <a:cs typeface="Aa楷体" panose="02000500000000000000" pitchFamily="2" charset="-122"/>
              <a:sym typeface="+mn-lt"/>
            </a:endParaRPr>
          </a:p>
        </p:txBody>
      </p:sp>
      <p:cxnSp>
        <p:nvCxnSpPr>
          <p:cNvPr id="9" name="直接连接符 8"/>
          <p:cNvCxnSpPr/>
          <p:nvPr/>
        </p:nvCxnSpPr>
        <p:spPr>
          <a:xfrm flipH="1">
            <a:off x="3624399" y="4119783"/>
            <a:ext cx="0" cy="935948"/>
          </a:xfrm>
          <a:prstGeom prst="line">
            <a:avLst/>
          </a:prstGeom>
          <a:noFill/>
          <a:ln w="12700" cap="flat" cmpd="sng" algn="ctr">
            <a:solidFill>
              <a:schemeClr val="accent1"/>
            </a:solidFill>
            <a:prstDash val="dash"/>
            <a:miter lim="800000"/>
          </a:ln>
          <a:effectLst/>
        </p:spPr>
      </p:cxnSp>
      <p:cxnSp>
        <p:nvCxnSpPr>
          <p:cNvPr id="10" name="直接连接符 9"/>
          <p:cNvCxnSpPr/>
          <p:nvPr/>
        </p:nvCxnSpPr>
        <p:spPr>
          <a:xfrm flipH="1">
            <a:off x="8567602" y="4119783"/>
            <a:ext cx="0" cy="935948"/>
          </a:xfrm>
          <a:prstGeom prst="line">
            <a:avLst/>
          </a:prstGeom>
          <a:noFill/>
          <a:ln w="12700" cap="flat" cmpd="sng" algn="ctr">
            <a:solidFill>
              <a:schemeClr val="accent1"/>
            </a:solidFill>
            <a:prstDash val="dash"/>
            <a:miter lim="800000"/>
          </a:ln>
          <a:effectLst/>
        </p:spPr>
      </p:cxnSp>
      <p:cxnSp>
        <p:nvCxnSpPr>
          <p:cNvPr id="11" name="直接连接符 10"/>
          <p:cNvCxnSpPr/>
          <p:nvPr/>
        </p:nvCxnSpPr>
        <p:spPr>
          <a:xfrm flipH="1">
            <a:off x="1833797" y="4679995"/>
            <a:ext cx="0" cy="935948"/>
          </a:xfrm>
          <a:prstGeom prst="line">
            <a:avLst/>
          </a:prstGeom>
          <a:noFill/>
          <a:ln w="12700" cap="flat" cmpd="sng" algn="ctr">
            <a:solidFill>
              <a:schemeClr val="accent2"/>
            </a:solidFill>
            <a:prstDash val="dash"/>
            <a:miter lim="800000"/>
          </a:ln>
          <a:effectLst/>
        </p:spPr>
      </p:cxnSp>
      <p:cxnSp>
        <p:nvCxnSpPr>
          <p:cNvPr id="12" name="直接连接符 11"/>
          <p:cNvCxnSpPr/>
          <p:nvPr/>
        </p:nvCxnSpPr>
        <p:spPr>
          <a:xfrm flipH="1">
            <a:off x="10363639" y="4679995"/>
            <a:ext cx="0" cy="935948"/>
          </a:xfrm>
          <a:prstGeom prst="line">
            <a:avLst/>
          </a:prstGeom>
          <a:noFill/>
          <a:ln w="12700" cap="flat" cmpd="sng" algn="ctr">
            <a:solidFill>
              <a:schemeClr val="accent2"/>
            </a:solidFill>
            <a:prstDash val="dash"/>
            <a:miter lim="800000"/>
          </a:ln>
          <a:effectLst/>
        </p:spPr>
      </p:cxnSp>
      <p:sp>
        <p:nvSpPr>
          <p:cNvPr id="13" name="椭圆 12"/>
          <p:cNvSpPr/>
          <p:nvPr/>
        </p:nvSpPr>
        <p:spPr>
          <a:xfrm>
            <a:off x="1445951" y="2363140"/>
            <a:ext cx="744249" cy="744249"/>
          </a:xfrm>
          <a:prstGeom prst="ellipse">
            <a:avLst/>
          </a:prstGeom>
          <a:solidFill>
            <a:schemeClr val="accent1">
              <a:lumMod val="40000"/>
              <a:lumOff val="6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2400">
                <a:solidFill>
                  <a:prstClr val="white"/>
                </a:solidFill>
                <a:latin typeface="思源宋体 Heavy" panose="02020900000000000000" charset="-122"/>
                <a:ea typeface="思源宋体 Heavy" panose="02020900000000000000" charset="-122"/>
                <a:cs typeface="Aa楷体" panose="02000500000000000000" pitchFamily="2" charset="-122"/>
                <a:sym typeface="+mn-lt"/>
              </a:rPr>
              <a:t>01</a:t>
            </a:r>
            <a:endParaRPr lang="zh-CN" altLang="en-US" sz="24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4" name="椭圆 13"/>
          <p:cNvSpPr/>
          <p:nvPr/>
        </p:nvSpPr>
        <p:spPr>
          <a:xfrm>
            <a:off x="3252274" y="1867867"/>
            <a:ext cx="744249" cy="744249"/>
          </a:xfrm>
          <a:prstGeom prst="ellipse">
            <a:avLst/>
          </a:prstGeom>
          <a:solidFill>
            <a:schemeClr val="accent2">
              <a:lumMod val="60000"/>
              <a:lumOff val="4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2400">
                <a:solidFill>
                  <a:prstClr val="white"/>
                </a:solidFill>
                <a:latin typeface="思源宋体 Heavy" panose="02020900000000000000" charset="-122"/>
                <a:ea typeface="思源宋体 Heavy" panose="02020900000000000000" charset="-122"/>
                <a:cs typeface="Aa楷体" panose="02000500000000000000" pitchFamily="2" charset="-122"/>
                <a:sym typeface="+mn-lt"/>
              </a:rPr>
              <a:t>02</a:t>
            </a:r>
            <a:endParaRPr lang="zh-CN" altLang="en-US" sz="24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5" name="椭圆 14"/>
          <p:cNvSpPr/>
          <p:nvPr/>
        </p:nvSpPr>
        <p:spPr>
          <a:xfrm>
            <a:off x="8195478" y="1867867"/>
            <a:ext cx="744249" cy="744249"/>
          </a:xfrm>
          <a:prstGeom prst="ellipse">
            <a:avLst/>
          </a:prstGeom>
          <a:solidFill>
            <a:schemeClr val="accent2">
              <a:lumMod val="60000"/>
              <a:lumOff val="4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2400">
                <a:solidFill>
                  <a:prstClr val="white"/>
                </a:solidFill>
                <a:latin typeface="思源宋体 Heavy" panose="02020900000000000000" charset="-122"/>
                <a:ea typeface="思源宋体 Heavy" panose="02020900000000000000" charset="-122"/>
                <a:cs typeface="Aa楷体" panose="02000500000000000000" pitchFamily="2" charset="-122"/>
                <a:sym typeface="+mn-lt"/>
              </a:rPr>
              <a:t>04</a:t>
            </a:r>
            <a:endParaRPr lang="zh-CN" altLang="en-US" sz="24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6" name="椭圆 15"/>
          <p:cNvSpPr/>
          <p:nvPr/>
        </p:nvSpPr>
        <p:spPr>
          <a:xfrm>
            <a:off x="9991514" y="2363140"/>
            <a:ext cx="744249" cy="744249"/>
          </a:xfrm>
          <a:prstGeom prst="ellipse">
            <a:avLst/>
          </a:prstGeom>
          <a:solidFill>
            <a:schemeClr val="accent1">
              <a:lumMod val="40000"/>
              <a:lumOff val="6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2400">
                <a:solidFill>
                  <a:prstClr val="white"/>
                </a:solidFill>
                <a:latin typeface="思源宋体 Heavy" panose="02020900000000000000" charset="-122"/>
                <a:ea typeface="思源宋体 Heavy" panose="02020900000000000000" charset="-122"/>
                <a:cs typeface="Aa楷体" panose="02000500000000000000" pitchFamily="2" charset="-122"/>
                <a:sym typeface="+mn-lt"/>
              </a:rPr>
              <a:t>05</a:t>
            </a:r>
            <a:endParaRPr lang="zh-CN" altLang="en-US" sz="24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7" name="textcount"/>
          <p:cNvSpPr txBox="1"/>
          <p:nvPr/>
        </p:nvSpPr>
        <p:spPr>
          <a:xfrm>
            <a:off x="914983" y="3536109"/>
            <a:ext cx="1837625" cy="923330"/>
          </a:xfrm>
          <a:prstGeom prst="rect">
            <a:avLst/>
          </a:prstGeom>
          <a:noFill/>
        </p:spPr>
        <p:txBody>
          <a:bodyPr vert="horz" wrap="square" rtlCol="0">
            <a:spAutoFit/>
          </a:bodyPr>
          <a:lstStyle/>
          <a:p>
            <a:pPr algn="ctr">
              <a:lnSpc>
                <a:spcPct val="150000"/>
              </a:lnSpc>
              <a:defRPr/>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不用多余的文字修饰，言简意赅的说明分项内容</a:t>
            </a:r>
            <a:r>
              <a:rPr lang="en-US" altLang="zh-CN"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a:t>
            </a:r>
            <a:endPar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8" name="textcount"/>
          <p:cNvSpPr txBox="1"/>
          <p:nvPr/>
        </p:nvSpPr>
        <p:spPr>
          <a:xfrm>
            <a:off x="886256" y="3190747"/>
            <a:ext cx="1895078" cy="369204"/>
          </a:xfrm>
          <a:prstGeom prst="rect">
            <a:avLst/>
          </a:prstGeom>
          <a:noFill/>
        </p:spPr>
        <p:txBody>
          <a:bodyPr vert="horz" wrap="square" rtlCol="0">
            <a:spAutoFit/>
          </a:bodyPr>
          <a:lstStyle/>
          <a:p>
            <a:pPr algn="ctr">
              <a:defRPr/>
            </a:pPr>
            <a:r>
              <a:rPr lang="zh-CN" altLang="en-US" sz="1800" b="1">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rPr>
              <a:t>添加标题文字</a:t>
            </a:r>
            <a:endParaRPr lang="zh-CN" altLang="en-US" sz="1800" b="1">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9" name="textcount"/>
          <p:cNvSpPr txBox="1"/>
          <p:nvPr/>
        </p:nvSpPr>
        <p:spPr>
          <a:xfrm>
            <a:off x="2700898" y="3040835"/>
            <a:ext cx="1837625" cy="923330"/>
          </a:xfrm>
          <a:prstGeom prst="rect">
            <a:avLst/>
          </a:prstGeom>
          <a:noFill/>
        </p:spPr>
        <p:txBody>
          <a:bodyPr vert="horz" wrap="square" rtlCol="0">
            <a:spAutoFit/>
          </a:bodyPr>
          <a:lstStyle/>
          <a:p>
            <a:pPr algn="ctr">
              <a:lnSpc>
                <a:spcPct val="150000"/>
              </a:lnSpc>
              <a:defRPr/>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不用多余的文字修饰，言简意赅的说明分项内容</a:t>
            </a:r>
            <a:r>
              <a:rPr lang="en-US" altLang="zh-CN"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a:t>
            </a:r>
            <a:endPar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0" name="textcount"/>
          <p:cNvSpPr txBox="1"/>
          <p:nvPr/>
        </p:nvSpPr>
        <p:spPr>
          <a:xfrm>
            <a:off x="2672171" y="2695474"/>
            <a:ext cx="1895078" cy="369204"/>
          </a:xfrm>
          <a:prstGeom prst="rect">
            <a:avLst/>
          </a:prstGeom>
          <a:noFill/>
        </p:spPr>
        <p:txBody>
          <a:bodyPr vert="horz" wrap="square" rtlCol="0">
            <a:spAutoFit/>
          </a:bodyPr>
          <a:lstStyle/>
          <a:p>
            <a:pPr algn="ctr">
              <a:defRPr/>
            </a:pPr>
            <a:r>
              <a:rPr lang="zh-CN" altLang="en-US" sz="1800" b="1">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rPr>
              <a:t>添加标题文字</a:t>
            </a:r>
            <a:endParaRPr lang="zh-CN" altLang="en-US" sz="1800" b="1">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1" name="textcount"/>
          <p:cNvSpPr txBox="1"/>
          <p:nvPr/>
        </p:nvSpPr>
        <p:spPr>
          <a:xfrm>
            <a:off x="7653479" y="3040835"/>
            <a:ext cx="1837625" cy="923330"/>
          </a:xfrm>
          <a:prstGeom prst="rect">
            <a:avLst/>
          </a:prstGeom>
          <a:noFill/>
        </p:spPr>
        <p:txBody>
          <a:bodyPr vert="horz" wrap="square" rtlCol="0">
            <a:spAutoFit/>
          </a:bodyPr>
          <a:lstStyle/>
          <a:p>
            <a:pPr algn="ctr">
              <a:lnSpc>
                <a:spcPct val="150000"/>
              </a:lnSpc>
              <a:defRPr/>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不用多余的文字修饰，言简意赅的说明分项内容</a:t>
            </a:r>
            <a:r>
              <a:rPr lang="en-US" altLang="zh-CN"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a:t>
            </a:r>
            <a:endPar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2" name="textcount"/>
          <p:cNvSpPr txBox="1"/>
          <p:nvPr/>
        </p:nvSpPr>
        <p:spPr>
          <a:xfrm>
            <a:off x="7624754" y="2695474"/>
            <a:ext cx="1895078" cy="369204"/>
          </a:xfrm>
          <a:prstGeom prst="rect">
            <a:avLst/>
          </a:prstGeom>
          <a:noFill/>
        </p:spPr>
        <p:txBody>
          <a:bodyPr vert="horz" wrap="square" rtlCol="0">
            <a:spAutoFit/>
          </a:bodyPr>
          <a:lstStyle/>
          <a:p>
            <a:pPr algn="ctr">
              <a:defRPr/>
            </a:pPr>
            <a:r>
              <a:rPr lang="zh-CN" altLang="en-US" sz="1800" b="1">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rPr>
              <a:t>添加标题文字</a:t>
            </a:r>
            <a:endParaRPr lang="zh-CN" altLang="en-US" sz="1800" b="1">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3" name="textcount"/>
          <p:cNvSpPr txBox="1"/>
          <p:nvPr/>
        </p:nvSpPr>
        <p:spPr>
          <a:xfrm>
            <a:off x="9444826" y="3536109"/>
            <a:ext cx="1837625" cy="923330"/>
          </a:xfrm>
          <a:prstGeom prst="rect">
            <a:avLst/>
          </a:prstGeom>
          <a:noFill/>
        </p:spPr>
        <p:txBody>
          <a:bodyPr vert="horz" wrap="square" rtlCol="0">
            <a:spAutoFit/>
          </a:bodyPr>
          <a:lstStyle/>
          <a:p>
            <a:pPr algn="ctr">
              <a:lnSpc>
                <a:spcPct val="150000"/>
              </a:lnSpc>
              <a:defRPr/>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不用多余的文字修饰，言简意赅的说明分项内容</a:t>
            </a:r>
            <a:r>
              <a:rPr lang="en-US" altLang="zh-CN"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a:t>
            </a:r>
            <a:endPar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4" name="textcount"/>
          <p:cNvSpPr txBox="1"/>
          <p:nvPr/>
        </p:nvSpPr>
        <p:spPr>
          <a:xfrm>
            <a:off x="9416100" y="3190747"/>
            <a:ext cx="1895078" cy="369204"/>
          </a:xfrm>
          <a:prstGeom prst="rect">
            <a:avLst/>
          </a:prstGeom>
          <a:noFill/>
        </p:spPr>
        <p:txBody>
          <a:bodyPr vert="horz" wrap="square" rtlCol="0">
            <a:spAutoFit/>
          </a:bodyPr>
          <a:lstStyle/>
          <a:p>
            <a:pPr algn="ctr">
              <a:defRPr/>
            </a:pPr>
            <a:r>
              <a:rPr lang="zh-CN" altLang="en-US" sz="1800" b="1">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rPr>
              <a:t>添加标题文字</a:t>
            </a:r>
            <a:endParaRPr lang="zh-CN" altLang="en-US" sz="1800" b="1">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5" name="文本框 24"/>
          <p:cNvSpPr txBox="1"/>
          <p:nvPr/>
        </p:nvSpPr>
        <p:spPr>
          <a:xfrm>
            <a:off x="4462276" y="4907599"/>
            <a:ext cx="3267452" cy="584775"/>
          </a:xfrm>
          <a:prstGeom prst="rect">
            <a:avLst/>
          </a:prstGeom>
          <a:noFill/>
        </p:spPr>
        <p:txBody>
          <a:bodyPr wrap="square" rtlCol="0" anchor="ctr">
            <a:spAutoFit/>
          </a:bodyPr>
          <a:lstStyle>
            <a:defPPr>
              <a:defRPr lang="zh-CN"/>
            </a:defPPr>
            <a:lvl1pPr algn="ctr">
              <a:defRPr>
                <a:gradFill>
                  <a:gsLst>
                    <a:gs pos="0">
                      <a:schemeClr val="accent1"/>
                    </a:gs>
                    <a:gs pos="100000">
                      <a:schemeClr val="accent2"/>
                    </a:gs>
                  </a:gsLst>
                  <a:lin ang="5400000" scaled="1"/>
                </a:gradFill>
                <a:latin typeface="+mj-ea"/>
                <a:ea typeface="+mj-ea"/>
              </a:defRPr>
            </a:lvl1pPr>
          </a:lstStyle>
          <a:p>
            <a:pPr>
              <a:defRPr/>
            </a:pPr>
            <a:r>
              <a:rPr lang="zh-CN" altLang="en-US" sz="3200" b="1">
                <a:solidFill>
                  <a:schemeClr val="tx1">
                    <a:lumMod val="75000"/>
                    <a:lumOff val="25000"/>
                  </a:schemeClr>
                </a:solidFill>
                <a:latin typeface="思源宋体 Heavy" panose="02020900000000000000" charset="-122"/>
                <a:ea typeface="思源宋体 Heavy" panose="02020900000000000000" charset="-122"/>
                <a:cs typeface="Aa楷体" panose="02000500000000000000" pitchFamily="2" charset="-122"/>
                <a:sym typeface="+mn-lt"/>
              </a:rPr>
              <a:t>点击添加标题</a:t>
            </a:r>
            <a:endParaRPr lang="zh-CN" altLang="en-US" sz="3200" b="1">
              <a:solidFill>
                <a:schemeClr val="tx1">
                  <a:lumMod val="75000"/>
                  <a:lumOff val="25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cxnSp>
        <p:nvCxnSpPr>
          <p:cNvPr id="26" name="直接连接符 25"/>
          <p:cNvCxnSpPr/>
          <p:nvPr/>
        </p:nvCxnSpPr>
        <p:spPr>
          <a:xfrm flipH="1">
            <a:off x="6096001" y="3798521"/>
            <a:ext cx="0" cy="935948"/>
          </a:xfrm>
          <a:prstGeom prst="line">
            <a:avLst/>
          </a:prstGeom>
          <a:noFill/>
          <a:ln w="12700" cap="flat" cmpd="sng" algn="ctr">
            <a:solidFill>
              <a:schemeClr val="accent2"/>
            </a:solidFill>
            <a:prstDash val="dash"/>
            <a:miter lim="800000"/>
          </a:ln>
          <a:effectLst/>
        </p:spPr>
      </p:cxnSp>
      <p:sp>
        <p:nvSpPr>
          <p:cNvPr id="27" name="椭圆 26"/>
          <p:cNvSpPr/>
          <p:nvPr/>
        </p:nvSpPr>
        <p:spPr>
          <a:xfrm>
            <a:off x="5723876" y="1602690"/>
            <a:ext cx="744249" cy="744249"/>
          </a:xfrm>
          <a:prstGeom prst="ellipse">
            <a:avLst/>
          </a:prstGeom>
          <a:solidFill>
            <a:schemeClr val="accent1">
              <a:lumMod val="40000"/>
              <a:lumOff val="6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2400">
                <a:solidFill>
                  <a:prstClr val="white"/>
                </a:solidFill>
                <a:latin typeface="思源宋体 Heavy" panose="02020900000000000000" charset="-122"/>
                <a:ea typeface="思源宋体 Heavy" panose="02020900000000000000" charset="-122"/>
                <a:cs typeface="Aa楷体" panose="02000500000000000000" pitchFamily="2" charset="-122"/>
                <a:sym typeface="+mn-lt"/>
              </a:rPr>
              <a:t>03</a:t>
            </a:r>
            <a:endParaRPr lang="zh-CN" altLang="en-US" sz="24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8" name="textcount"/>
          <p:cNvSpPr txBox="1"/>
          <p:nvPr/>
        </p:nvSpPr>
        <p:spPr>
          <a:xfrm>
            <a:off x="5177188" y="2775657"/>
            <a:ext cx="1837625" cy="923330"/>
          </a:xfrm>
          <a:prstGeom prst="rect">
            <a:avLst/>
          </a:prstGeom>
          <a:noFill/>
        </p:spPr>
        <p:txBody>
          <a:bodyPr vert="horz" wrap="square" rtlCol="0">
            <a:spAutoFit/>
          </a:bodyPr>
          <a:lstStyle/>
          <a:p>
            <a:pPr algn="ctr">
              <a:lnSpc>
                <a:spcPct val="150000"/>
              </a:lnSpc>
              <a:defRPr/>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不用多余的文字修饰，言简意赅的说明分项内容</a:t>
            </a:r>
            <a:r>
              <a:rPr lang="en-US" altLang="zh-CN"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a:t>
            </a:r>
            <a:endPar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9" name="textcount"/>
          <p:cNvSpPr txBox="1"/>
          <p:nvPr/>
        </p:nvSpPr>
        <p:spPr>
          <a:xfrm>
            <a:off x="5148463" y="2430295"/>
            <a:ext cx="1895078" cy="369204"/>
          </a:xfrm>
          <a:prstGeom prst="rect">
            <a:avLst/>
          </a:prstGeom>
          <a:noFill/>
        </p:spPr>
        <p:txBody>
          <a:bodyPr vert="horz" wrap="square" rtlCol="0">
            <a:spAutoFit/>
          </a:bodyPr>
          <a:lstStyle/>
          <a:p>
            <a:pPr algn="ctr">
              <a:defRPr/>
            </a:pPr>
            <a:r>
              <a:rPr lang="zh-CN" altLang="en-US" sz="1800" b="1">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rPr>
              <a:t>添加标题文字</a:t>
            </a:r>
            <a:endParaRPr lang="zh-CN" altLang="en-US" sz="1800" b="1">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grpSp>
        <p:nvGrpSpPr>
          <p:cNvPr id="2" name="组合 1"/>
          <p:cNvGrpSpPr/>
          <p:nvPr/>
        </p:nvGrpSpPr>
        <p:grpSpPr>
          <a:xfrm>
            <a:off x="193291" y="317173"/>
            <a:ext cx="5179768" cy="871755"/>
            <a:chOff x="193291" y="317173"/>
            <a:chExt cx="5179768" cy="871755"/>
          </a:xfrm>
        </p:grpSpPr>
        <p:sp>
          <p:nvSpPr>
            <p:cNvPr id="3" name="文本框 2"/>
            <p:cNvSpPr txBox="1"/>
            <p:nvPr/>
          </p:nvSpPr>
          <p:spPr>
            <a:xfrm>
              <a:off x="1059985" y="357880"/>
              <a:ext cx="4313074" cy="688073"/>
            </a:xfrm>
            <a:prstGeom prst="rect">
              <a:avLst/>
            </a:prstGeom>
            <a:noFill/>
          </p:spPr>
          <p:txBody>
            <a:bodyPr wrap="square" rtlCol="0">
              <a:spAutoFit/>
            </a:bodyPr>
            <a:lstStyle/>
            <a:p>
              <a:pPr lvl="0">
                <a:lnSpc>
                  <a:spcPct val="130000"/>
                </a:lnSpc>
                <a:defRPr/>
              </a:pPr>
              <a:r>
                <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rPr>
                <a:t>研究方法及过程</a:t>
              </a:r>
              <a:endPar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endParaRPr>
            </a:p>
          </p:txBody>
        </p:sp>
        <p:pic>
          <p:nvPicPr>
            <p:cNvPr id="4" name="图片 3"/>
            <p:cNvPicPr>
              <a:picLocks noChangeAspect="1"/>
            </p:cNvPicPr>
            <p:nvPr/>
          </p:nvPicPr>
          <p:blipFill>
            <a:blip r:embed="rId1">
              <a:duotone>
                <a:schemeClr val="accent1">
                  <a:shade val="45000"/>
                  <a:satMod val="135000"/>
                </a:schemeClr>
                <a:prstClr val="white"/>
              </a:duotone>
              <a:extLst>
                <a:ext uri="{28A0092B-C50C-407E-A947-70E740481C1C}">
                  <a14:useLocalDpi xmlns:a14="http://schemas.microsoft.com/office/drawing/2010/main" val="0"/>
                </a:ext>
              </a:extLst>
            </a:blip>
            <a:srcRect l="24588" t="52000" r="15417" b="10555"/>
            <a:stretch>
              <a:fillRect/>
            </a:stretch>
          </p:blipFill>
          <p:spPr>
            <a:xfrm>
              <a:off x="193291" y="317173"/>
              <a:ext cx="931043" cy="871755"/>
            </a:xfrm>
            <a:prstGeom prst="rect">
              <a:avLst/>
            </a:prstGeom>
          </p:spPr>
        </p:pic>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arn(inVertical)">
                                      <p:cBhvr>
                                        <p:cTn id="10" dur="500"/>
                                        <p:tgtEl>
                                          <p:spTgt spid="8"/>
                                        </p:tgtEl>
                                      </p:cBhvr>
                                    </p:animEffect>
                                  </p:childTnLst>
                                </p:cTn>
                              </p:par>
                              <p:par>
                                <p:cTn id="11" presetID="42"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anim calcmode="lin" valueType="num">
                                      <p:cBhvr>
                                        <p:cTn id="19" dur="1000" fill="hold"/>
                                        <p:tgtEl>
                                          <p:spTgt spid="10"/>
                                        </p:tgtEl>
                                        <p:attrNameLst>
                                          <p:attrName>ppt_x</p:attrName>
                                        </p:attrNameLst>
                                      </p:cBhvr>
                                      <p:tavLst>
                                        <p:tav tm="0">
                                          <p:val>
                                            <p:strVal val="#ppt_x"/>
                                          </p:val>
                                        </p:tav>
                                        <p:tav tm="100000">
                                          <p:val>
                                            <p:strVal val="#ppt_x"/>
                                          </p:val>
                                        </p:tav>
                                      </p:tavLst>
                                    </p:anim>
                                    <p:anim calcmode="lin" valueType="num">
                                      <p:cBhvr>
                                        <p:cTn id="20" dur="1000" fill="hold"/>
                                        <p:tgtEl>
                                          <p:spTgt spid="10"/>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000"/>
                                        <p:tgtEl>
                                          <p:spTgt spid="11"/>
                                        </p:tgtEl>
                                      </p:cBhvr>
                                    </p:animEffect>
                                    <p:anim calcmode="lin" valueType="num">
                                      <p:cBhvr>
                                        <p:cTn id="24" dur="1000" fill="hold"/>
                                        <p:tgtEl>
                                          <p:spTgt spid="11"/>
                                        </p:tgtEl>
                                        <p:attrNameLst>
                                          <p:attrName>ppt_x</p:attrName>
                                        </p:attrNameLst>
                                      </p:cBhvr>
                                      <p:tavLst>
                                        <p:tav tm="0">
                                          <p:val>
                                            <p:strVal val="#ppt_x"/>
                                          </p:val>
                                        </p:tav>
                                        <p:tav tm="100000">
                                          <p:val>
                                            <p:strVal val="#ppt_x"/>
                                          </p:val>
                                        </p:tav>
                                      </p:tavLst>
                                    </p:anim>
                                    <p:anim calcmode="lin" valueType="num">
                                      <p:cBhvr>
                                        <p:cTn id="25" dur="1000" fill="hold"/>
                                        <p:tgtEl>
                                          <p:spTgt spid="11"/>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anim calcmode="lin" valueType="num">
                                      <p:cBhvr>
                                        <p:cTn id="29" dur="1000" fill="hold"/>
                                        <p:tgtEl>
                                          <p:spTgt spid="12"/>
                                        </p:tgtEl>
                                        <p:attrNameLst>
                                          <p:attrName>ppt_x</p:attrName>
                                        </p:attrNameLst>
                                      </p:cBhvr>
                                      <p:tavLst>
                                        <p:tav tm="0">
                                          <p:val>
                                            <p:strVal val="#ppt_x"/>
                                          </p:val>
                                        </p:tav>
                                        <p:tav tm="100000">
                                          <p:val>
                                            <p:strVal val="#ppt_x"/>
                                          </p:val>
                                        </p:tav>
                                      </p:tavLst>
                                    </p:anim>
                                    <p:anim calcmode="lin" valueType="num">
                                      <p:cBhvr>
                                        <p:cTn id="30" dur="1000" fill="hold"/>
                                        <p:tgtEl>
                                          <p:spTgt spid="12"/>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1000"/>
                                        <p:tgtEl>
                                          <p:spTgt spid="13"/>
                                        </p:tgtEl>
                                      </p:cBhvr>
                                    </p:animEffect>
                                    <p:anim calcmode="lin" valueType="num">
                                      <p:cBhvr>
                                        <p:cTn id="34" dur="1000" fill="hold"/>
                                        <p:tgtEl>
                                          <p:spTgt spid="13"/>
                                        </p:tgtEl>
                                        <p:attrNameLst>
                                          <p:attrName>ppt_x</p:attrName>
                                        </p:attrNameLst>
                                      </p:cBhvr>
                                      <p:tavLst>
                                        <p:tav tm="0">
                                          <p:val>
                                            <p:strVal val="#ppt_x"/>
                                          </p:val>
                                        </p:tav>
                                        <p:tav tm="100000">
                                          <p:val>
                                            <p:strVal val="#ppt_x"/>
                                          </p:val>
                                        </p:tav>
                                      </p:tavLst>
                                    </p:anim>
                                    <p:anim calcmode="lin" valueType="num">
                                      <p:cBhvr>
                                        <p:cTn id="35" dur="1000" fill="hold"/>
                                        <p:tgtEl>
                                          <p:spTgt spid="13"/>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1000"/>
                                        <p:tgtEl>
                                          <p:spTgt spid="14"/>
                                        </p:tgtEl>
                                      </p:cBhvr>
                                    </p:animEffect>
                                    <p:anim calcmode="lin" valueType="num">
                                      <p:cBhvr>
                                        <p:cTn id="39" dur="1000" fill="hold"/>
                                        <p:tgtEl>
                                          <p:spTgt spid="14"/>
                                        </p:tgtEl>
                                        <p:attrNameLst>
                                          <p:attrName>ppt_x</p:attrName>
                                        </p:attrNameLst>
                                      </p:cBhvr>
                                      <p:tavLst>
                                        <p:tav tm="0">
                                          <p:val>
                                            <p:strVal val="#ppt_x"/>
                                          </p:val>
                                        </p:tav>
                                        <p:tav tm="100000">
                                          <p:val>
                                            <p:strVal val="#ppt_x"/>
                                          </p:val>
                                        </p:tav>
                                      </p:tavLst>
                                    </p:anim>
                                    <p:anim calcmode="lin" valueType="num">
                                      <p:cBhvr>
                                        <p:cTn id="40" dur="1000" fill="hold"/>
                                        <p:tgtEl>
                                          <p:spTgt spid="14"/>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1000"/>
                                        <p:tgtEl>
                                          <p:spTgt spid="15"/>
                                        </p:tgtEl>
                                      </p:cBhvr>
                                    </p:animEffect>
                                    <p:anim calcmode="lin" valueType="num">
                                      <p:cBhvr>
                                        <p:cTn id="44" dur="1000" fill="hold"/>
                                        <p:tgtEl>
                                          <p:spTgt spid="15"/>
                                        </p:tgtEl>
                                        <p:attrNameLst>
                                          <p:attrName>ppt_x</p:attrName>
                                        </p:attrNameLst>
                                      </p:cBhvr>
                                      <p:tavLst>
                                        <p:tav tm="0">
                                          <p:val>
                                            <p:strVal val="#ppt_x"/>
                                          </p:val>
                                        </p:tav>
                                        <p:tav tm="100000">
                                          <p:val>
                                            <p:strVal val="#ppt_x"/>
                                          </p:val>
                                        </p:tav>
                                      </p:tavLst>
                                    </p:anim>
                                    <p:anim calcmode="lin" valueType="num">
                                      <p:cBhvr>
                                        <p:cTn id="45" dur="1000" fill="hold"/>
                                        <p:tgtEl>
                                          <p:spTgt spid="15"/>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1000"/>
                                        <p:tgtEl>
                                          <p:spTgt spid="16"/>
                                        </p:tgtEl>
                                      </p:cBhvr>
                                    </p:animEffect>
                                    <p:anim calcmode="lin" valueType="num">
                                      <p:cBhvr>
                                        <p:cTn id="49" dur="1000" fill="hold"/>
                                        <p:tgtEl>
                                          <p:spTgt spid="16"/>
                                        </p:tgtEl>
                                        <p:attrNameLst>
                                          <p:attrName>ppt_x</p:attrName>
                                        </p:attrNameLst>
                                      </p:cBhvr>
                                      <p:tavLst>
                                        <p:tav tm="0">
                                          <p:val>
                                            <p:strVal val="#ppt_x"/>
                                          </p:val>
                                        </p:tav>
                                        <p:tav tm="100000">
                                          <p:val>
                                            <p:strVal val="#ppt_x"/>
                                          </p:val>
                                        </p:tav>
                                      </p:tavLst>
                                    </p:anim>
                                    <p:anim calcmode="lin" valueType="num">
                                      <p:cBhvr>
                                        <p:cTn id="50" dur="1000" fill="hold"/>
                                        <p:tgtEl>
                                          <p:spTgt spid="16"/>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1000"/>
                                        <p:tgtEl>
                                          <p:spTgt spid="17"/>
                                        </p:tgtEl>
                                      </p:cBhvr>
                                    </p:animEffect>
                                    <p:anim calcmode="lin" valueType="num">
                                      <p:cBhvr>
                                        <p:cTn id="54" dur="1000" fill="hold"/>
                                        <p:tgtEl>
                                          <p:spTgt spid="17"/>
                                        </p:tgtEl>
                                        <p:attrNameLst>
                                          <p:attrName>ppt_x</p:attrName>
                                        </p:attrNameLst>
                                      </p:cBhvr>
                                      <p:tavLst>
                                        <p:tav tm="0">
                                          <p:val>
                                            <p:strVal val="#ppt_x"/>
                                          </p:val>
                                        </p:tav>
                                        <p:tav tm="100000">
                                          <p:val>
                                            <p:strVal val="#ppt_x"/>
                                          </p:val>
                                        </p:tav>
                                      </p:tavLst>
                                    </p:anim>
                                    <p:anim calcmode="lin" valueType="num">
                                      <p:cBhvr>
                                        <p:cTn id="55" dur="1000" fill="hold"/>
                                        <p:tgtEl>
                                          <p:spTgt spid="17"/>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1000"/>
                                        <p:tgtEl>
                                          <p:spTgt spid="18"/>
                                        </p:tgtEl>
                                      </p:cBhvr>
                                    </p:animEffect>
                                    <p:anim calcmode="lin" valueType="num">
                                      <p:cBhvr>
                                        <p:cTn id="59" dur="1000" fill="hold"/>
                                        <p:tgtEl>
                                          <p:spTgt spid="18"/>
                                        </p:tgtEl>
                                        <p:attrNameLst>
                                          <p:attrName>ppt_x</p:attrName>
                                        </p:attrNameLst>
                                      </p:cBhvr>
                                      <p:tavLst>
                                        <p:tav tm="0">
                                          <p:val>
                                            <p:strVal val="#ppt_x"/>
                                          </p:val>
                                        </p:tav>
                                        <p:tav tm="100000">
                                          <p:val>
                                            <p:strVal val="#ppt_x"/>
                                          </p:val>
                                        </p:tav>
                                      </p:tavLst>
                                    </p:anim>
                                    <p:anim calcmode="lin" valueType="num">
                                      <p:cBhvr>
                                        <p:cTn id="60" dur="1000" fill="hold"/>
                                        <p:tgtEl>
                                          <p:spTgt spid="18"/>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1000"/>
                                        <p:tgtEl>
                                          <p:spTgt spid="19"/>
                                        </p:tgtEl>
                                      </p:cBhvr>
                                    </p:animEffect>
                                    <p:anim calcmode="lin" valueType="num">
                                      <p:cBhvr>
                                        <p:cTn id="64" dur="1000" fill="hold"/>
                                        <p:tgtEl>
                                          <p:spTgt spid="19"/>
                                        </p:tgtEl>
                                        <p:attrNameLst>
                                          <p:attrName>ppt_x</p:attrName>
                                        </p:attrNameLst>
                                      </p:cBhvr>
                                      <p:tavLst>
                                        <p:tav tm="0">
                                          <p:val>
                                            <p:strVal val="#ppt_x"/>
                                          </p:val>
                                        </p:tav>
                                        <p:tav tm="100000">
                                          <p:val>
                                            <p:strVal val="#ppt_x"/>
                                          </p:val>
                                        </p:tav>
                                      </p:tavLst>
                                    </p:anim>
                                    <p:anim calcmode="lin" valueType="num">
                                      <p:cBhvr>
                                        <p:cTn id="65" dur="1000" fill="hold"/>
                                        <p:tgtEl>
                                          <p:spTgt spid="19"/>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1000"/>
                                        <p:tgtEl>
                                          <p:spTgt spid="20"/>
                                        </p:tgtEl>
                                      </p:cBhvr>
                                    </p:animEffect>
                                    <p:anim calcmode="lin" valueType="num">
                                      <p:cBhvr>
                                        <p:cTn id="69" dur="1000" fill="hold"/>
                                        <p:tgtEl>
                                          <p:spTgt spid="20"/>
                                        </p:tgtEl>
                                        <p:attrNameLst>
                                          <p:attrName>ppt_x</p:attrName>
                                        </p:attrNameLst>
                                      </p:cBhvr>
                                      <p:tavLst>
                                        <p:tav tm="0">
                                          <p:val>
                                            <p:strVal val="#ppt_x"/>
                                          </p:val>
                                        </p:tav>
                                        <p:tav tm="100000">
                                          <p:val>
                                            <p:strVal val="#ppt_x"/>
                                          </p:val>
                                        </p:tav>
                                      </p:tavLst>
                                    </p:anim>
                                    <p:anim calcmode="lin" valueType="num">
                                      <p:cBhvr>
                                        <p:cTn id="70" dur="1000" fill="hold"/>
                                        <p:tgtEl>
                                          <p:spTgt spid="20"/>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1000"/>
                                        <p:tgtEl>
                                          <p:spTgt spid="21"/>
                                        </p:tgtEl>
                                      </p:cBhvr>
                                    </p:animEffect>
                                    <p:anim calcmode="lin" valueType="num">
                                      <p:cBhvr>
                                        <p:cTn id="74" dur="1000" fill="hold"/>
                                        <p:tgtEl>
                                          <p:spTgt spid="21"/>
                                        </p:tgtEl>
                                        <p:attrNameLst>
                                          <p:attrName>ppt_x</p:attrName>
                                        </p:attrNameLst>
                                      </p:cBhvr>
                                      <p:tavLst>
                                        <p:tav tm="0">
                                          <p:val>
                                            <p:strVal val="#ppt_x"/>
                                          </p:val>
                                        </p:tav>
                                        <p:tav tm="100000">
                                          <p:val>
                                            <p:strVal val="#ppt_x"/>
                                          </p:val>
                                        </p:tav>
                                      </p:tavLst>
                                    </p:anim>
                                    <p:anim calcmode="lin" valueType="num">
                                      <p:cBhvr>
                                        <p:cTn id="75" dur="1000" fill="hold"/>
                                        <p:tgtEl>
                                          <p:spTgt spid="21"/>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1000"/>
                                        <p:tgtEl>
                                          <p:spTgt spid="22"/>
                                        </p:tgtEl>
                                      </p:cBhvr>
                                    </p:animEffect>
                                    <p:anim calcmode="lin" valueType="num">
                                      <p:cBhvr>
                                        <p:cTn id="79" dur="1000" fill="hold"/>
                                        <p:tgtEl>
                                          <p:spTgt spid="22"/>
                                        </p:tgtEl>
                                        <p:attrNameLst>
                                          <p:attrName>ppt_x</p:attrName>
                                        </p:attrNameLst>
                                      </p:cBhvr>
                                      <p:tavLst>
                                        <p:tav tm="0">
                                          <p:val>
                                            <p:strVal val="#ppt_x"/>
                                          </p:val>
                                        </p:tav>
                                        <p:tav tm="100000">
                                          <p:val>
                                            <p:strVal val="#ppt_x"/>
                                          </p:val>
                                        </p:tav>
                                      </p:tavLst>
                                    </p:anim>
                                    <p:anim calcmode="lin" valueType="num">
                                      <p:cBhvr>
                                        <p:cTn id="80" dur="1000" fill="hold"/>
                                        <p:tgtEl>
                                          <p:spTgt spid="22"/>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23"/>
                                        </p:tgtEl>
                                        <p:attrNameLst>
                                          <p:attrName>style.visibility</p:attrName>
                                        </p:attrNameLst>
                                      </p:cBhvr>
                                      <p:to>
                                        <p:strVal val="visible"/>
                                      </p:to>
                                    </p:set>
                                    <p:animEffect transition="in" filter="fade">
                                      <p:cBhvr>
                                        <p:cTn id="83" dur="1000"/>
                                        <p:tgtEl>
                                          <p:spTgt spid="23"/>
                                        </p:tgtEl>
                                      </p:cBhvr>
                                    </p:animEffect>
                                    <p:anim calcmode="lin" valueType="num">
                                      <p:cBhvr>
                                        <p:cTn id="84" dur="1000" fill="hold"/>
                                        <p:tgtEl>
                                          <p:spTgt spid="23"/>
                                        </p:tgtEl>
                                        <p:attrNameLst>
                                          <p:attrName>ppt_x</p:attrName>
                                        </p:attrNameLst>
                                      </p:cBhvr>
                                      <p:tavLst>
                                        <p:tav tm="0">
                                          <p:val>
                                            <p:strVal val="#ppt_x"/>
                                          </p:val>
                                        </p:tav>
                                        <p:tav tm="100000">
                                          <p:val>
                                            <p:strVal val="#ppt_x"/>
                                          </p:val>
                                        </p:tav>
                                      </p:tavLst>
                                    </p:anim>
                                    <p:anim calcmode="lin" valueType="num">
                                      <p:cBhvr>
                                        <p:cTn id="85" dur="1000" fill="hold"/>
                                        <p:tgtEl>
                                          <p:spTgt spid="23"/>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4"/>
                                        </p:tgtEl>
                                        <p:attrNameLst>
                                          <p:attrName>style.visibility</p:attrName>
                                        </p:attrNameLst>
                                      </p:cBhvr>
                                      <p:to>
                                        <p:strVal val="visible"/>
                                      </p:to>
                                    </p:set>
                                    <p:animEffect transition="in" filter="fade">
                                      <p:cBhvr>
                                        <p:cTn id="88" dur="1000"/>
                                        <p:tgtEl>
                                          <p:spTgt spid="24"/>
                                        </p:tgtEl>
                                      </p:cBhvr>
                                    </p:animEffect>
                                    <p:anim calcmode="lin" valueType="num">
                                      <p:cBhvr>
                                        <p:cTn id="89" dur="1000" fill="hold"/>
                                        <p:tgtEl>
                                          <p:spTgt spid="24"/>
                                        </p:tgtEl>
                                        <p:attrNameLst>
                                          <p:attrName>ppt_x</p:attrName>
                                        </p:attrNameLst>
                                      </p:cBhvr>
                                      <p:tavLst>
                                        <p:tav tm="0">
                                          <p:val>
                                            <p:strVal val="#ppt_x"/>
                                          </p:val>
                                        </p:tav>
                                        <p:tav tm="100000">
                                          <p:val>
                                            <p:strVal val="#ppt_x"/>
                                          </p:val>
                                        </p:tav>
                                      </p:tavLst>
                                    </p:anim>
                                    <p:anim calcmode="lin" valueType="num">
                                      <p:cBhvr>
                                        <p:cTn id="90"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53" presetClass="entr" presetSubtype="16" fill="hold" grpId="0" nodeType="clickEffect">
                                  <p:stCondLst>
                                    <p:cond delay="0"/>
                                  </p:stCondLst>
                                  <p:childTnLst>
                                    <p:set>
                                      <p:cBhvr>
                                        <p:cTn id="94" dur="1" fill="hold">
                                          <p:stCondLst>
                                            <p:cond delay="0"/>
                                          </p:stCondLst>
                                        </p:cTn>
                                        <p:tgtEl>
                                          <p:spTgt spid="25"/>
                                        </p:tgtEl>
                                        <p:attrNameLst>
                                          <p:attrName>style.visibility</p:attrName>
                                        </p:attrNameLst>
                                      </p:cBhvr>
                                      <p:to>
                                        <p:strVal val="visible"/>
                                      </p:to>
                                    </p:set>
                                    <p:anim calcmode="lin" valueType="num">
                                      <p:cBhvr>
                                        <p:cTn id="95" dur="500" fill="hold"/>
                                        <p:tgtEl>
                                          <p:spTgt spid="25"/>
                                        </p:tgtEl>
                                        <p:attrNameLst>
                                          <p:attrName>ppt_w</p:attrName>
                                        </p:attrNameLst>
                                      </p:cBhvr>
                                      <p:tavLst>
                                        <p:tav tm="0">
                                          <p:val>
                                            <p:fltVal val="0"/>
                                          </p:val>
                                        </p:tav>
                                        <p:tav tm="100000">
                                          <p:val>
                                            <p:strVal val="#ppt_w"/>
                                          </p:val>
                                        </p:tav>
                                      </p:tavLst>
                                    </p:anim>
                                    <p:anim calcmode="lin" valueType="num">
                                      <p:cBhvr>
                                        <p:cTn id="96" dur="500" fill="hold"/>
                                        <p:tgtEl>
                                          <p:spTgt spid="25"/>
                                        </p:tgtEl>
                                        <p:attrNameLst>
                                          <p:attrName>ppt_h</p:attrName>
                                        </p:attrNameLst>
                                      </p:cBhvr>
                                      <p:tavLst>
                                        <p:tav tm="0">
                                          <p:val>
                                            <p:fltVal val="0"/>
                                          </p:val>
                                        </p:tav>
                                        <p:tav tm="100000">
                                          <p:val>
                                            <p:strVal val="#ppt_h"/>
                                          </p:val>
                                        </p:tav>
                                      </p:tavLst>
                                    </p:anim>
                                    <p:animEffect transition="in" filter="fade">
                                      <p:cBhvr>
                                        <p:cTn id="97" dur="500"/>
                                        <p:tgtEl>
                                          <p:spTgt spid="25"/>
                                        </p:tgtEl>
                                      </p:cBhvr>
                                    </p:animEffect>
                                  </p:childTnLst>
                                </p:cTn>
                              </p:par>
                              <p:par>
                                <p:cTn id="98" presetID="42" presetClass="entr" presetSubtype="0" fill="hold" nodeType="withEffect">
                                  <p:stCondLst>
                                    <p:cond delay="0"/>
                                  </p:stCondLst>
                                  <p:childTnLst>
                                    <p:set>
                                      <p:cBhvr>
                                        <p:cTn id="99" dur="1" fill="hold">
                                          <p:stCondLst>
                                            <p:cond delay="0"/>
                                          </p:stCondLst>
                                        </p:cTn>
                                        <p:tgtEl>
                                          <p:spTgt spid="26"/>
                                        </p:tgtEl>
                                        <p:attrNameLst>
                                          <p:attrName>style.visibility</p:attrName>
                                        </p:attrNameLst>
                                      </p:cBhvr>
                                      <p:to>
                                        <p:strVal val="visible"/>
                                      </p:to>
                                    </p:set>
                                    <p:animEffect transition="in" filter="fade">
                                      <p:cBhvr>
                                        <p:cTn id="100" dur="1000"/>
                                        <p:tgtEl>
                                          <p:spTgt spid="26"/>
                                        </p:tgtEl>
                                      </p:cBhvr>
                                    </p:animEffect>
                                    <p:anim calcmode="lin" valueType="num">
                                      <p:cBhvr>
                                        <p:cTn id="101" dur="1000" fill="hold"/>
                                        <p:tgtEl>
                                          <p:spTgt spid="26"/>
                                        </p:tgtEl>
                                        <p:attrNameLst>
                                          <p:attrName>ppt_x</p:attrName>
                                        </p:attrNameLst>
                                      </p:cBhvr>
                                      <p:tavLst>
                                        <p:tav tm="0">
                                          <p:val>
                                            <p:strVal val="#ppt_x"/>
                                          </p:val>
                                        </p:tav>
                                        <p:tav tm="100000">
                                          <p:val>
                                            <p:strVal val="#ppt_x"/>
                                          </p:val>
                                        </p:tav>
                                      </p:tavLst>
                                    </p:anim>
                                    <p:anim calcmode="lin" valueType="num">
                                      <p:cBhvr>
                                        <p:cTn id="102" dur="1000" fill="hold"/>
                                        <p:tgtEl>
                                          <p:spTgt spid="26"/>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7"/>
                                        </p:tgtEl>
                                        <p:attrNameLst>
                                          <p:attrName>style.visibility</p:attrName>
                                        </p:attrNameLst>
                                      </p:cBhvr>
                                      <p:to>
                                        <p:strVal val="visible"/>
                                      </p:to>
                                    </p:set>
                                    <p:animEffect transition="in" filter="fade">
                                      <p:cBhvr>
                                        <p:cTn id="105" dur="1000"/>
                                        <p:tgtEl>
                                          <p:spTgt spid="27"/>
                                        </p:tgtEl>
                                      </p:cBhvr>
                                    </p:animEffect>
                                    <p:anim calcmode="lin" valueType="num">
                                      <p:cBhvr>
                                        <p:cTn id="106" dur="1000" fill="hold"/>
                                        <p:tgtEl>
                                          <p:spTgt spid="27"/>
                                        </p:tgtEl>
                                        <p:attrNameLst>
                                          <p:attrName>ppt_x</p:attrName>
                                        </p:attrNameLst>
                                      </p:cBhvr>
                                      <p:tavLst>
                                        <p:tav tm="0">
                                          <p:val>
                                            <p:strVal val="#ppt_x"/>
                                          </p:val>
                                        </p:tav>
                                        <p:tav tm="100000">
                                          <p:val>
                                            <p:strVal val="#ppt_x"/>
                                          </p:val>
                                        </p:tav>
                                      </p:tavLst>
                                    </p:anim>
                                    <p:anim calcmode="lin" valueType="num">
                                      <p:cBhvr>
                                        <p:cTn id="107" dur="1000" fill="hold"/>
                                        <p:tgtEl>
                                          <p:spTgt spid="27"/>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28"/>
                                        </p:tgtEl>
                                        <p:attrNameLst>
                                          <p:attrName>style.visibility</p:attrName>
                                        </p:attrNameLst>
                                      </p:cBhvr>
                                      <p:to>
                                        <p:strVal val="visible"/>
                                      </p:to>
                                    </p:set>
                                    <p:animEffect transition="in" filter="fade">
                                      <p:cBhvr>
                                        <p:cTn id="110" dur="1000"/>
                                        <p:tgtEl>
                                          <p:spTgt spid="28"/>
                                        </p:tgtEl>
                                      </p:cBhvr>
                                    </p:animEffect>
                                    <p:anim calcmode="lin" valueType="num">
                                      <p:cBhvr>
                                        <p:cTn id="111" dur="1000" fill="hold"/>
                                        <p:tgtEl>
                                          <p:spTgt spid="28"/>
                                        </p:tgtEl>
                                        <p:attrNameLst>
                                          <p:attrName>ppt_x</p:attrName>
                                        </p:attrNameLst>
                                      </p:cBhvr>
                                      <p:tavLst>
                                        <p:tav tm="0">
                                          <p:val>
                                            <p:strVal val="#ppt_x"/>
                                          </p:val>
                                        </p:tav>
                                        <p:tav tm="100000">
                                          <p:val>
                                            <p:strVal val="#ppt_x"/>
                                          </p:val>
                                        </p:tav>
                                      </p:tavLst>
                                    </p:anim>
                                    <p:anim calcmode="lin" valueType="num">
                                      <p:cBhvr>
                                        <p:cTn id="112" dur="1000" fill="hold"/>
                                        <p:tgtEl>
                                          <p:spTgt spid="28"/>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29"/>
                                        </p:tgtEl>
                                        <p:attrNameLst>
                                          <p:attrName>style.visibility</p:attrName>
                                        </p:attrNameLst>
                                      </p:cBhvr>
                                      <p:to>
                                        <p:strVal val="visible"/>
                                      </p:to>
                                    </p:set>
                                    <p:animEffect transition="in" filter="fade">
                                      <p:cBhvr>
                                        <p:cTn id="115" dur="1000"/>
                                        <p:tgtEl>
                                          <p:spTgt spid="29"/>
                                        </p:tgtEl>
                                      </p:cBhvr>
                                    </p:animEffect>
                                    <p:anim calcmode="lin" valueType="num">
                                      <p:cBhvr>
                                        <p:cTn id="116" dur="1000" fill="hold"/>
                                        <p:tgtEl>
                                          <p:spTgt spid="29"/>
                                        </p:tgtEl>
                                        <p:attrNameLst>
                                          <p:attrName>ppt_x</p:attrName>
                                        </p:attrNameLst>
                                      </p:cBhvr>
                                      <p:tavLst>
                                        <p:tav tm="0">
                                          <p:val>
                                            <p:strVal val="#ppt_x"/>
                                          </p:val>
                                        </p:tav>
                                        <p:tav tm="100000">
                                          <p:val>
                                            <p:strVal val="#ppt_x"/>
                                          </p:val>
                                        </p:tav>
                                      </p:tavLst>
                                    </p:anim>
                                    <p:anim calcmode="lin" valueType="num">
                                      <p:cBhvr>
                                        <p:cTn id="117"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3" grpId="0" animBg="1"/>
      <p:bldP spid="14" grpId="0" animBg="1"/>
      <p:bldP spid="15" grpId="0" animBg="1"/>
      <p:bldP spid="16" grpId="0" animBg="1"/>
      <p:bldP spid="17" grpId="0"/>
      <p:bldP spid="18" grpId="0"/>
      <p:bldP spid="19" grpId="0"/>
      <p:bldP spid="20" grpId="0"/>
      <p:bldP spid="21" grpId="0"/>
      <p:bldP spid="22" grpId="0"/>
      <p:bldP spid="23" grpId="0"/>
      <p:bldP spid="24" grpId="0"/>
      <p:bldP spid="25" grpId="0"/>
      <p:bldP spid="27" grpId="0" animBg="1"/>
      <p:bldP spid="28" grpId="0"/>
      <p:bldP spid="2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组合 77"/>
          <p:cNvGrpSpPr/>
          <p:nvPr/>
        </p:nvGrpSpPr>
        <p:grpSpPr>
          <a:xfrm>
            <a:off x="951886" y="2010228"/>
            <a:ext cx="10310454" cy="1790700"/>
            <a:chOff x="1993900" y="3863975"/>
            <a:chExt cx="8226425" cy="1428750"/>
          </a:xfrm>
        </p:grpSpPr>
        <p:sp>
          <p:nvSpPr>
            <p:cNvPr id="8" name="Freeform 12"/>
            <p:cNvSpPr/>
            <p:nvPr/>
          </p:nvSpPr>
          <p:spPr bwMode="auto">
            <a:xfrm>
              <a:off x="1993900" y="3908425"/>
              <a:ext cx="1797050" cy="1343025"/>
            </a:xfrm>
            <a:custGeom>
              <a:avLst/>
              <a:gdLst/>
              <a:ahLst/>
              <a:cxnLst>
                <a:cxn ang="0">
                  <a:pos x="179" y="349"/>
                </a:cxn>
                <a:cxn ang="0">
                  <a:pos x="8" y="179"/>
                </a:cxn>
                <a:cxn ang="0">
                  <a:pos x="179" y="8"/>
                </a:cxn>
                <a:cxn ang="0">
                  <a:pos x="334" y="163"/>
                </a:cxn>
                <a:cxn ang="0">
                  <a:pos x="179" y="318"/>
                </a:cxn>
                <a:cxn ang="0">
                  <a:pos x="40" y="179"/>
                </a:cxn>
                <a:cxn ang="0">
                  <a:pos x="179" y="40"/>
                </a:cxn>
                <a:cxn ang="0">
                  <a:pos x="179" y="40"/>
                </a:cxn>
                <a:cxn ang="0">
                  <a:pos x="298" y="159"/>
                </a:cxn>
                <a:cxn ang="0">
                  <a:pos x="307" y="159"/>
                </a:cxn>
                <a:cxn ang="0">
                  <a:pos x="179" y="32"/>
                </a:cxn>
                <a:cxn ang="0">
                  <a:pos x="179" y="32"/>
                </a:cxn>
                <a:cxn ang="0">
                  <a:pos x="32" y="179"/>
                </a:cxn>
                <a:cxn ang="0">
                  <a:pos x="179" y="326"/>
                </a:cxn>
                <a:cxn ang="0">
                  <a:pos x="342" y="163"/>
                </a:cxn>
                <a:cxn ang="0">
                  <a:pos x="179" y="0"/>
                </a:cxn>
                <a:cxn ang="0">
                  <a:pos x="0" y="179"/>
                </a:cxn>
                <a:cxn ang="0">
                  <a:pos x="177" y="358"/>
                </a:cxn>
                <a:cxn ang="0">
                  <a:pos x="177" y="358"/>
                </a:cxn>
                <a:cxn ang="0">
                  <a:pos x="479" y="358"/>
                </a:cxn>
                <a:cxn ang="0">
                  <a:pos x="479" y="349"/>
                </a:cxn>
                <a:cxn ang="0">
                  <a:pos x="179" y="349"/>
                </a:cxn>
              </a:cxnLst>
              <a:rect l="0" t="0" r="r" b="b"/>
              <a:pathLst>
                <a:path w="479" h="358">
                  <a:moveTo>
                    <a:pt x="179" y="349"/>
                  </a:moveTo>
                  <a:cubicBezTo>
                    <a:pt x="85" y="349"/>
                    <a:pt x="8" y="273"/>
                    <a:pt x="8" y="179"/>
                  </a:cubicBezTo>
                  <a:cubicBezTo>
                    <a:pt x="8" y="85"/>
                    <a:pt x="85" y="8"/>
                    <a:pt x="179" y="8"/>
                  </a:cubicBezTo>
                  <a:cubicBezTo>
                    <a:pt x="264" y="8"/>
                    <a:pt x="334" y="78"/>
                    <a:pt x="334" y="163"/>
                  </a:cubicBezTo>
                  <a:cubicBezTo>
                    <a:pt x="334" y="249"/>
                    <a:pt x="264" y="318"/>
                    <a:pt x="179" y="318"/>
                  </a:cubicBezTo>
                  <a:cubicBezTo>
                    <a:pt x="102" y="318"/>
                    <a:pt x="40" y="256"/>
                    <a:pt x="40" y="179"/>
                  </a:cubicBezTo>
                  <a:cubicBezTo>
                    <a:pt x="40" y="102"/>
                    <a:pt x="102" y="40"/>
                    <a:pt x="179" y="40"/>
                  </a:cubicBezTo>
                  <a:cubicBezTo>
                    <a:pt x="179" y="40"/>
                    <a:pt x="179" y="40"/>
                    <a:pt x="179" y="40"/>
                  </a:cubicBezTo>
                  <a:cubicBezTo>
                    <a:pt x="245" y="40"/>
                    <a:pt x="298" y="94"/>
                    <a:pt x="298" y="159"/>
                  </a:cubicBezTo>
                  <a:cubicBezTo>
                    <a:pt x="307" y="159"/>
                    <a:pt x="307" y="159"/>
                    <a:pt x="307" y="159"/>
                  </a:cubicBezTo>
                  <a:cubicBezTo>
                    <a:pt x="307" y="89"/>
                    <a:pt x="249" y="32"/>
                    <a:pt x="179" y="32"/>
                  </a:cubicBezTo>
                  <a:cubicBezTo>
                    <a:pt x="179" y="32"/>
                    <a:pt x="179" y="32"/>
                    <a:pt x="179" y="32"/>
                  </a:cubicBezTo>
                  <a:cubicBezTo>
                    <a:pt x="98" y="32"/>
                    <a:pt x="32" y="98"/>
                    <a:pt x="32" y="179"/>
                  </a:cubicBezTo>
                  <a:cubicBezTo>
                    <a:pt x="32" y="260"/>
                    <a:pt x="98" y="326"/>
                    <a:pt x="179" y="326"/>
                  </a:cubicBezTo>
                  <a:cubicBezTo>
                    <a:pt x="269" y="326"/>
                    <a:pt x="342" y="253"/>
                    <a:pt x="342" y="163"/>
                  </a:cubicBezTo>
                  <a:cubicBezTo>
                    <a:pt x="342" y="73"/>
                    <a:pt x="269" y="0"/>
                    <a:pt x="179" y="0"/>
                  </a:cubicBezTo>
                  <a:cubicBezTo>
                    <a:pt x="80" y="0"/>
                    <a:pt x="0" y="80"/>
                    <a:pt x="0" y="179"/>
                  </a:cubicBezTo>
                  <a:cubicBezTo>
                    <a:pt x="0" y="277"/>
                    <a:pt x="79" y="357"/>
                    <a:pt x="177" y="358"/>
                  </a:cubicBezTo>
                  <a:cubicBezTo>
                    <a:pt x="177" y="358"/>
                    <a:pt x="177" y="358"/>
                    <a:pt x="177" y="358"/>
                  </a:cubicBezTo>
                  <a:cubicBezTo>
                    <a:pt x="479" y="358"/>
                    <a:pt x="479" y="358"/>
                    <a:pt x="479" y="358"/>
                  </a:cubicBezTo>
                  <a:cubicBezTo>
                    <a:pt x="479" y="349"/>
                    <a:pt x="479" y="349"/>
                    <a:pt x="479" y="349"/>
                  </a:cubicBezTo>
                  <a:lnTo>
                    <a:pt x="179" y="349"/>
                  </a:lnTo>
                  <a:close/>
                </a:path>
              </a:pathLst>
            </a:custGeom>
            <a:solidFill>
              <a:schemeClr val="accent1"/>
            </a:solidFill>
            <a:ln w="9525">
              <a:noFill/>
              <a:round/>
            </a:ln>
          </p:spPr>
          <p:txBody>
            <a:bodyPr vert="horz" wrap="square" lIns="91440" tIns="45720" rIns="91440" bIns="45720" numCol="1" anchor="t" anchorCtr="0" compatLnSpc="1"/>
            <a:lstStyle/>
            <a:p>
              <a:endParaRPr lang="zh-CN" altLang="en-US"/>
            </a:p>
          </p:txBody>
        </p:sp>
        <p:sp>
          <p:nvSpPr>
            <p:cNvPr id="9" name="Freeform 13"/>
            <p:cNvSpPr/>
            <p:nvPr/>
          </p:nvSpPr>
          <p:spPr bwMode="auto">
            <a:xfrm>
              <a:off x="3160713" y="3863975"/>
              <a:ext cx="2436813" cy="1428750"/>
            </a:xfrm>
            <a:custGeom>
              <a:avLst/>
              <a:gdLst/>
              <a:ahLst/>
              <a:cxnLst>
                <a:cxn ang="0">
                  <a:pos x="650" y="366"/>
                </a:cxn>
                <a:cxn ang="0">
                  <a:pos x="620" y="350"/>
                </a:cxn>
                <a:cxn ang="0">
                  <a:pos x="620" y="361"/>
                </a:cxn>
                <a:cxn ang="0">
                  <a:pos x="302" y="361"/>
                </a:cxn>
                <a:cxn ang="0">
                  <a:pos x="131" y="191"/>
                </a:cxn>
                <a:cxn ang="0">
                  <a:pos x="302" y="20"/>
                </a:cxn>
                <a:cxn ang="0">
                  <a:pos x="457" y="175"/>
                </a:cxn>
                <a:cxn ang="0">
                  <a:pos x="302" y="330"/>
                </a:cxn>
                <a:cxn ang="0">
                  <a:pos x="163" y="191"/>
                </a:cxn>
                <a:cxn ang="0">
                  <a:pos x="302" y="52"/>
                </a:cxn>
                <a:cxn ang="0">
                  <a:pos x="302" y="52"/>
                </a:cxn>
                <a:cxn ang="0">
                  <a:pos x="421" y="171"/>
                </a:cxn>
                <a:cxn ang="0">
                  <a:pos x="430" y="171"/>
                </a:cxn>
                <a:cxn ang="0">
                  <a:pos x="302" y="44"/>
                </a:cxn>
                <a:cxn ang="0">
                  <a:pos x="302" y="44"/>
                </a:cxn>
                <a:cxn ang="0">
                  <a:pos x="155" y="191"/>
                </a:cxn>
                <a:cxn ang="0">
                  <a:pos x="302" y="338"/>
                </a:cxn>
                <a:cxn ang="0">
                  <a:pos x="465" y="175"/>
                </a:cxn>
                <a:cxn ang="0">
                  <a:pos x="302" y="12"/>
                </a:cxn>
                <a:cxn ang="0">
                  <a:pos x="30" y="12"/>
                </a:cxn>
                <a:cxn ang="0">
                  <a:pos x="30" y="0"/>
                </a:cxn>
                <a:cxn ang="0">
                  <a:pos x="0" y="16"/>
                </a:cxn>
                <a:cxn ang="0">
                  <a:pos x="30" y="32"/>
                </a:cxn>
                <a:cxn ang="0">
                  <a:pos x="30" y="20"/>
                </a:cxn>
                <a:cxn ang="0">
                  <a:pos x="248" y="20"/>
                </a:cxn>
                <a:cxn ang="0">
                  <a:pos x="123" y="191"/>
                </a:cxn>
                <a:cxn ang="0">
                  <a:pos x="302" y="370"/>
                </a:cxn>
                <a:cxn ang="0">
                  <a:pos x="620" y="370"/>
                </a:cxn>
                <a:cxn ang="0">
                  <a:pos x="620" y="381"/>
                </a:cxn>
                <a:cxn ang="0">
                  <a:pos x="650" y="366"/>
                </a:cxn>
              </a:cxnLst>
              <a:rect l="0" t="0" r="r" b="b"/>
              <a:pathLst>
                <a:path w="650" h="381">
                  <a:moveTo>
                    <a:pt x="650" y="366"/>
                  </a:moveTo>
                  <a:cubicBezTo>
                    <a:pt x="620" y="350"/>
                    <a:pt x="620" y="350"/>
                    <a:pt x="620" y="350"/>
                  </a:cubicBezTo>
                  <a:cubicBezTo>
                    <a:pt x="620" y="361"/>
                    <a:pt x="620" y="361"/>
                    <a:pt x="620" y="361"/>
                  </a:cubicBezTo>
                  <a:cubicBezTo>
                    <a:pt x="302" y="361"/>
                    <a:pt x="302" y="361"/>
                    <a:pt x="302" y="361"/>
                  </a:cubicBezTo>
                  <a:cubicBezTo>
                    <a:pt x="208" y="361"/>
                    <a:pt x="131" y="285"/>
                    <a:pt x="131" y="191"/>
                  </a:cubicBezTo>
                  <a:cubicBezTo>
                    <a:pt x="131" y="97"/>
                    <a:pt x="208" y="20"/>
                    <a:pt x="302" y="20"/>
                  </a:cubicBezTo>
                  <a:cubicBezTo>
                    <a:pt x="387" y="20"/>
                    <a:pt x="457" y="90"/>
                    <a:pt x="457" y="175"/>
                  </a:cubicBezTo>
                  <a:cubicBezTo>
                    <a:pt x="457" y="261"/>
                    <a:pt x="387" y="330"/>
                    <a:pt x="302" y="330"/>
                  </a:cubicBezTo>
                  <a:cubicBezTo>
                    <a:pt x="225" y="330"/>
                    <a:pt x="163" y="268"/>
                    <a:pt x="163" y="191"/>
                  </a:cubicBezTo>
                  <a:cubicBezTo>
                    <a:pt x="163" y="114"/>
                    <a:pt x="225" y="52"/>
                    <a:pt x="302" y="52"/>
                  </a:cubicBezTo>
                  <a:cubicBezTo>
                    <a:pt x="302" y="52"/>
                    <a:pt x="302" y="52"/>
                    <a:pt x="302" y="52"/>
                  </a:cubicBezTo>
                  <a:cubicBezTo>
                    <a:pt x="368" y="52"/>
                    <a:pt x="421" y="106"/>
                    <a:pt x="421" y="171"/>
                  </a:cubicBezTo>
                  <a:cubicBezTo>
                    <a:pt x="430" y="171"/>
                    <a:pt x="430" y="171"/>
                    <a:pt x="430" y="171"/>
                  </a:cubicBezTo>
                  <a:cubicBezTo>
                    <a:pt x="430" y="101"/>
                    <a:pt x="372" y="44"/>
                    <a:pt x="302" y="44"/>
                  </a:cubicBezTo>
                  <a:cubicBezTo>
                    <a:pt x="302" y="44"/>
                    <a:pt x="302" y="44"/>
                    <a:pt x="302" y="44"/>
                  </a:cubicBezTo>
                  <a:cubicBezTo>
                    <a:pt x="221" y="44"/>
                    <a:pt x="155" y="110"/>
                    <a:pt x="155" y="191"/>
                  </a:cubicBezTo>
                  <a:cubicBezTo>
                    <a:pt x="155" y="272"/>
                    <a:pt x="221" y="338"/>
                    <a:pt x="302" y="338"/>
                  </a:cubicBezTo>
                  <a:cubicBezTo>
                    <a:pt x="392" y="338"/>
                    <a:pt x="465" y="265"/>
                    <a:pt x="465" y="175"/>
                  </a:cubicBezTo>
                  <a:cubicBezTo>
                    <a:pt x="465" y="85"/>
                    <a:pt x="392" y="12"/>
                    <a:pt x="302" y="12"/>
                  </a:cubicBezTo>
                  <a:cubicBezTo>
                    <a:pt x="30" y="12"/>
                    <a:pt x="30" y="12"/>
                    <a:pt x="30" y="12"/>
                  </a:cubicBezTo>
                  <a:cubicBezTo>
                    <a:pt x="30" y="0"/>
                    <a:pt x="30" y="0"/>
                    <a:pt x="30" y="0"/>
                  </a:cubicBezTo>
                  <a:cubicBezTo>
                    <a:pt x="0" y="16"/>
                    <a:pt x="0" y="16"/>
                    <a:pt x="0" y="16"/>
                  </a:cubicBezTo>
                  <a:cubicBezTo>
                    <a:pt x="30" y="32"/>
                    <a:pt x="30" y="32"/>
                    <a:pt x="30" y="32"/>
                  </a:cubicBezTo>
                  <a:cubicBezTo>
                    <a:pt x="30" y="20"/>
                    <a:pt x="30" y="20"/>
                    <a:pt x="30" y="20"/>
                  </a:cubicBezTo>
                  <a:cubicBezTo>
                    <a:pt x="248" y="20"/>
                    <a:pt x="248" y="20"/>
                    <a:pt x="248" y="20"/>
                  </a:cubicBezTo>
                  <a:cubicBezTo>
                    <a:pt x="175" y="43"/>
                    <a:pt x="123" y="111"/>
                    <a:pt x="123" y="191"/>
                  </a:cubicBezTo>
                  <a:cubicBezTo>
                    <a:pt x="123" y="290"/>
                    <a:pt x="203" y="370"/>
                    <a:pt x="302" y="370"/>
                  </a:cubicBezTo>
                  <a:cubicBezTo>
                    <a:pt x="620" y="370"/>
                    <a:pt x="620" y="370"/>
                    <a:pt x="620" y="370"/>
                  </a:cubicBezTo>
                  <a:cubicBezTo>
                    <a:pt x="620" y="381"/>
                    <a:pt x="620" y="381"/>
                    <a:pt x="620" y="381"/>
                  </a:cubicBezTo>
                  <a:lnTo>
                    <a:pt x="650" y="366"/>
                  </a:lnTo>
                  <a:close/>
                </a:path>
              </a:pathLst>
            </a:custGeom>
            <a:solidFill>
              <a:schemeClr val="accent4"/>
            </a:solidFill>
            <a:ln w="9525">
              <a:noFill/>
              <a:round/>
            </a:ln>
          </p:spPr>
          <p:txBody>
            <a:bodyPr vert="horz" wrap="square" lIns="91440" tIns="45720" rIns="91440" bIns="45720" numCol="1" anchor="t" anchorCtr="0" compatLnSpc="1"/>
            <a:lstStyle/>
            <a:p>
              <a:endParaRPr lang="zh-CN" altLang="en-US"/>
            </a:p>
          </p:txBody>
        </p:sp>
        <p:sp>
          <p:nvSpPr>
            <p:cNvPr id="10" name="Freeform 14"/>
            <p:cNvSpPr/>
            <p:nvPr/>
          </p:nvSpPr>
          <p:spPr bwMode="auto">
            <a:xfrm>
              <a:off x="4854575" y="3863975"/>
              <a:ext cx="2482850" cy="1428750"/>
            </a:xfrm>
            <a:custGeom>
              <a:avLst/>
              <a:gdLst/>
              <a:ahLst/>
              <a:cxnLst>
                <a:cxn ang="0">
                  <a:pos x="662" y="366"/>
                </a:cxn>
                <a:cxn ang="0">
                  <a:pos x="631" y="350"/>
                </a:cxn>
                <a:cxn ang="0">
                  <a:pos x="631" y="361"/>
                </a:cxn>
                <a:cxn ang="0">
                  <a:pos x="332" y="361"/>
                </a:cxn>
                <a:cxn ang="0">
                  <a:pos x="161" y="191"/>
                </a:cxn>
                <a:cxn ang="0">
                  <a:pos x="332" y="20"/>
                </a:cxn>
                <a:cxn ang="0">
                  <a:pos x="487" y="175"/>
                </a:cxn>
                <a:cxn ang="0">
                  <a:pos x="332" y="330"/>
                </a:cxn>
                <a:cxn ang="0">
                  <a:pos x="193" y="191"/>
                </a:cxn>
                <a:cxn ang="0">
                  <a:pos x="332" y="52"/>
                </a:cxn>
                <a:cxn ang="0">
                  <a:pos x="332" y="52"/>
                </a:cxn>
                <a:cxn ang="0">
                  <a:pos x="451" y="171"/>
                </a:cxn>
                <a:cxn ang="0">
                  <a:pos x="459" y="171"/>
                </a:cxn>
                <a:cxn ang="0">
                  <a:pos x="332" y="44"/>
                </a:cxn>
                <a:cxn ang="0">
                  <a:pos x="332" y="44"/>
                </a:cxn>
                <a:cxn ang="0">
                  <a:pos x="184" y="191"/>
                </a:cxn>
                <a:cxn ang="0">
                  <a:pos x="332" y="338"/>
                </a:cxn>
                <a:cxn ang="0">
                  <a:pos x="495" y="175"/>
                </a:cxn>
                <a:cxn ang="0">
                  <a:pos x="332" y="12"/>
                </a:cxn>
                <a:cxn ang="0">
                  <a:pos x="30" y="12"/>
                </a:cxn>
                <a:cxn ang="0">
                  <a:pos x="30" y="0"/>
                </a:cxn>
                <a:cxn ang="0">
                  <a:pos x="0" y="16"/>
                </a:cxn>
                <a:cxn ang="0">
                  <a:pos x="30" y="32"/>
                </a:cxn>
                <a:cxn ang="0">
                  <a:pos x="30" y="20"/>
                </a:cxn>
                <a:cxn ang="0">
                  <a:pos x="278" y="20"/>
                </a:cxn>
                <a:cxn ang="0">
                  <a:pos x="153" y="191"/>
                </a:cxn>
                <a:cxn ang="0">
                  <a:pos x="332" y="370"/>
                </a:cxn>
                <a:cxn ang="0">
                  <a:pos x="631" y="370"/>
                </a:cxn>
                <a:cxn ang="0">
                  <a:pos x="631" y="381"/>
                </a:cxn>
                <a:cxn ang="0">
                  <a:pos x="662" y="366"/>
                </a:cxn>
              </a:cxnLst>
              <a:rect l="0" t="0" r="r" b="b"/>
              <a:pathLst>
                <a:path w="662" h="381">
                  <a:moveTo>
                    <a:pt x="662" y="366"/>
                  </a:moveTo>
                  <a:cubicBezTo>
                    <a:pt x="631" y="350"/>
                    <a:pt x="631" y="350"/>
                    <a:pt x="631" y="350"/>
                  </a:cubicBezTo>
                  <a:cubicBezTo>
                    <a:pt x="631" y="361"/>
                    <a:pt x="631" y="361"/>
                    <a:pt x="631" y="361"/>
                  </a:cubicBezTo>
                  <a:cubicBezTo>
                    <a:pt x="332" y="361"/>
                    <a:pt x="332" y="361"/>
                    <a:pt x="332" y="361"/>
                  </a:cubicBezTo>
                  <a:cubicBezTo>
                    <a:pt x="238" y="361"/>
                    <a:pt x="161" y="285"/>
                    <a:pt x="161" y="191"/>
                  </a:cubicBezTo>
                  <a:cubicBezTo>
                    <a:pt x="161" y="97"/>
                    <a:pt x="238" y="20"/>
                    <a:pt x="332" y="20"/>
                  </a:cubicBezTo>
                  <a:cubicBezTo>
                    <a:pt x="417" y="20"/>
                    <a:pt x="487" y="90"/>
                    <a:pt x="487" y="175"/>
                  </a:cubicBezTo>
                  <a:cubicBezTo>
                    <a:pt x="487" y="261"/>
                    <a:pt x="417" y="330"/>
                    <a:pt x="332" y="330"/>
                  </a:cubicBezTo>
                  <a:cubicBezTo>
                    <a:pt x="255" y="330"/>
                    <a:pt x="193" y="268"/>
                    <a:pt x="193" y="191"/>
                  </a:cubicBezTo>
                  <a:cubicBezTo>
                    <a:pt x="193" y="114"/>
                    <a:pt x="255" y="52"/>
                    <a:pt x="332" y="52"/>
                  </a:cubicBezTo>
                  <a:cubicBezTo>
                    <a:pt x="332" y="52"/>
                    <a:pt x="332" y="52"/>
                    <a:pt x="332" y="52"/>
                  </a:cubicBezTo>
                  <a:cubicBezTo>
                    <a:pt x="398" y="52"/>
                    <a:pt x="451" y="106"/>
                    <a:pt x="451" y="171"/>
                  </a:cubicBezTo>
                  <a:cubicBezTo>
                    <a:pt x="459" y="171"/>
                    <a:pt x="459" y="171"/>
                    <a:pt x="459" y="171"/>
                  </a:cubicBezTo>
                  <a:cubicBezTo>
                    <a:pt x="459" y="101"/>
                    <a:pt x="402" y="44"/>
                    <a:pt x="332" y="44"/>
                  </a:cubicBezTo>
                  <a:cubicBezTo>
                    <a:pt x="332" y="44"/>
                    <a:pt x="332" y="44"/>
                    <a:pt x="332" y="44"/>
                  </a:cubicBezTo>
                  <a:cubicBezTo>
                    <a:pt x="250" y="44"/>
                    <a:pt x="184" y="110"/>
                    <a:pt x="184" y="191"/>
                  </a:cubicBezTo>
                  <a:cubicBezTo>
                    <a:pt x="184" y="272"/>
                    <a:pt x="250" y="338"/>
                    <a:pt x="332" y="338"/>
                  </a:cubicBezTo>
                  <a:cubicBezTo>
                    <a:pt x="422" y="338"/>
                    <a:pt x="495" y="265"/>
                    <a:pt x="495" y="175"/>
                  </a:cubicBezTo>
                  <a:cubicBezTo>
                    <a:pt x="495" y="85"/>
                    <a:pt x="422" y="12"/>
                    <a:pt x="332" y="12"/>
                  </a:cubicBezTo>
                  <a:cubicBezTo>
                    <a:pt x="30" y="12"/>
                    <a:pt x="30" y="12"/>
                    <a:pt x="30" y="12"/>
                  </a:cubicBezTo>
                  <a:cubicBezTo>
                    <a:pt x="30" y="0"/>
                    <a:pt x="30" y="0"/>
                    <a:pt x="30" y="0"/>
                  </a:cubicBezTo>
                  <a:cubicBezTo>
                    <a:pt x="0" y="16"/>
                    <a:pt x="0" y="16"/>
                    <a:pt x="0" y="16"/>
                  </a:cubicBezTo>
                  <a:cubicBezTo>
                    <a:pt x="30" y="32"/>
                    <a:pt x="30" y="32"/>
                    <a:pt x="30" y="32"/>
                  </a:cubicBezTo>
                  <a:cubicBezTo>
                    <a:pt x="30" y="20"/>
                    <a:pt x="30" y="20"/>
                    <a:pt x="30" y="20"/>
                  </a:cubicBezTo>
                  <a:cubicBezTo>
                    <a:pt x="278" y="20"/>
                    <a:pt x="278" y="20"/>
                    <a:pt x="278" y="20"/>
                  </a:cubicBezTo>
                  <a:cubicBezTo>
                    <a:pt x="205" y="43"/>
                    <a:pt x="153" y="111"/>
                    <a:pt x="153" y="191"/>
                  </a:cubicBezTo>
                  <a:cubicBezTo>
                    <a:pt x="153" y="290"/>
                    <a:pt x="233" y="370"/>
                    <a:pt x="332" y="370"/>
                  </a:cubicBezTo>
                  <a:cubicBezTo>
                    <a:pt x="631" y="370"/>
                    <a:pt x="631" y="370"/>
                    <a:pt x="631" y="370"/>
                  </a:cubicBezTo>
                  <a:cubicBezTo>
                    <a:pt x="631" y="381"/>
                    <a:pt x="631" y="381"/>
                    <a:pt x="631" y="381"/>
                  </a:cubicBezTo>
                  <a:lnTo>
                    <a:pt x="662" y="366"/>
                  </a:lnTo>
                  <a:close/>
                </a:path>
              </a:pathLst>
            </a:custGeom>
            <a:solidFill>
              <a:schemeClr val="accent1"/>
            </a:solidFill>
            <a:ln w="9525">
              <a:noFill/>
              <a:round/>
            </a:ln>
          </p:spPr>
          <p:txBody>
            <a:bodyPr vert="horz" wrap="square" lIns="91440" tIns="45720" rIns="91440" bIns="45720" numCol="1" anchor="t" anchorCtr="0" compatLnSpc="1"/>
            <a:lstStyle/>
            <a:p>
              <a:endParaRPr lang="zh-CN" altLang="en-US"/>
            </a:p>
          </p:txBody>
        </p:sp>
        <p:sp>
          <p:nvSpPr>
            <p:cNvPr id="24" name="Freeform 28"/>
            <p:cNvSpPr/>
            <p:nvPr/>
          </p:nvSpPr>
          <p:spPr bwMode="auto">
            <a:xfrm>
              <a:off x="6565900" y="3863975"/>
              <a:ext cx="2586038" cy="1428750"/>
            </a:xfrm>
            <a:custGeom>
              <a:avLst/>
              <a:gdLst/>
              <a:ahLst/>
              <a:cxnLst>
                <a:cxn ang="0">
                  <a:pos x="690" y="366"/>
                </a:cxn>
                <a:cxn ang="0">
                  <a:pos x="659" y="350"/>
                </a:cxn>
                <a:cxn ang="0">
                  <a:pos x="659" y="361"/>
                </a:cxn>
                <a:cxn ang="0">
                  <a:pos x="342" y="361"/>
                </a:cxn>
                <a:cxn ang="0">
                  <a:pos x="171" y="191"/>
                </a:cxn>
                <a:cxn ang="0">
                  <a:pos x="342" y="20"/>
                </a:cxn>
                <a:cxn ang="0">
                  <a:pos x="497" y="175"/>
                </a:cxn>
                <a:cxn ang="0">
                  <a:pos x="342" y="330"/>
                </a:cxn>
                <a:cxn ang="0">
                  <a:pos x="203" y="191"/>
                </a:cxn>
                <a:cxn ang="0">
                  <a:pos x="342" y="52"/>
                </a:cxn>
                <a:cxn ang="0">
                  <a:pos x="342" y="52"/>
                </a:cxn>
                <a:cxn ang="0">
                  <a:pos x="461" y="171"/>
                </a:cxn>
                <a:cxn ang="0">
                  <a:pos x="469" y="171"/>
                </a:cxn>
                <a:cxn ang="0">
                  <a:pos x="342" y="44"/>
                </a:cxn>
                <a:cxn ang="0">
                  <a:pos x="342" y="44"/>
                </a:cxn>
                <a:cxn ang="0">
                  <a:pos x="194" y="191"/>
                </a:cxn>
                <a:cxn ang="0">
                  <a:pos x="342" y="338"/>
                </a:cxn>
                <a:cxn ang="0">
                  <a:pos x="505" y="175"/>
                </a:cxn>
                <a:cxn ang="0">
                  <a:pos x="342" y="12"/>
                </a:cxn>
                <a:cxn ang="0">
                  <a:pos x="31" y="12"/>
                </a:cxn>
                <a:cxn ang="0">
                  <a:pos x="31" y="0"/>
                </a:cxn>
                <a:cxn ang="0">
                  <a:pos x="0" y="16"/>
                </a:cxn>
                <a:cxn ang="0">
                  <a:pos x="31" y="32"/>
                </a:cxn>
                <a:cxn ang="0">
                  <a:pos x="31" y="20"/>
                </a:cxn>
                <a:cxn ang="0">
                  <a:pos x="288" y="20"/>
                </a:cxn>
                <a:cxn ang="0">
                  <a:pos x="163" y="191"/>
                </a:cxn>
                <a:cxn ang="0">
                  <a:pos x="342" y="370"/>
                </a:cxn>
                <a:cxn ang="0">
                  <a:pos x="659" y="370"/>
                </a:cxn>
                <a:cxn ang="0">
                  <a:pos x="659" y="381"/>
                </a:cxn>
                <a:cxn ang="0">
                  <a:pos x="690" y="366"/>
                </a:cxn>
              </a:cxnLst>
              <a:rect l="0" t="0" r="r" b="b"/>
              <a:pathLst>
                <a:path w="690" h="381">
                  <a:moveTo>
                    <a:pt x="690" y="366"/>
                  </a:moveTo>
                  <a:cubicBezTo>
                    <a:pt x="659" y="350"/>
                    <a:pt x="659" y="350"/>
                    <a:pt x="659" y="350"/>
                  </a:cubicBezTo>
                  <a:cubicBezTo>
                    <a:pt x="659" y="361"/>
                    <a:pt x="659" y="361"/>
                    <a:pt x="659" y="361"/>
                  </a:cubicBezTo>
                  <a:cubicBezTo>
                    <a:pt x="342" y="361"/>
                    <a:pt x="342" y="361"/>
                    <a:pt x="342" y="361"/>
                  </a:cubicBezTo>
                  <a:cubicBezTo>
                    <a:pt x="248" y="361"/>
                    <a:pt x="171" y="285"/>
                    <a:pt x="171" y="191"/>
                  </a:cubicBezTo>
                  <a:cubicBezTo>
                    <a:pt x="171" y="97"/>
                    <a:pt x="248" y="20"/>
                    <a:pt x="342" y="20"/>
                  </a:cubicBezTo>
                  <a:cubicBezTo>
                    <a:pt x="427" y="20"/>
                    <a:pt x="497" y="90"/>
                    <a:pt x="497" y="175"/>
                  </a:cubicBezTo>
                  <a:cubicBezTo>
                    <a:pt x="497" y="261"/>
                    <a:pt x="427" y="330"/>
                    <a:pt x="342" y="330"/>
                  </a:cubicBezTo>
                  <a:cubicBezTo>
                    <a:pt x="265" y="330"/>
                    <a:pt x="203" y="268"/>
                    <a:pt x="203" y="191"/>
                  </a:cubicBezTo>
                  <a:cubicBezTo>
                    <a:pt x="203" y="114"/>
                    <a:pt x="265" y="52"/>
                    <a:pt x="342" y="52"/>
                  </a:cubicBezTo>
                  <a:cubicBezTo>
                    <a:pt x="342" y="52"/>
                    <a:pt x="342" y="52"/>
                    <a:pt x="342" y="52"/>
                  </a:cubicBezTo>
                  <a:cubicBezTo>
                    <a:pt x="407" y="52"/>
                    <a:pt x="461" y="106"/>
                    <a:pt x="461" y="171"/>
                  </a:cubicBezTo>
                  <a:cubicBezTo>
                    <a:pt x="469" y="171"/>
                    <a:pt x="469" y="171"/>
                    <a:pt x="469" y="171"/>
                  </a:cubicBezTo>
                  <a:cubicBezTo>
                    <a:pt x="469" y="101"/>
                    <a:pt x="412" y="44"/>
                    <a:pt x="342" y="44"/>
                  </a:cubicBezTo>
                  <a:cubicBezTo>
                    <a:pt x="342" y="44"/>
                    <a:pt x="342" y="44"/>
                    <a:pt x="342" y="44"/>
                  </a:cubicBezTo>
                  <a:cubicBezTo>
                    <a:pt x="260" y="44"/>
                    <a:pt x="194" y="110"/>
                    <a:pt x="194" y="191"/>
                  </a:cubicBezTo>
                  <a:cubicBezTo>
                    <a:pt x="194" y="272"/>
                    <a:pt x="260" y="338"/>
                    <a:pt x="342" y="338"/>
                  </a:cubicBezTo>
                  <a:cubicBezTo>
                    <a:pt x="432" y="338"/>
                    <a:pt x="505" y="265"/>
                    <a:pt x="505" y="175"/>
                  </a:cubicBezTo>
                  <a:cubicBezTo>
                    <a:pt x="505" y="85"/>
                    <a:pt x="432" y="12"/>
                    <a:pt x="342" y="12"/>
                  </a:cubicBezTo>
                  <a:cubicBezTo>
                    <a:pt x="31" y="12"/>
                    <a:pt x="31" y="12"/>
                    <a:pt x="31" y="12"/>
                  </a:cubicBezTo>
                  <a:cubicBezTo>
                    <a:pt x="31" y="0"/>
                    <a:pt x="31" y="0"/>
                    <a:pt x="31" y="0"/>
                  </a:cubicBezTo>
                  <a:cubicBezTo>
                    <a:pt x="0" y="16"/>
                    <a:pt x="0" y="16"/>
                    <a:pt x="0" y="16"/>
                  </a:cubicBezTo>
                  <a:cubicBezTo>
                    <a:pt x="31" y="32"/>
                    <a:pt x="31" y="32"/>
                    <a:pt x="31" y="32"/>
                  </a:cubicBezTo>
                  <a:cubicBezTo>
                    <a:pt x="31" y="20"/>
                    <a:pt x="31" y="20"/>
                    <a:pt x="31" y="20"/>
                  </a:cubicBezTo>
                  <a:cubicBezTo>
                    <a:pt x="288" y="20"/>
                    <a:pt x="288" y="20"/>
                    <a:pt x="288" y="20"/>
                  </a:cubicBezTo>
                  <a:cubicBezTo>
                    <a:pt x="215" y="43"/>
                    <a:pt x="163" y="111"/>
                    <a:pt x="163" y="191"/>
                  </a:cubicBezTo>
                  <a:cubicBezTo>
                    <a:pt x="163" y="290"/>
                    <a:pt x="243" y="370"/>
                    <a:pt x="342" y="370"/>
                  </a:cubicBezTo>
                  <a:cubicBezTo>
                    <a:pt x="659" y="370"/>
                    <a:pt x="659" y="370"/>
                    <a:pt x="659" y="370"/>
                  </a:cubicBezTo>
                  <a:cubicBezTo>
                    <a:pt x="659" y="381"/>
                    <a:pt x="659" y="381"/>
                    <a:pt x="659" y="381"/>
                  </a:cubicBezTo>
                  <a:lnTo>
                    <a:pt x="690" y="366"/>
                  </a:lnTo>
                  <a:close/>
                </a:path>
              </a:pathLst>
            </a:custGeom>
            <a:solidFill>
              <a:schemeClr val="accent4"/>
            </a:solidFill>
            <a:ln w="9525">
              <a:noFill/>
              <a:round/>
            </a:ln>
          </p:spPr>
          <p:txBody>
            <a:bodyPr vert="horz" wrap="square" lIns="91440" tIns="45720" rIns="91440" bIns="45720" numCol="1" anchor="t" anchorCtr="0" compatLnSpc="1"/>
            <a:lstStyle/>
            <a:p>
              <a:endParaRPr lang="zh-CN" altLang="en-US"/>
            </a:p>
          </p:txBody>
        </p:sp>
        <p:sp>
          <p:nvSpPr>
            <p:cNvPr id="37" name="Freeform 41"/>
            <p:cNvSpPr/>
            <p:nvPr/>
          </p:nvSpPr>
          <p:spPr bwMode="auto">
            <a:xfrm>
              <a:off x="8416925" y="3908425"/>
              <a:ext cx="1803400" cy="1343025"/>
            </a:xfrm>
            <a:custGeom>
              <a:avLst/>
              <a:gdLst/>
              <a:ahLst/>
              <a:cxnLst>
                <a:cxn ang="0">
                  <a:pos x="310" y="0"/>
                </a:cxn>
                <a:cxn ang="0">
                  <a:pos x="310" y="0"/>
                </a:cxn>
                <a:cxn ang="0">
                  <a:pos x="0" y="0"/>
                </a:cxn>
                <a:cxn ang="0">
                  <a:pos x="0" y="8"/>
                </a:cxn>
                <a:cxn ang="0">
                  <a:pos x="250" y="8"/>
                </a:cxn>
                <a:cxn ang="0">
                  <a:pos x="139" y="163"/>
                </a:cxn>
                <a:cxn ang="0">
                  <a:pos x="302" y="326"/>
                </a:cxn>
                <a:cxn ang="0">
                  <a:pos x="449" y="179"/>
                </a:cxn>
                <a:cxn ang="0">
                  <a:pos x="302" y="32"/>
                </a:cxn>
                <a:cxn ang="0">
                  <a:pos x="302" y="32"/>
                </a:cxn>
                <a:cxn ang="0">
                  <a:pos x="174" y="160"/>
                </a:cxn>
                <a:cxn ang="0">
                  <a:pos x="183" y="160"/>
                </a:cxn>
                <a:cxn ang="0">
                  <a:pos x="302" y="40"/>
                </a:cxn>
                <a:cxn ang="0">
                  <a:pos x="302" y="40"/>
                </a:cxn>
                <a:cxn ang="0">
                  <a:pos x="441" y="179"/>
                </a:cxn>
                <a:cxn ang="0">
                  <a:pos x="302" y="318"/>
                </a:cxn>
                <a:cxn ang="0">
                  <a:pos x="147" y="163"/>
                </a:cxn>
                <a:cxn ang="0">
                  <a:pos x="302" y="8"/>
                </a:cxn>
                <a:cxn ang="0">
                  <a:pos x="473" y="179"/>
                </a:cxn>
                <a:cxn ang="0">
                  <a:pos x="302" y="350"/>
                </a:cxn>
                <a:cxn ang="0">
                  <a:pos x="302" y="358"/>
                </a:cxn>
                <a:cxn ang="0">
                  <a:pos x="481" y="179"/>
                </a:cxn>
                <a:cxn ang="0">
                  <a:pos x="310" y="0"/>
                </a:cxn>
              </a:cxnLst>
              <a:rect l="0" t="0" r="r" b="b"/>
              <a:pathLst>
                <a:path w="481" h="358">
                  <a:moveTo>
                    <a:pt x="310" y="0"/>
                  </a:moveTo>
                  <a:cubicBezTo>
                    <a:pt x="310" y="0"/>
                    <a:pt x="310" y="0"/>
                    <a:pt x="310" y="0"/>
                  </a:cubicBezTo>
                  <a:cubicBezTo>
                    <a:pt x="0" y="0"/>
                    <a:pt x="0" y="0"/>
                    <a:pt x="0" y="0"/>
                  </a:cubicBezTo>
                  <a:cubicBezTo>
                    <a:pt x="0" y="8"/>
                    <a:pt x="0" y="8"/>
                    <a:pt x="0" y="8"/>
                  </a:cubicBezTo>
                  <a:cubicBezTo>
                    <a:pt x="250" y="8"/>
                    <a:pt x="250" y="8"/>
                    <a:pt x="250" y="8"/>
                  </a:cubicBezTo>
                  <a:cubicBezTo>
                    <a:pt x="186" y="30"/>
                    <a:pt x="139" y="91"/>
                    <a:pt x="139" y="163"/>
                  </a:cubicBezTo>
                  <a:cubicBezTo>
                    <a:pt x="139" y="253"/>
                    <a:pt x="212" y="326"/>
                    <a:pt x="302" y="326"/>
                  </a:cubicBezTo>
                  <a:cubicBezTo>
                    <a:pt x="383" y="326"/>
                    <a:pt x="449" y="260"/>
                    <a:pt x="449" y="179"/>
                  </a:cubicBezTo>
                  <a:cubicBezTo>
                    <a:pt x="449" y="98"/>
                    <a:pt x="383" y="32"/>
                    <a:pt x="302" y="32"/>
                  </a:cubicBezTo>
                  <a:cubicBezTo>
                    <a:pt x="302" y="32"/>
                    <a:pt x="302" y="32"/>
                    <a:pt x="302" y="32"/>
                  </a:cubicBezTo>
                  <a:cubicBezTo>
                    <a:pt x="231" y="32"/>
                    <a:pt x="174" y="89"/>
                    <a:pt x="174" y="160"/>
                  </a:cubicBezTo>
                  <a:cubicBezTo>
                    <a:pt x="183" y="160"/>
                    <a:pt x="183" y="160"/>
                    <a:pt x="183" y="160"/>
                  </a:cubicBezTo>
                  <a:cubicBezTo>
                    <a:pt x="183" y="94"/>
                    <a:pt x="236" y="40"/>
                    <a:pt x="302" y="40"/>
                  </a:cubicBezTo>
                  <a:cubicBezTo>
                    <a:pt x="302" y="40"/>
                    <a:pt x="302" y="40"/>
                    <a:pt x="302" y="40"/>
                  </a:cubicBezTo>
                  <a:cubicBezTo>
                    <a:pt x="379" y="40"/>
                    <a:pt x="441" y="102"/>
                    <a:pt x="441" y="179"/>
                  </a:cubicBezTo>
                  <a:cubicBezTo>
                    <a:pt x="441" y="256"/>
                    <a:pt x="379" y="318"/>
                    <a:pt x="302" y="318"/>
                  </a:cubicBezTo>
                  <a:cubicBezTo>
                    <a:pt x="216" y="318"/>
                    <a:pt x="147" y="249"/>
                    <a:pt x="147" y="163"/>
                  </a:cubicBezTo>
                  <a:cubicBezTo>
                    <a:pt x="147" y="78"/>
                    <a:pt x="216" y="8"/>
                    <a:pt x="302" y="8"/>
                  </a:cubicBezTo>
                  <a:cubicBezTo>
                    <a:pt x="396" y="8"/>
                    <a:pt x="473" y="85"/>
                    <a:pt x="473" y="179"/>
                  </a:cubicBezTo>
                  <a:cubicBezTo>
                    <a:pt x="473" y="273"/>
                    <a:pt x="396" y="350"/>
                    <a:pt x="302" y="350"/>
                  </a:cubicBezTo>
                  <a:cubicBezTo>
                    <a:pt x="302" y="358"/>
                    <a:pt x="302" y="358"/>
                    <a:pt x="302" y="358"/>
                  </a:cubicBezTo>
                  <a:cubicBezTo>
                    <a:pt x="401" y="358"/>
                    <a:pt x="481" y="278"/>
                    <a:pt x="481" y="179"/>
                  </a:cubicBezTo>
                  <a:cubicBezTo>
                    <a:pt x="481" y="83"/>
                    <a:pt x="405" y="4"/>
                    <a:pt x="310" y="0"/>
                  </a:cubicBezTo>
                  <a:close/>
                </a:path>
              </a:pathLst>
            </a:custGeom>
            <a:solidFill>
              <a:schemeClr val="accent1"/>
            </a:solidFill>
            <a:ln w="9525">
              <a:noFill/>
              <a:round/>
            </a:ln>
          </p:spPr>
          <p:txBody>
            <a:bodyPr vert="horz" wrap="square" lIns="91440" tIns="45720" rIns="91440" bIns="45720" numCol="1" anchor="t" anchorCtr="0" compatLnSpc="1"/>
            <a:lstStyle/>
            <a:p>
              <a:endParaRPr lang="zh-CN" altLang="en-US"/>
            </a:p>
          </p:txBody>
        </p:sp>
      </p:grpSp>
      <p:grpSp>
        <p:nvGrpSpPr>
          <p:cNvPr id="79" name="组合 78"/>
          <p:cNvGrpSpPr/>
          <p:nvPr/>
        </p:nvGrpSpPr>
        <p:grpSpPr>
          <a:xfrm>
            <a:off x="951886" y="4118917"/>
            <a:ext cx="1684550" cy="1531074"/>
            <a:chOff x="1129801" y="1270489"/>
            <a:chExt cx="1684550" cy="1531074"/>
          </a:xfrm>
        </p:grpSpPr>
        <p:sp>
          <p:nvSpPr>
            <p:cNvPr id="80" name="textcount"/>
            <p:cNvSpPr txBox="1"/>
            <p:nvPr/>
          </p:nvSpPr>
          <p:spPr>
            <a:xfrm>
              <a:off x="1129801" y="1673562"/>
              <a:ext cx="1684550" cy="1128001"/>
            </a:xfrm>
            <a:prstGeom prst="rect">
              <a:avLst/>
            </a:prstGeom>
            <a:noFill/>
          </p:spPr>
          <p:txBody>
            <a:bodyPr vert="horz" wrap="square" rtlCol="0">
              <a:spAutoFit/>
            </a:bodyPr>
            <a:lstStyle/>
            <a:p>
              <a:pPr algn="ctr">
                <a:lnSpc>
                  <a:spcPct val="130000"/>
                </a:lnSpc>
              </a:pPr>
              <a:r>
                <a:rPr lang="zh-CN" altLang="en-US" sz="1050">
                  <a:solidFill>
                    <a:schemeClr val="bg1">
                      <a:lumMod val="50000"/>
                    </a:schemeClr>
                  </a:solidFill>
                </a:rPr>
                <a:t>点此输入内容或者复制您的内容在这里，通过复制您的文本后点此输入内容或者复制您的内容在这里复制内容</a:t>
              </a:r>
              <a:endParaRPr lang="zh-CN" altLang="en-US" sz="1050">
                <a:solidFill>
                  <a:schemeClr val="bg1">
                    <a:lumMod val="50000"/>
                  </a:schemeClr>
                </a:solidFill>
              </a:endParaRPr>
            </a:p>
          </p:txBody>
        </p:sp>
        <p:sp>
          <p:nvSpPr>
            <p:cNvPr id="81" name="textcount"/>
            <p:cNvSpPr txBox="1"/>
            <p:nvPr/>
          </p:nvSpPr>
          <p:spPr>
            <a:xfrm>
              <a:off x="1129801" y="1270489"/>
              <a:ext cx="1684550" cy="369332"/>
            </a:xfrm>
            <a:prstGeom prst="rect">
              <a:avLst/>
            </a:prstGeom>
            <a:noFill/>
          </p:spPr>
          <p:txBody>
            <a:bodyPr vert="horz" wrap="square" rtlCol="0">
              <a:spAutoFit/>
            </a:bodyPr>
            <a:lstStyle/>
            <a:p>
              <a:pPr algn="ctr"/>
              <a:r>
                <a:rPr lang="zh-CN" altLang="en-US" b="1">
                  <a:solidFill>
                    <a:schemeClr val="tx1">
                      <a:lumMod val="75000"/>
                      <a:lumOff val="25000"/>
                    </a:schemeClr>
                  </a:solidFill>
                  <a:latin typeface="+mj-ea"/>
                  <a:ea typeface="+mj-ea"/>
                </a:rPr>
                <a:t>输入标题</a:t>
              </a:r>
              <a:endParaRPr lang="zh-CN" altLang="en-US" b="1">
                <a:solidFill>
                  <a:schemeClr val="tx1">
                    <a:lumMod val="75000"/>
                    <a:lumOff val="25000"/>
                  </a:schemeClr>
                </a:solidFill>
                <a:latin typeface="+mj-ea"/>
                <a:ea typeface="+mj-ea"/>
              </a:endParaRPr>
            </a:p>
          </p:txBody>
        </p:sp>
      </p:grpSp>
      <p:grpSp>
        <p:nvGrpSpPr>
          <p:cNvPr id="82" name="组合 81"/>
          <p:cNvGrpSpPr/>
          <p:nvPr/>
        </p:nvGrpSpPr>
        <p:grpSpPr>
          <a:xfrm>
            <a:off x="3123536" y="4118917"/>
            <a:ext cx="1684550" cy="1531074"/>
            <a:chOff x="1129801" y="1270489"/>
            <a:chExt cx="1684550" cy="1531074"/>
          </a:xfrm>
        </p:grpSpPr>
        <p:sp>
          <p:nvSpPr>
            <p:cNvPr id="83" name="textcount"/>
            <p:cNvSpPr txBox="1"/>
            <p:nvPr/>
          </p:nvSpPr>
          <p:spPr>
            <a:xfrm>
              <a:off x="1129801" y="1673562"/>
              <a:ext cx="1684550" cy="1128001"/>
            </a:xfrm>
            <a:prstGeom prst="rect">
              <a:avLst/>
            </a:prstGeom>
            <a:noFill/>
          </p:spPr>
          <p:txBody>
            <a:bodyPr vert="horz" wrap="square" rtlCol="0">
              <a:spAutoFit/>
            </a:bodyPr>
            <a:lstStyle/>
            <a:p>
              <a:pPr algn="ctr">
                <a:lnSpc>
                  <a:spcPct val="130000"/>
                </a:lnSpc>
              </a:pPr>
              <a:r>
                <a:rPr lang="zh-CN" altLang="en-US" sz="1050">
                  <a:solidFill>
                    <a:schemeClr val="bg1">
                      <a:lumMod val="50000"/>
                    </a:schemeClr>
                  </a:solidFill>
                </a:rPr>
                <a:t>点此输入内容或者复制您的内容在这里，通过复制您的文本后点此输入内容或者复制您的内容在这里复制内容</a:t>
              </a:r>
              <a:endParaRPr lang="zh-CN" altLang="en-US" sz="1050">
                <a:solidFill>
                  <a:schemeClr val="bg1">
                    <a:lumMod val="50000"/>
                  </a:schemeClr>
                </a:solidFill>
              </a:endParaRPr>
            </a:p>
          </p:txBody>
        </p:sp>
        <p:sp>
          <p:nvSpPr>
            <p:cNvPr id="84" name="textcount"/>
            <p:cNvSpPr txBox="1"/>
            <p:nvPr/>
          </p:nvSpPr>
          <p:spPr>
            <a:xfrm>
              <a:off x="1129801" y="1270489"/>
              <a:ext cx="1684550" cy="369332"/>
            </a:xfrm>
            <a:prstGeom prst="rect">
              <a:avLst/>
            </a:prstGeom>
            <a:noFill/>
          </p:spPr>
          <p:txBody>
            <a:bodyPr vert="horz" wrap="square" rtlCol="0">
              <a:spAutoFit/>
            </a:bodyPr>
            <a:lstStyle/>
            <a:p>
              <a:pPr algn="ctr"/>
              <a:r>
                <a:rPr lang="zh-CN" altLang="en-US" b="1">
                  <a:solidFill>
                    <a:schemeClr val="tx1">
                      <a:lumMod val="75000"/>
                      <a:lumOff val="25000"/>
                    </a:schemeClr>
                  </a:solidFill>
                  <a:latin typeface="+mj-ea"/>
                  <a:ea typeface="+mj-ea"/>
                </a:rPr>
                <a:t>输入标题</a:t>
              </a:r>
              <a:endParaRPr lang="zh-CN" altLang="en-US" b="1">
                <a:solidFill>
                  <a:schemeClr val="tx1">
                    <a:lumMod val="75000"/>
                    <a:lumOff val="25000"/>
                  </a:schemeClr>
                </a:solidFill>
                <a:latin typeface="+mj-ea"/>
                <a:ea typeface="+mj-ea"/>
              </a:endParaRPr>
            </a:p>
          </p:txBody>
        </p:sp>
      </p:grpSp>
      <p:grpSp>
        <p:nvGrpSpPr>
          <p:cNvPr id="85" name="组合 84"/>
          <p:cNvGrpSpPr/>
          <p:nvPr/>
        </p:nvGrpSpPr>
        <p:grpSpPr>
          <a:xfrm>
            <a:off x="5295186" y="4118917"/>
            <a:ext cx="1684550" cy="1531074"/>
            <a:chOff x="1129801" y="1270489"/>
            <a:chExt cx="1684550" cy="1531074"/>
          </a:xfrm>
        </p:grpSpPr>
        <p:sp>
          <p:nvSpPr>
            <p:cNvPr id="86" name="textcount"/>
            <p:cNvSpPr txBox="1"/>
            <p:nvPr/>
          </p:nvSpPr>
          <p:spPr>
            <a:xfrm>
              <a:off x="1129801" y="1673562"/>
              <a:ext cx="1684550" cy="1128001"/>
            </a:xfrm>
            <a:prstGeom prst="rect">
              <a:avLst/>
            </a:prstGeom>
            <a:noFill/>
          </p:spPr>
          <p:txBody>
            <a:bodyPr vert="horz" wrap="square" rtlCol="0">
              <a:spAutoFit/>
            </a:bodyPr>
            <a:lstStyle/>
            <a:p>
              <a:pPr algn="ctr">
                <a:lnSpc>
                  <a:spcPct val="130000"/>
                </a:lnSpc>
              </a:pPr>
              <a:r>
                <a:rPr lang="zh-CN" altLang="en-US" sz="1050">
                  <a:solidFill>
                    <a:schemeClr val="bg1">
                      <a:lumMod val="50000"/>
                    </a:schemeClr>
                  </a:solidFill>
                </a:rPr>
                <a:t>点此输入内容或者复制您的内容在这里，通过复制您的文本后点此输入内容或者复制您的内容在这里复制内容</a:t>
              </a:r>
              <a:endParaRPr lang="zh-CN" altLang="en-US" sz="1050">
                <a:solidFill>
                  <a:schemeClr val="bg1">
                    <a:lumMod val="50000"/>
                  </a:schemeClr>
                </a:solidFill>
              </a:endParaRPr>
            </a:p>
          </p:txBody>
        </p:sp>
        <p:sp>
          <p:nvSpPr>
            <p:cNvPr id="87" name="textcount"/>
            <p:cNvSpPr txBox="1"/>
            <p:nvPr/>
          </p:nvSpPr>
          <p:spPr>
            <a:xfrm>
              <a:off x="1129801" y="1270489"/>
              <a:ext cx="1684550" cy="369332"/>
            </a:xfrm>
            <a:prstGeom prst="rect">
              <a:avLst/>
            </a:prstGeom>
            <a:noFill/>
          </p:spPr>
          <p:txBody>
            <a:bodyPr vert="horz" wrap="square" rtlCol="0">
              <a:spAutoFit/>
            </a:bodyPr>
            <a:lstStyle/>
            <a:p>
              <a:pPr algn="ctr"/>
              <a:r>
                <a:rPr lang="zh-CN" altLang="en-US" b="1">
                  <a:solidFill>
                    <a:schemeClr val="tx1">
                      <a:lumMod val="75000"/>
                      <a:lumOff val="25000"/>
                    </a:schemeClr>
                  </a:solidFill>
                  <a:latin typeface="+mj-ea"/>
                  <a:ea typeface="+mj-ea"/>
                </a:rPr>
                <a:t>输入标题</a:t>
              </a:r>
              <a:endParaRPr lang="zh-CN" altLang="en-US" b="1">
                <a:solidFill>
                  <a:schemeClr val="tx1">
                    <a:lumMod val="75000"/>
                    <a:lumOff val="25000"/>
                  </a:schemeClr>
                </a:solidFill>
                <a:latin typeface="+mj-ea"/>
                <a:ea typeface="+mj-ea"/>
              </a:endParaRPr>
            </a:p>
          </p:txBody>
        </p:sp>
      </p:grpSp>
      <p:grpSp>
        <p:nvGrpSpPr>
          <p:cNvPr id="88" name="组合 87"/>
          <p:cNvGrpSpPr/>
          <p:nvPr/>
        </p:nvGrpSpPr>
        <p:grpSpPr>
          <a:xfrm>
            <a:off x="7466836" y="4118917"/>
            <a:ext cx="1684550" cy="1531074"/>
            <a:chOff x="1129801" y="1270489"/>
            <a:chExt cx="1684550" cy="1531074"/>
          </a:xfrm>
        </p:grpSpPr>
        <p:sp>
          <p:nvSpPr>
            <p:cNvPr id="89" name="textcount"/>
            <p:cNvSpPr txBox="1"/>
            <p:nvPr/>
          </p:nvSpPr>
          <p:spPr>
            <a:xfrm>
              <a:off x="1129801" y="1673562"/>
              <a:ext cx="1684550" cy="1128001"/>
            </a:xfrm>
            <a:prstGeom prst="rect">
              <a:avLst/>
            </a:prstGeom>
            <a:noFill/>
          </p:spPr>
          <p:txBody>
            <a:bodyPr vert="horz" wrap="square" rtlCol="0">
              <a:spAutoFit/>
            </a:bodyPr>
            <a:lstStyle/>
            <a:p>
              <a:pPr algn="ctr">
                <a:lnSpc>
                  <a:spcPct val="130000"/>
                </a:lnSpc>
              </a:pPr>
              <a:r>
                <a:rPr lang="zh-CN" altLang="en-US" sz="1050">
                  <a:solidFill>
                    <a:schemeClr val="bg1">
                      <a:lumMod val="50000"/>
                    </a:schemeClr>
                  </a:solidFill>
                </a:rPr>
                <a:t>点此输入内容或者复制您的内容在这里，通过复制您的文本后点此输入内容或者复制您的内容在这里复制内容</a:t>
              </a:r>
              <a:endParaRPr lang="zh-CN" altLang="en-US" sz="1050">
                <a:solidFill>
                  <a:schemeClr val="bg1">
                    <a:lumMod val="50000"/>
                  </a:schemeClr>
                </a:solidFill>
              </a:endParaRPr>
            </a:p>
          </p:txBody>
        </p:sp>
        <p:sp>
          <p:nvSpPr>
            <p:cNvPr id="90" name="textcount"/>
            <p:cNvSpPr txBox="1"/>
            <p:nvPr/>
          </p:nvSpPr>
          <p:spPr>
            <a:xfrm>
              <a:off x="1129801" y="1270489"/>
              <a:ext cx="1684550" cy="369332"/>
            </a:xfrm>
            <a:prstGeom prst="rect">
              <a:avLst/>
            </a:prstGeom>
            <a:noFill/>
          </p:spPr>
          <p:txBody>
            <a:bodyPr vert="horz" wrap="square" rtlCol="0">
              <a:spAutoFit/>
            </a:bodyPr>
            <a:lstStyle/>
            <a:p>
              <a:pPr algn="ctr"/>
              <a:r>
                <a:rPr lang="zh-CN" altLang="en-US" b="1">
                  <a:solidFill>
                    <a:schemeClr val="tx1">
                      <a:lumMod val="75000"/>
                      <a:lumOff val="25000"/>
                    </a:schemeClr>
                  </a:solidFill>
                  <a:latin typeface="+mj-ea"/>
                  <a:ea typeface="+mj-ea"/>
                </a:rPr>
                <a:t>输入标题</a:t>
              </a:r>
              <a:endParaRPr lang="zh-CN" altLang="en-US" b="1">
                <a:solidFill>
                  <a:schemeClr val="tx1">
                    <a:lumMod val="75000"/>
                    <a:lumOff val="25000"/>
                  </a:schemeClr>
                </a:solidFill>
                <a:latin typeface="+mj-ea"/>
                <a:ea typeface="+mj-ea"/>
              </a:endParaRPr>
            </a:p>
          </p:txBody>
        </p:sp>
      </p:grpSp>
      <p:grpSp>
        <p:nvGrpSpPr>
          <p:cNvPr id="91" name="组合 90"/>
          <p:cNvGrpSpPr/>
          <p:nvPr/>
        </p:nvGrpSpPr>
        <p:grpSpPr>
          <a:xfrm>
            <a:off x="9638486" y="4118917"/>
            <a:ext cx="1684550" cy="1531074"/>
            <a:chOff x="1129801" y="1270489"/>
            <a:chExt cx="1684550" cy="1531074"/>
          </a:xfrm>
        </p:grpSpPr>
        <p:sp>
          <p:nvSpPr>
            <p:cNvPr id="92" name="textcount"/>
            <p:cNvSpPr txBox="1"/>
            <p:nvPr/>
          </p:nvSpPr>
          <p:spPr>
            <a:xfrm>
              <a:off x="1129801" y="1673562"/>
              <a:ext cx="1684550" cy="1128001"/>
            </a:xfrm>
            <a:prstGeom prst="rect">
              <a:avLst/>
            </a:prstGeom>
            <a:noFill/>
          </p:spPr>
          <p:txBody>
            <a:bodyPr vert="horz" wrap="square" rtlCol="0">
              <a:spAutoFit/>
            </a:bodyPr>
            <a:lstStyle/>
            <a:p>
              <a:pPr algn="ctr">
                <a:lnSpc>
                  <a:spcPct val="130000"/>
                </a:lnSpc>
              </a:pPr>
              <a:r>
                <a:rPr lang="zh-CN" altLang="en-US" sz="1050">
                  <a:solidFill>
                    <a:schemeClr val="bg1">
                      <a:lumMod val="50000"/>
                    </a:schemeClr>
                  </a:solidFill>
                </a:rPr>
                <a:t>点此输入内容或者复制您的内容在这里，通过复制您的文本后点此输入内容或者复制您的内容在这里复制内容</a:t>
              </a:r>
              <a:endParaRPr lang="zh-CN" altLang="en-US" sz="1050">
                <a:solidFill>
                  <a:schemeClr val="bg1">
                    <a:lumMod val="50000"/>
                  </a:schemeClr>
                </a:solidFill>
              </a:endParaRPr>
            </a:p>
          </p:txBody>
        </p:sp>
        <p:sp>
          <p:nvSpPr>
            <p:cNvPr id="93" name="textcount"/>
            <p:cNvSpPr txBox="1"/>
            <p:nvPr/>
          </p:nvSpPr>
          <p:spPr>
            <a:xfrm>
              <a:off x="1129801" y="1270489"/>
              <a:ext cx="1684550" cy="369332"/>
            </a:xfrm>
            <a:prstGeom prst="rect">
              <a:avLst/>
            </a:prstGeom>
            <a:noFill/>
          </p:spPr>
          <p:txBody>
            <a:bodyPr vert="horz" wrap="square" rtlCol="0">
              <a:spAutoFit/>
            </a:bodyPr>
            <a:lstStyle/>
            <a:p>
              <a:pPr algn="ctr"/>
              <a:r>
                <a:rPr lang="zh-CN" altLang="en-US" b="1">
                  <a:solidFill>
                    <a:schemeClr val="tx1">
                      <a:lumMod val="75000"/>
                      <a:lumOff val="25000"/>
                    </a:schemeClr>
                  </a:solidFill>
                  <a:latin typeface="+mj-ea"/>
                  <a:ea typeface="+mj-ea"/>
                </a:rPr>
                <a:t>输入标题</a:t>
              </a:r>
              <a:endParaRPr lang="zh-CN" altLang="en-US" b="1">
                <a:solidFill>
                  <a:schemeClr val="tx1">
                    <a:lumMod val="75000"/>
                    <a:lumOff val="25000"/>
                  </a:schemeClr>
                </a:solidFill>
                <a:latin typeface="+mj-ea"/>
                <a:ea typeface="+mj-ea"/>
              </a:endParaRPr>
            </a:p>
          </p:txBody>
        </p:sp>
      </p:grpSp>
      <p:sp>
        <p:nvSpPr>
          <p:cNvPr id="94" name="椭圆 93"/>
          <p:cNvSpPr/>
          <p:nvPr/>
        </p:nvSpPr>
        <p:spPr>
          <a:xfrm>
            <a:off x="1451844" y="2522587"/>
            <a:ext cx="711200" cy="71120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椭圆 94"/>
          <p:cNvSpPr/>
          <p:nvPr/>
        </p:nvSpPr>
        <p:spPr>
          <a:xfrm>
            <a:off x="5734095" y="2522587"/>
            <a:ext cx="711200" cy="71120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p:cNvSpPr/>
          <p:nvPr/>
        </p:nvSpPr>
        <p:spPr>
          <a:xfrm>
            <a:off x="10074487" y="2522587"/>
            <a:ext cx="711200" cy="71120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p:cNvSpPr/>
          <p:nvPr/>
        </p:nvSpPr>
        <p:spPr>
          <a:xfrm>
            <a:off x="3460703" y="2522587"/>
            <a:ext cx="711200" cy="711200"/>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p:cNvSpPr/>
          <p:nvPr/>
        </p:nvSpPr>
        <p:spPr>
          <a:xfrm>
            <a:off x="7935847" y="2522587"/>
            <a:ext cx="711200" cy="711200"/>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93291" y="317173"/>
            <a:ext cx="5179768" cy="871755"/>
            <a:chOff x="193291" y="317173"/>
            <a:chExt cx="5179768" cy="871755"/>
          </a:xfrm>
        </p:grpSpPr>
        <p:sp>
          <p:nvSpPr>
            <p:cNvPr id="3" name="文本框 2"/>
            <p:cNvSpPr txBox="1"/>
            <p:nvPr/>
          </p:nvSpPr>
          <p:spPr>
            <a:xfrm>
              <a:off x="1059985" y="357880"/>
              <a:ext cx="4313074" cy="688073"/>
            </a:xfrm>
            <a:prstGeom prst="rect">
              <a:avLst/>
            </a:prstGeom>
            <a:noFill/>
          </p:spPr>
          <p:txBody>
            <a:bodyPr wrap="square" rtlCol="0">
              <a:spAutoFit/>
            </a:bodyPr>
            <a:lstStyle/>
            <a:p>
              <a:pPr lvl="0">
                <a:lnSpc>
                  <a:spcPct val="130000"/>
                </a:lnSpc>
                <a:defRPr/>
              </a:pPr>
              <a:r>
                <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rPr>
                <a:t>研究方法及过程</a:t>
              </a:r>
              <a:endPar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endParaRPr>
            </a:p>
          </p:txBody>
        </p:sp>
        <p:pic>
          <p:nvPicPr>
            <p:cNvPr id="4" name="图片 3"/>
            <p:cNvPicPr>
              <a:picLocks noChangeAspect="1"/>
            </p:cNvPicPr>
            <p:nvPr/>
          </p:nvPicPr>
          <p:blipFill>
            <a:blip r:embed="rId1">
              <a:duotone>
                <a:schemeClr val="accent1">
                  <a:shade val="45000"/>
                  <a:satMod val="135000"/>
                </a:schemeClr>
                <a:prstClr val="white"/>
              </a:duotone>
              <a:extLst>
                <a:ext uri="{28A0092B-C50C-407E-A947-70E740481C1C}">
                  <a14:useLocalDpi xmlns:a14="http://schemas.microsoft.com/office/drawing/2010/main" val="0"/>
                </a:ext>
              </a:extLst>
            </a:blip>
            <a:srcRect l="24588" t="52000" r="15417" b="10555"/>
            <a:stretch>
              <a:fillRect/>
            </a:stretch>
          </p:blipFill>
          <p:spPr>
            <a:xfrm>
              <a:off x="193291" y="317173"/>
              <a:ext cx="931043" cy="871755"/>
            </a:xfrm>
            <a:prstGeom prst="rect">
              <a:avLst/>
            </a:prstGeom>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wipe(left)">
                                      <p:cBhvr>
                                        <p:cTn id="7" dur="500"/>
                                        <p:tgtEl>
                                          <p:spTgt spid="78"/>
                                        </p:tgtEl>
                                      </p:cBhvr>
                                    </p:animEffect>
                                  </p:childTnLst>
                                </p:cTn>
                              </p:par>
                              <p:par>
                                <p:cTn id="8" presetID="22" presetClass="entr" presetSubtype="8" fill="hold" nodeType="withEffect">
                                  <p:stCondLst>
                                    <p:cond delay="0"/>
                                  </p:stCondLst>
                                  <p:childTnLst>
                                    <p:set>
                                      <p:cBhvr>
                                        <p:cTn id="9" dur="1" fill="hold">
                                          <p:stCondLst>
                                            <p:cond delay="0"/>
                                          </p:stCondLst>
                                        </p:cTn>
                                        <p:tgtEl>
                                          <p:spTgt spid="79"/>
                                        </p:tgtEl>
                                        <p:attrNameLst>
                                          <p:attrName>style.visibility</p:attrName>
                                        </p:attrNameLst>
                                      </p:cBhvr>
                                      <p:to>
                                        <p:strVal val="visible"/>
                                      </p:to>
                                    </p:set>
                                    <p:animEffect transition="in" filter="wipe(left)">
                                      <p:cBhvr>
                                        <p:cTn id="10" dur="500"/>
                                        <p:tgtEl>
                                          <p:spTgt spid="79"/>
                                        </p:tgtEl>
                                      </p:cBhvr>
                                    </p:animEffect>
                                  </p:childTnLst>
                                </p:cTn>
                              </p:par>
                              <p:par>
                                <p:cTn id="11" presetID="22" presetClass="entr" presetSubtype="8" fill="hold" nodeType="withEffect">
                                  <p:stCondLst>
                                    <p:cond delay="0"/>
                                  </p:stCondLst>
                                  <p:childTnLst>
                                    <p:set>
                                      <p:cBhvr>
                                        <p:cTn id="12" dur="1" fill="hold">
                                          <p:stCondLst>
                                            <p:cond delay="0"/>
                                          </p:stCondLst>
                                        </p:cTn>
                                        <p:tgtEl>
                                          <p:spTgt spid="82"/>
                                        </p:tgtEl>
                                        <p:attrNameLst>
                                          <p:attrName>style.visibility</p:attrName>
                                        </p:attrNameLst>
                                      </p:cBhvr>
                                      <p:to>
                                        <p:strVal val="visible"/>
                                      </p:to>
                                    </p:set>
                                    <p:animEffect transition="in" filter="wipe(left)">
                                      <p:cBhvr>
                                        <p:cTn id="13" dur="500"/>
                                        <p:tgtEl>
                                          <p:spTgt spid="82"/>
                                        </p:tgtEl>
                                      </p:cBhvr>
                                    </p:animEffect>
                                  </p:childTnLst>
                                </p:cTn>
                              </p:par>
                              <p:par>
                                <p:cTn id="14" presetID="22" presetClass="entr" presetSubtype="8" fill="hold" nodeType="withEffect">
                                  <p:stCondLst>
                                    <p:cond delay="0"/>
                                  </p:stCondLst>
                                  <p:childTnLst>
                                    <p:set>
                                      <p:cBhvr>
                                        <p:cTn id="15" dur="1" fill="hold">
                                          <p:stCondLst>
                                            <p:cond delay="0"/>
                                          </p:stCondLst>
                                        </p:cTn>
                                        <p:tgtEl>
                                          <p:spTgt spid="85"/>
                                        </p:tgtEl>
                                        <p:attrNameLst>
                                          <p:attrName>style.visibility</p:attrName>
                                        </p:attrNameLst>
                                      </p:cBhvr>
                                      <p:to>
                                        <p:strVal val="visible"/>
                                      </p:to>
                                    </p:set>
                                    <p:animEffect transition="in" filter="wipe(left)">
                                      <p:cBhvr>
                                        <p:cTn id="16" dur="500"/>
                                        <p:tgtEl>
                                          <p:spTgt spid="85"/>
                                        </p:tgtEl>
                                      </p:cBhvr>
                                    </p:animEffect>
                                  </p:childTnLst>
                                </p:cTn>
                              </p:par>
                              <p:par>
                                <p:cTn id="17" presetID="22" presetClass="entr" presetSubtype="8" fill="hold" nodeType="withEffect">
                                  <p:stCondLst>
                                    <p:cond delay="0"/>
                                  </p:stCondLst>
                                  <p:childTnLst>
                                    <p:set>
                                      <p:cBhvr>
                                        <p:cTn id="18" dur="1" fill="hold">
                                          <p:stCondLst>
                                            <p:cond delay="0"/>
                                          </p:stCondLst>
                                        </p:cTn>
                                        <p:tgtEl>
                                          <p:spTgt spid="88"/>
                                        </p:tgtEl>
                                        <p:attrNameLst>
                                          <p:attrName>style.visibility</p:attrName>
                                        </p:attrNameLst>
                                      </p:cBhvr>
                                      <p:to>
                                        <p:strVal val="visible"/>
                                      </p:to>
                                    </p:set>
                                    <p:animEffect transition="in" filter="wipe(left)">
                                      <p:cBhvr>
                                        <p:cTn id="19" dur="500"/>
                                        <p:tgtEl>
                                          <p:spTgt spid="88"/>
                                        </p:tgtEl>
                                      </p:cBhvr>
                                    </p:animEffect>
                                  </p:childTnLst>
                                </p:cTn>
                              </p:par>
                              <p:par>
                                <p:cTn id="20" presetID="22" presetClass="entr" presetSubtype="8" fill="hold" nodeType="withEffect">
                                  <p:stCondLst>
                                    <p:cond delay="0"/>
                                  </p:stCondLst>
                                  <p:childTnLst>
                                    <p:set>
                                      <p:cBhvr>
                                        <p:cTn id="21" dur="1" fill="hold">
                                          <p:stCondLst>
                                            <p:cond delay="0"/>
                                          </p:stCondLst>
                                        </p:cTn>
                                        <p:tgtEl>
                                          <p:spTgt spid="91"/>
                                        </p:tgtEl>
                                        <p:attrNameLst>
                                          <p:attrName>style.visibility</p:attrName>
                                        </p:attrNameLst>
                                      </p:cBhvr>
                                      <p:to>
                                        <p:strVal val="visible"/>
                                      </p:to>
                                    </p:set>
                                    <p:animEffect transition="in" filter="wipe(left)">
                                      <p:cBhvr>
                                        <p:cTn id="22" dur="500"/>
                                        <p:tgtEl>
                                          <p:spTgt spid="9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94"/>
                                        </p:tgtEl>
                                        <p:attrNameLst>
                                          <p:attrName>style.visibility</p:attrName>
                                        </p:attrNameLst>
                                      </p:cBhvr>
                                      <p:to>
                                        <p:strVal val="visible"/>
                                      </p:to>
                                    </p:set>
                                    <p:animEffect transition="in" filter="wipe(left)">
                                      <p:cBhvr>
                                        <p:cTn id="25" dur="500"/>
                                        <p:tgtEl>
                                          <p:spTgt spid="94"/>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95"/>
                                        </p:tgtEl>
                                        <p:attrNameLst>
                                          <p:attrName>style.visibility</p:attrName>
                                        </p:attrNameLst>
                                      </p:cBhvr>
                                      <p:to>
                                        <p:strVal val="visible"/>
                                      </p:to>
                                    </p:set>
                                    <p:animEffect transition="in" filter="wipe(left)">
                                      <p:cBhvr>
                                        <p:cTn id="28" dur="500"/>
                                        <p:tgtEl>
                                          <p:spTgt spid="95"/>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96"/>
                                        </p:tgtEl>
                                        <p:attrNameLst>
                                          <p:attrName>style.visibility</p:attrName>
                                        </p:attrNameLst>
                                      </p:cBhvr>
                                      <p:to>
                                        <p:strVal val="visible"/>
                                      </p:to>
                                    </p:set>
                                    <p:animEffect transition="in" filter="wipe(left)">
                                      <p:cBhvr>
                                        <p:cTn id="31" dur="500"/>
                                        <p:tgtEl>
                                          <p:spTgt spid="96"/>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97"/>
                                        </p:tgtEl>
                                        <p:attrNameLst>
                                          <p:attrName>style.visibility</p:attrName>
                                        </p:attrNameLst>
                                      </p:cBhvr>
                                      <p:to>
                                        <p:strVal val="visible"/>
                                      </p:to>
                                    </p:set>
                                    <p:animEffect transition="in" filter="wipe(left)">
                                      <p:cBhvr>
                                        <p:cTn id="34" dur="500"/>
                                        <p:tgtEl>
                                          <p:spTgt spid="97"/>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98"/>
                                        </p:tgtEl>
                                        <p:attrNameLst>
                                          <p:attrName>style.visibility</p:attrName>
                                        </p:attrNameLst>
                                      </p:cBhvr>
                                      <p:to>
                                        <p:strVal val="visible"/>
                                      </p:to>
                                    </p:set>
                                    <p:animEffect transition="in" filter="wipe(left)">
                                      <p:cBhvr>
                                        <p:cTn id="37"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5" grpId="0" animBg="1"/>
      <p:bldP spid="96" grpId="0" animBg="1"/>
      <p:bldP spid="97" grpId="0" animBg="1"/>
      <p:bldP spid="9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flipH="1">
            <a:off x="-1591964" y="-876586"/>
            <a:ext cx="14989699" cy="8732635"/>
            <a:chOff x="-1203344" y="-876586"/>
            <a:chExt cx="14989699" cy="8732635"/>
          </a:xfrm>
        </p:grpSpPr>
        <p:pic>
          <p:nvPicPr>
            <p:cNvPr id="9" name="图片 8"/>
            <p:cNvPicPr>
              <a:picLocks noChangeAspect="1"/>
            </p:cNvPicPr>
            <p:nvPr/>
          </p:nvPicPr>
          <p:blipFill>
            <a:blip r:embed="rId1">
              <a:duotone>
                <a:schemeClr val="accent6">
                  <a:shade val="45000"/>
                  <a:satMod val="135000"/>
                </a:schemeClr>
                <a:prstClr val="white"/>
              </a:duotone>
              <a:extLst>
                <a:ext uri="{28A0092B-C50C-407E-A947-70E740481C1C}">
                  <a14:useLocalDpi xmlns:a14="http://schemas.microsoft.com/office/drawing/2010/main" val="0"/>
                </a:ext>
              </a:extLst>
            </a:blip>
            <a:srcRect l="232" t="53976" r="3683"/>
            <a:stretch>
              <a:fillRect/>
            </a:stretch>
          </p:blipFill>
          <p:spPr>
            <a:xfrm rot="2199974">
              <a:off x="7196803" y="-876586"/>
              <a:ext cx="6589552" cy="3156346"/>
            </a:xfrm>
            <a:custGeom>
              <a:avLst/>
              <a:gdLst>
                <a:gd name="connsiteX0" fmla="*/ 0 w 6589552"/>
                <a:gd name="connsiteY0" fmla="*/ 3156346 h 3156346"/>
                <a:gd name="connsiteX1" fmla="*/ 4239776 w 6589552"/>
                <a:gd name="connsiteY1" fmla="*/ 0 h 3156346"/>
                <a:gd name="connsiteX2" fmla="*/ 6589552 w 6589552"/>
                <a:gd name="connsiteY2" fmla="*/ 3156346 h 3156346"/>
              </a:gdLst>
              <a:ahLst/>
              <a:cxnLst>
                <a:cxn ang="0">
                  <a:pos x="connsiteX0" y="connsiteY0"/>
                </a:cxn>
                <a:cxn ang="0">
                  <a:pos x="connsiteX1" y="connsiteY1"/>
                </a:cxn>
                <a:cxn ang="0">
                  <a:pos x="connsiteX2" y="connsiteY2"/>
                </a:cxn>
              </a:cxnLst>
              <a:rect l="l" t="t" r="r" b="b"/>
              <a:pathLst>
                <a:path w="6589552" h="3156346">
                  <a:moveTo>
                    <a:pt x="0" y="3156346"/>
                  </a:moveTo>
                  <a:lnTo>
                    <a:pt x="4239776" y="0"/>
                  </a:lnTo>
                  <a:lnTo>
                    <a:pt x="6589552" y="3156346"/>
                  </a:lnTo>
                  <a:close/>
                </a:path>
              </a:pathLst>
            </a:custGeom>
          </p:spPr>
        </p:pic>
        <p:pic>
          <p:nvPicPr>
            <p:cNvPr id="10" name="图片 9"/>
            <p:cNvPicPr>
              <a:picLocks noChangeAspect="1"/>
            </p:cNvPicPr>
            <p:nvPr/>
          </p:nvPicPr>
          <p:blipFill>
            <a:blip r:embed="rId1">
              <a:duotone>
                <a:schemeClr val="accent6">
                  <a:shade val="45000"/>
                  <a:satMod val="135000"/>
                </a:schemeClr>
                <a:prstClr val="white"/>
              </a:duotone>
              <a:extLst>
                <a:ext uri="{28A0092B-C50C-407E-A947-70E740481C1C}">
                  <a14:useLocalDpi xmlns:a14="http://schemas.microsoft.com/office/drawing/2010/main" val="0"/>
                </a:ext>
              </a:extLst>
            </a:blip>
            <a:srcRect l="54518" t="1392"/>
            <a:stretch>
              <a:fillRect/>
            </a:stretch>
          </p:blipFill>
          <p:spPr>
            <a:xfrm rot="17966596">
              <a:off x="618322" y="2915210"/>
              <a:ext cx="3119173" cy="6762505"/>
            </a:xfrm>
            <a:custGeom>
              <a:avLst/>
              <a:gdLst>
                <a:gd name="connsiteX0" fmla="*/ 3119173 w 3119173"/>
                <a:gd name="connsiteY0" fmla="*/ 0 h 6762505"/>
                <a:gd name="connsiteX1" fmla="*/ 3119173 w 3119173"/>
                <a:gd name="connsiteY1" fmla="*/ 6762505 h 6762505"/>
                <a:gd name="connsiteX2" fmla="*/ 2823369 w 3119173"/>
                <a:gd name="connsiteY2" fmla="*/ 6762505 h 6762505"/>
                <a:gd name="connsiteX3" fmla="*/ 0 w 3119173"/>
                <a:gd name="connsiteY3" fmla="*/ 1760668 h 6762505"/>
              </a:gdLst>
              <a:ahLst/>
              <a:cxnLst>
                <a:cxn ang="0">
                  <a:pos x="connsiteX0" y="connsiteY0"/>
                </a:cxn>
                <a:cxn ang="0">
                  <a:pos x="connsiteX1" y="connsiteY1"/>
                </a:cxn>
                <a:cxn ang="0">
                  <a:pos x="connsiteX2" y="connsiteY2"/>
                </a:cxn>
                <a:cxn ang="0">
                  <a:pos x="connsiteX3" y="connsiteY3"/>
                </a:cxn>
              </a:cxnLst>
              <a:rect l="l" t="t" r="r" b="b"/>
              <a:pathLst>
                <a:path w="3119173" h="6762505">
                  <a:moveTo>
                    <a:pt x="3119173" y="0"/>
                  </a:moveTo>
                  <a:lnTo>
                    <a:pt x="3119173" y="6762505"/>
                  </a:lnTo>
                  <a:lnTo>
                    <a:pt x="2823369" y="6762505"/>
                  </a:lnTo>
                  <a:lnTo>
                    <a:pt x="0" y="1760668"/>
                  </a:lnTo>
                  <a:close/>
                </a:path>
              </a:pathLst>
            </a:custGeom>
          </p:spPr>
        </p:pic>
      </p:grpSp>
      <p:sp>
        <p:nvSpPr>
          <p:cNvPr id="38" name="文本框 37"/>
          <p:cNvSpPr txBox="1"/>
          <p:nvPr/>
        </p:nvSpPr>
        <p:spPr>
          <a:xfrm>
            <a:off x="3544713" y="4434816"/>
            <a:ext cx="5102573" cy="451598"/>
          </a:xfrm>
          <a:prstGeom prst="rect">
            <a:avLst/>
          </a:prstGeom>
          <a:noFill/>
        </p:spPr>
        <p:txBody>
          <a:bodyPr wrap="square" rtlCol="0">
            <a:spAutoFit/>
            <a:scene3d>
              <a:camera prst="orthographicFront"/>
              <a:lightRig rig="threePt" dir="t"/>
            </a:scene3d>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en-US" altLang="zh-CN" sz="1000" b="0" i="0" u="none" strike="noStrike" kern="1200" cap="none" spc="0" normalizeH="0" noProof="0">
                <a:ln>
                  <a:noFill/>
                </a:ln>
                <a:solidFill>
                  <a:schemeClr val="tx1">
                    <a:lumMod val="50000"/>
                    <a:lumOff val="50000"/>
                  </a:schemeClr>
                </a:solidFill>
                <a:effectLst/>
                <a:uLnTx/>
                <a:uFillTx/>
                <a:latin typeface="思源宋体 Heavy" panose="02020900000000000000" charset="-122"/>
                <a:ea typeface="思源宋体 Heavy" panose="02020900000000000000" charset="-122"/>
                <a:sym typeface="Arial" panose="020B0604020202020204" pitchFamily="34" charset="0"/>
              </a:rPr>
              <a:t>The user can demonstrate on a projector or computer or print the it into a film to be used in a wider field</a:t>
            </a:r>
            <a:endParaRPr kumimoji="0" lang="en-US" altLang="zh-CN" sz="1000" b="0" i="0" u="none" strike="noStrike" kern="1200" cap="none" spc="0" normalizeH="0" noProof="0">
              <a:ln>
                <a:noFill/>
              </a:ln>
              <a:solidFill>
                <a:schemeClr val="tx1">
                  <a:lumMod val="50000"/>
                  <a:lumOff val="50000"/>
                </a:schemeClr>
              </a:solidFill>
              <a:effectLst/>
              <a:uLnTx/>
              <a:uFillTx/>
              <a:latin typeface="思源宋体 Heavy" panose="02020900000000000000" charset="-122"/>
              <a:ea typeface="思源宋体 Heavy" panose="02020900000000000000" charset="-122"/>
              <a:sym typeface="Arial" panose="020B0604020202020204" pitchFamily="34" charset="0"/>
            </a:endParaRPr>
          </a:p>
        </p:txBody>
      </p:sp>
      <p:sp>
        <p:nvSpPr>
          <p:cNvPr id="20" name="文本框 19"/>
          <p:cNvSpPr txBox="1"/>
          <p:nvPr/>
        </p:nvSpPr>
        <p:spPr>
          <a:xfrm>
            <a:off x="1887859" y="2273210"/>
            <a:ext cx="8416282" cy="1708319"/>
          </a:xfrm>
          <a:prstGeom prst="roundRect">
            <a:avLst>
              <a:gd name="adj" fmla="val 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lvl="1" algn="ctr"/>
            <a:r>
              <a:rPr lang="zh-CN" altLang="en-US" sz="7200" b="1">
                <a:solidFill>
                  <a:schemeClr val="tx1">
                    <a:lumMod val="75000"/>
                    <a:lumOff val="25000"/>
                  </a:schemeClr>
                </a:solidFill>
              </a:rPr>
              <a:t>研究成果展示应用</a:t>
            </a:r>
            <a:endParaRPr lang="zh-CN" altLang="en-US" sz="7200" b="1">
              <a:solidFill>
                <a:schemeClr val="tx1">
                  <a:lumMod val="75000"/>
                  <a:lumOff val="25000"/>
                </a:schemeClr>
              </a:solidFill>
            </a:endParaRPr>
          </a:p>
        </p:txBody>
      </p:sp>
      <p:sp>
        <p:nvSpPr>
          <p:cNvPr id="12" name="标题 1"/>
          <p:cNvSpPr txBox="1"/>
          <p:nvPr/>
        </p:nvSpPr>
        <p:spPr>
          <a:xfrm>
            <a:off x="3777218" y="1719362"/>
            <a:ext cx="4610260" cy="655160"/>
          </a:xfrm>
          <a:prstGeom prst="rect">
            <a:avLst/>
          </a:prstGeom>
          <a:ln>
            <a:noFill/>
          </a:ln>
        </p:spPr>
        <p:txBody>
          <a:bodyPr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200">
                <a:solidFill>
                  <a:schemeClr val="accent2"/>
                </a:solidFill>
                <a:latin typeface="思源宋体 Heavy" panose="02020900000000000000" charset="-122"/>
                <a:ea typeface="思源宋体 Heavy" panose="02020900000000000000" charset="-122"/>
                <a:cs typeface="思源宋体 Heavy" panose="02020900000000000000" charset="-122"/>
              </a:rPr>
              <a:t>—·PART 03·—</a:t>
            </a:r>
            <a:endParaRPr lang="zh-CN" altLang="en-US" sz="3200">
              <a:solidFill>
                <a:schemeClr val="accent2"/>
              </a:solidFill>
              <a:latin typeface="思源宋体 Heavy" panose="02020900000000000000" charset="-122"/>
              <a:ea typeface="思源宋体 Heavy" panose="02020900000000000000" charset="-122"/>
              <a:cs typeface="思源宋体 Heavy" panose="02020900000000000000" charset="-122"/>
            </a:endParaRPr>
          </a:p>
        </p:txBody>
      </p:sp>
      <p:sp>
        <p:nvSpPr>
          <p:cNvPr id="13" name="文本框 12"/>
          <p:cNvSpPr txBox="1"/>
          <p:nvPr/>
        </p:nvSpPr>
        <p:spPr>
          <a:xfrm>
            <a:off x="3575271" y="3856560"/>
            <a:ext cx="4995738" cy="369332"/>
          </a:xfrm>
          <a:prstGeom prst="rect">
            <a:avLst/>
          </a:prstGeom>
          <a:noFill/>
        </p:spPr>
        <p:txBody>
          <a:bodyPr wrap="square" rtlCol="0">
            <a:spAutoFit/>
          </a:bodyPr>
          <a:lstStyle/>
          <a:p>
            <a:pPr marL="0" lvl="1" algn="dist"/>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毕业论文</a:t>
            </a:r>
            <a:r>
              <a:rPr lang="en-US" altLang="zh-CN">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a:t>
            </a:r>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论文答辩</a:t>
            </a:r>
            <a:r>
              <a:rPr lang="en-US" altLang="zh-CN">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a:t>
            </a:r>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开题报告</a:t>
            </a:r>
            <a:r>
              <a:rPr lang="en-US" altLang="zh-CN">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a:t>
            </a:r>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论文答辩</a:t>
            </a:r>
            <a:endPar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endParaRPr>
          </a:p>
        </p:txBody>
      </p:sp>
      <p:sp>
        <p:nvSpPr>
          <p:cNvPr id="2" name="标题 1"/>
          <p:cNvSpPr txBox="1"/>
          <p:nvPr/>
        </p:nvSpPr>
        <p:spPr>
          <a:xfrm>
            <a:off x="9896620" y="515541"/>
            <a:ext cx="1794795" cy="655160"/>
          </a:xfrm>
          <a:prstGeom prst="rect">
            <a:avLst/>
          </a:prstGeom>
          <a:ln>
            <a:noFill/>
          </a:ln>
        </p:spPr>
        <p:txBody>
          <a:bodyPr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altLang="zh-CN" sz="2400">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唐峰</a:t>
            </a:r>
            <a:endParaRPr lang="zh-CN" altLang="en-US" sz="2400">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endParaRPr>
          </a:p>
        </p:txBody>
      </p:sp>
      <p:grpSp>
        <p:nvGrpSpPr>
          <p:cNvPr id="6" name="组合 5"/>
          <p:cNvGrpSpPr/>
          <p:nvPr/>
        </p:nvGrpSpPr>
        <p:grpSpPr>
          <a:xfrm>
            <a:off x="660400" y="6039102"/>
            <a:ext cx="719095" cy="109495"/>
            <a:chOff x="9120272" y="6464300"/>
            <a:chExt cx="719095" cy="109495"/>
          </a:xfrm>
          <a:solidFill>
            <a:schemeClr val="accent1"/>
          </a:solidFill>
        </p:grpSpPr>
        <p:sp>
          <p:nvSpPr>
            <p:cNvPr id="14" name="椭圆 13"/>
            <p:cNvSpPr/>
            <p:nvPr/>
          </p:nvSpPr>
          <p:spPr>
            <a:xfrm>
              <a:off x="9120272" y="6464300"/>
              <a:ext cx="109495" cy="1094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p:nvSpPr>
          <p:spPr>
            <a:xfrm>
              <a:off x="9425072" y="6464300"/>
              <a:ext cx="109495" cy="1094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p:nvSpPr>
          <p:spPr>
            <a:xfrm>
              <a:off x="9729872" y="6464300"/>
              <a:ext cx="109495" cy="1094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mc:AlternateContent xmlns:mc="http://schemas.openxmlformats.org/markup-compatibility/2006">
    <mc:Choice xmlns:p14="http://schemas.microsoft.com/office/powerpoint/2010/main" Requires="p14">
      <p:transition spd="med" p14:dur="530">
        <p14:prism isInverted="1"/>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 to="" calcmode="lin" valueType="num">
                                      <p:cBhvr>
                                        <p:cTn id="7" dur="500" fill="hold">
                                          <p:stCondLst>
                                            <p:cond delay="0"/>
                                          </p:stCondLst>
                                        </p:cTn>
                                        <p:tgtEl>
                                          <p:spTgt spid="38"/>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8" dur="500" fill="hold">
                                          <p:stCondLst>
                                            <p:cond delay="0"/>
                                          </p:stCondLst>
                                        </p:cTn>
                                        <p:tgtEl>
                                          <p:spTgt spid="38"/>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9" dur="500" fill="hold">
                                          <p:stCondLst>
                                            <p:cond delay="0"/>
                                          </p:stCondLst>
                                        </p:cTn>
                                        <p:tgtEl>
                                          <p:spTgt spid="38"/>
                                        </p:tgtEl>
                                        <p:attrNameLst>
                                          <p:attrName>style.opacity</p:attrName>
                                        </p:attrNameLst>
                                      </p:cBhvr>
                                      <p:tavLst>
                                        <p:tav tm="0">
                                          <p:val>
                                            <p:fltVal val="0"/>
                                          </p:val>
                                        </p:tav>
                                        <p:tav tm="100000">
                                          <p:val>
                                            <p:fltVal val="1"/>
                                          </p:val>
                                        </p:tav>
                                      </p:tavLst>
                                    </p:anim>
                                  </p:childTnLst>
                                </p:cTn>
                              </p:par>
                              <p:par>
                                <p:cTn id="10" presetID="23" presetClass="entr" presetSubtype="288"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strVal val="4/3*#ppt_w"/>
                                          </p:val>
                                        </p:tav>
                                        <p:tav tm="100000">
                                          <p:val>
                                            <p:strVal val="#ppt_w"/>
                                          </p:val>
                                        </p:tav>
                                      </p:tavLst>
                                    </p:anim>
                                    <p:anim calcmode="lin" valueType="num">
                                      <p:cBhvr>
                                        <p:cTn id="13" dur="500" fill="hold"/>
                                        <p:tgtEl>
                                          <p:spTgt spid="20"/>
                                        </p:tgtEl>
                                        <p:attrNameLst>
                                          <p:attrName>ppt_h</p:attrName>
                                        </p:attrNameLst>
                                      </p:cBhvr>
                                      <p:tavLst>
                                        <p:tav tm="0">
                                          <p:val>
                                            <p:strVal val="4/3*#ppt_h"/>
                                          </p:val>
                                        </p:tav>
                                        <p:tav tm="100000">
                                          <p:val>
                                            <p:strVal val="#ppt_h"/>
                                          </p:val>
                                        </p:tav>
                                      </p:tavLst>
                                    </p:anim>
                                  </p:childTnLst>
                                </p:cTn>
                              </p:par>
                              <p:par>
                                <p:cTn id="14" presetID="23" presetClass="entr" presetSubtype="16"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 to="" calcmode="lin" valueType="num">
                                      <p:cBhvr>
                                        <p:cTn id="16" dur="400" accel="50000" fill="hold">
                                          <p:stCondLst>
                                            <p:cond delay="0"/>
                                          </p:stCondLst>
                                        </p:cTn>
                                        <p:tgtEl>
                                          <p:spTgt spid="12"/>
                                        </p:tgtEl>
                                        <p:attrNameLst>
                                          <p:attrName>ppt_w</p:attrName>
                                        </p:attrNameLst>
                                      </p:cBhvr>
                                      <p:tavLst>
                                        <p:tav tm="0">
                                          <p:val>
                                            <p:fltVal val="0"/>
                                          </p:val>
                                        </p:tav>
                                        <p:tav tm="100000">
                                          <p:val>
                                            <p:strVal val="#ppt_w"/>
                                          </p:val>
                                        </p:tav>
                                      </p:tavLst>
                                    </p:anim>
                                    <p:anim to="" calcmode="lin" valueType="num">
                                      <p:cBhvr>
                                        <p:cTn id="17" dur="400" accel="50000" fill="hold">
                                          <p:stCondLst>
                                            <p:cond delay="0"/>
                                          </p:stCondLst>
                                        </p:cTn>
                                        <p:tgtEl>
                                          <p:spTgt spid="12"/>
                                        </p:tgtEl>
                                        <p:attrNameLst>
                                          <p:attrName>ppt_h</p:attrName>
                                        </p:attrNameLst>
                                      </p:cBhvr>
                                      <p:tavLst>
                                        <p:tav tm="0">
                                          <p:val>
                                            <p:fltVal val="0"/>
                                          </p:val>
                                        </p:tav>
                                        <p:tav tm="100000">
                                          <p:val>
                                            <p:strVal val="#ppt_h"/>
                                          </p:val>
                                        </p:tav>
                                      </p:tavLst>
                                    </p:anim>
                                    <p:anim to="" calcmode="lin" valueType="num">
                                      <p:cBhvr>
                                        <p:cTn id="18" dur="100" autoRev="1" fill="hold">
                                          <p:stCondLst>
                                            <p:cond delay="400"/>
                                          </p:stCondLst>
                                        </p:cTn>
                                        <p:tgtEl>
                                          <p:spTgt spid="12"/>
                                        </p:tgtEl>
                                        <p:attrNameLst>
                                          <p:attrName>ppt_w</p:attrName>
                                        </p:attrNameLst>
                                      </p:cBhvr>
                                      <p:tavLst>
                                        <p:tav tm="0">
                                          <p:val>
                                            <p:strVal val="#ppt_w"/>
                                          </p:val>
                                        </p:tav>
                                        <p:tav tm="100000">
                                          <p:val>
                                            <p:strVal val="#ppt_w*1.4"/>
                                          </p:val>
                                        </p:tav>
                                      </p:tavLst>
                                    </p:anim>
                                    <p:anim to="" calcmode="lin" valueType="num">
                                      <p:cBhvr>
                                        <p:cTn id="19" dur="100" autoRev="1" fill="hold">
                                          <p:stCondLst>
                                            <p:cond delay="400"/>
                                          </p:stCondLst>
                                        </p:cTn>
                                        <p:tgtEl>
                                          <p:spTgt spid="12"/>
                                        </p:tgtEl>
                                        <p:attrNameLst>
                                          <p:attrName>ppt_h</p:attrName>
                                        </p:attrNameLst>
                                      </p:cBhvr>
                                      <p:tavLst>
                                        <p:tav tm="0">
                                          <p:val>
                                            <p:strVal val="#ppt_h"/>
                                          </p:val>
                                        </p:tav>
                                        <p:tav tm="100000">
                                          <p:val>
                                            <p:strVal val="#ppt_h*1.4"/>
                                          </p:val>
                                        </p:tav>
                                      </p:tavLst>
                                    </p:anim>
                                  </p:childTnLst>
                                </p:cTn>
                              </p:par>
                              <p:par>
                                <p:cTn id="20" presetID="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 to="" calcmode="lin" valueType="num">
                                      <p:cBhvr>
                                        <p:cTn id="22" dur="500" fill="hold">
                                          <p:stCondLst>
                                            <p:cond delay="0"/>
                                          </p:stCondLst>
                                        </p:cTn>
                                        <p:tgtEl>
                                          <p:spTgt spid="13"/>
                                        </p:tgtEl>
                                        <p:attrNameLst>
                                          <p:attrName>ppt_x</p:attrName>
                                        </p:attrNameLst>
                                      </p:cBhvr>
                                      <p:tavLst>
                                        <p:tav tm="0" fmla="((floor(#ppt_x-0.5)+ceil(#ppt_x-0.5))*0.5+0.5)+(#ppt_x- ((floor(#ppt_x-0.5)+ceil(#ppt_x-0.5))*0.5+0.5))*$">
                                          <p:val>
                                            <p:fltVal val="0"/>
                                          </p:val>
                                        </p:tav>
                                        <p:tav tm="100000">
                                          <p:val>
                                            <p:fltVal val="1"/>
                                          </p:val>
                                        </p:tav>
                                      </p:tavLst>
                                    </p:anim>
                                    <p:anim to="" calcmode="lin" valueType="num">
                                      <p:cBhvr>
                                        <p:cTn id="23" dur="500" fill="hold">
                                          <p:stCondLst>
                                            <p:cond delay="0"/>
                                          </p:stCondLst>
                                        </p:cTn>
                                        <p:tgtEl>
                                          <p:spTgt spid="13"/>
                                        </p:tgtEl>
                                        <p:attrNameLst>
                                          <p:attrName>ppt_y</p:attrName>
                                        </p:attrNameLst>
                                      </p:cBhvr>
                                      <p:tavLst>
                                        <p:tav tm="0" fmla="((floor(#ppt_y-0.5)+ceil(#ppt_y-0.5))*0.5+0.5)+(#ppt_y- ((floor(#ppt_y-0.5)+ceil(#ppt_y-0.5))*0.5+0.5))*$">
                                          <p:val>
                                            <p:fltVal val="0"/>
                                          </p:val>
                                        </p:tav>
                                        <p:tav tm="100000">
                                          <p:val>
                                            <p:fltVal val="1"/>
                                          </p:val>
                                        </p:tav>
                                      </p:tavLst>
                                    </p:anim>
                                  </p:childTnLst>
                                </p:cTn>
                              </p:par>
                              <p:par>
                                <p:cTn id="24" presetID="23" presetClass="entr" presetSubtype="16"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 to="" calcmode="lin" valueType="num">
                                      <p:cBhvr>
                                        <p:cTn id="26" dur="400" accel="50000" fill="hold">
                                          <p:stCondLst>
                                            <p:cond delay="0"/>
                                          </p:stCondLst>
                                        </p:cTn>
                                        <p:tgtEl>
                                          <p:spTgt spid="2"/>
                                        </p:tgtEl>
                                        <p:attrNameLst>
                                          <p:attrName>ppt_w</p:attrName>
                                        </p:attrNameLst>
                                      </p:cBhvr>
                                      <p:tavLst>
                                        <p:tav tm="0">
                                          <p:val>
                                            <p:fltVal val="0"/>
                                          </p:val>
                                        </p:tav>
                                        <p:tav tm="100000">
                                          <p:val>
                                            <p:strVal val="#ppt_w"/>
                                          </p:val>
                                        </p:tav>
                                      </p:tavLst>
                                    </p:anim>
                                    <p:anim to="" calcmode="lin" valueType="num">
                                      <p:cBhvr>
                                        <p:cTn id="27" dur="400" accel="50000" fill="hold">
                                          <p:stCondLst>
                                            <p:cond delay="0"/>
                                          </p:stCondLst>
                                        </p:cTn>
                                        <p:tgtEl>
                                          <p:spTgt spid="2"/>
                                        </p:tgtEl>
                                        <p:attrNameLst>
                                          <p:attrName>ppt_h</p:attrName>
                                        </p:attrNameLst>
                                      </p:cBhvr>
                                      <p:tavLst>
                                        <p:tav tm="0">
                                          <p:val>
                                            <p:fltVal val="0"/>
                                          </p:val>
                                        </p:tav>
                                        <p:tav tm="100000">
                                          <p:val>
                                            <p:strVal val="#ppt_h"/>
                                          </p:val>
                                        </p:tav>
                                      </p:tavLst>
                                    </p:anim>
                                    <p:anim to="" calcmode="lin" valueType="num">
                                      <p:cBhvr>
                                        <p:cTn id="28" dur="100" autoRev="1" fill="hold">
                                          <p:stCondLst>
                                            <p:cond delay="400"/>
                                          </p:stCondLst>
                                        </p:cTn>
                                        <p:tgtEl>
                                          <p:spTgt spid="2"/>
                                        </p:tgtEl>
                                        <p:attrNameLst>
                                          <p:attrName>ppt_w</p:attrName>
                                        </p:attrNameLst>
                                      </p:cBhvr>
                                      <p:tavLst>
                                        <p:tav tm="0">
                                          <p:val>
                                            <p:strVal val="#ppt_w"/>
                                          </p:val>
                                        </p:tav>
                                        <p:tav tm="100000">
                                          <p:val>
                                            <p:strVal val="#ppt_w*1.4"/>
                                          </p:val>
                                        </p:tav>
                                      </p:tavLst>
                                    </p:anim>
                                    <p:anim to="" calcmode="lin" valueType="num">
                                      <p:cBhvr>
                                        <p:cTn id="29" dur="100" autoRev="1" fill="hold">
                                          <p:stCondLst>
                                            <p:cond delay="400"/>
                                          </p:stCondLst>
                                        </p:cTn>
                                        <p:tgtEl>
                                          <p:spTgt spid="2"/>
                                        </p:tgtEl>
                                        <p:attrNameLst>
                                          <p:attrName>ppt_h</p:attrName>
                                        </p:attrNameLst>
                                      </p:cBhvr>
                                      <p:tavLst>
                                        <p:tav tm="0">
                                          <p:val>
                                            <p:strVal val="#ppt_h"/>
                                          </p:val>
                                        </p:tav>
                                        <p:tav tm="100000">
                                          <p:val>
                                            <p:strVal val="#ppt_h*1.4"/>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20" grpId="0"/>
      <p:bldP spid="12" grpId="0"/>
      <p:bldP spid="13"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67999" y="1890177"/>
            <a:ext cx="2563672" cy="4107211"/>
          </a:xfrm>
          <a:prstGeom prst="rect">
            <a:avLst/>
          </a:prstGeom>
          <a:solidFill>
            <a:schemeClr val="bg1"/>
          </a:solidFill>
          <a:ln>
            <a:noFill/>
          </a:ln>
          <a:effectLst>
            <a:outerShdw blurRad="508000" dist="190500" dir="5400000" sx="95000" sy="95000" algn="t" rotWithShape="0">
              <a:schemeClr val="dk1">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4" name="文本框 3"/>
          <p:cNvSpPr txBox="1"/>
          <p:nvPr/>
        </p:nvSpPr>
        <p:spPr>
          <a:xfrm>
            <a:off x="1920756" y="3424637"/>
            <a:ext cx="1858154" cy="523220"/>
          </a:xfrm>
          <a:prstGeom prst="rect">
            <a:avLst/>
          </a:prstGeom>
          <a:noFill/>
        </p:spPr>
        <p:txBody>
          <a:bodyPr wrap="square" rtlCol="0">
            <a:spAutoFit/>
          </a:bodyPr>
          <a:lstStyle/>
          <a:p>
            <a:pPr lvl="0" algn="ctr">
              <a:defRPr/>
            </a:pPr>
            <a:r>
              <a:rPr lang="zh-CN" altLang="en-US" sz="2800" b="1" kern="0">
                <a:gradFill flip="none" rotWithShape="1">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rPr>
              <a:t>添加标题</a:t>
            </a:r>
            <a:endParaRPr lang="zh-CN" altLang="en-US" sz="2800" b="1" kern="0">
              <a:gradFill flip="none" rotWithShape="1">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6" name="文本框 5"/>
          <p:cNvSpPr txBox="1"/>
          <p:nvPr/>
        </p:nvSpPr>
        <p:spPr>
          <a:xfrm>
            <a:off x="1738050" y="4101815"/>
            <a:ext cx="2223567" cy="1200329"/>
          </a:xfrm>
          <a:prstGeom prst="rect">
            <a:avLst/>
          </a:prstGeom>
          <a:noFill/>
        </p:spPr>
        <p:txBody>
          <a:bodyPr wrap="square" rtlCol="0">
            <a:spAutoFit/>
          </a:bodyPr>
          <a:lstStyle/>
          <a:p>
            <a:pPr algn="ctr">
              <a:lnSpc>
                <a:spcPct val="150000"/>
              </a:lnSpc>
              <a:defRPr/>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请在此处添加具体内容，文字尽量言简意赅，简单说明即可，不必过于繁琐，注意版面美观度。</a:t>
            </a:r>
            <a:endPar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cxnSp>
        <p:nvCxnSpPr>
          <p:cNvPr id="7" name="直接连接符 6"/>
          <p:cNvCxnSpPr/>
          <p:nvPr/>
        </p:nvCxnSpPr>
        <p:spPr>
          <a:xfrm>
            <a:off x="2068827" y="3986081"/>
            <a:ext cx="1562014" cy="0"/>
          </a:xfrm>
          <a:prstGeom prst="line">
            <a:avLst/>
          </a:prstGeom>
          <a:noFill/>
          <a:ln w="6350" cap="flat" cmpd="sng" algn="ctr">
            <a:solidFill>
              <a:schemeClr val="accent1"/>
            </a:solidFill>
            <a:prstDash val="solid"/>
            <a:miter lim="800000"/>
          </a:ln>
          <a:effectLst/>
        </p:spPr>
      </p:cxnSp>
      <p:sp>
        <p:nvSpPr>
          <p:cNvPr id="8" name="矩形 7"/>
          <p:cNvSpPr/>
          <p:nvPr/>
        </p:nvSpPr>
        <p:spPr>
          <a:xfrm>
            <a:off x="5653889" y="1872021"/>
            <a:ext cx="2236664" cy="405626"/>
          </a:xfrm>
          <a:prstGeom prst="rect">
            <a:avLst/>
          </a:prstGeom>
          <a:solidFill>
            <a:schemeClr val="accent1">
              <a:lumMod val="40000"/>
              <a:lumOff val="6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9" name="文本框 8"/>
          <p:cNvSpPr txBox="1"/>
          <p:nvPr/>
        </p:nvSpPr>
        <p:spPr>
          <a:xfrm>
            <a:off x="5743354" y="2398075"/>
            <a:ext cx="5279969" cy="620426"/>
          </a:xfrm>
          <a:prstGeom prst="rect">
            <a:avLst/>
          </a:prstGeom>
          <a:noFill/>
        </p:spPr>
        <p:txBody>
          <a:bodyPr wrap="square" rtlCol="0">
            <a:spAutoFit/>
          </a:bodyPr>
          <a:lstStyle/>
          <a:p>
            <a:pPr lvl="0">
              <a:lnSpc>
                <a:spcPct val="150000"/>
              </a:lnSpc>
              <a:defRPr/>
            </a:pPr>
            <a:r>
              <a:rPr lang="zh-CN" altLang="en-US" sz="1200" kern="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请在此处添加具体内容，文字尽量言简意赅，简单说明即可，不必过于繁琐，注意版面美观度。</a:t>
            </a:r>
            <a:endParaRPr lang="zh-CN" altLang="en-US" sz="1200" kern="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0" name="文本框 9"/>
          <p:cNvSpPr txBox="1"/>
          <p:nvPr/>
        </p:nvSpPr>
        <p:spPr>
          <a:xfrm>
            <a:off x="5713183" y="1890177"/>
            <a:ext cx="1979514" cy="369204"/>
          </a:xfrm>
          <a:prstGeom prst="rect">
            <a:avLst/>
          </a:prstGeom>
          <a:noFill/>
          <a:ln>
            <a:noFill/>
          </a:ln>
        </p:spPr>
        <p:txBody>
          <a:bodyPr wrap="square" rtlCol="0">
            <a:spAutoFit/>
          </a:bodyPr>
          <a:lstStyle/>
          <a:p>
            <a:pPr lvl="0">
              <a:defRPr/>
            </a:pPr>
            <a:r>
              <a:rPr lang="zh-CN" altLang="en-US" sz="1800" kern="0">
                <a:solidFill>
                  <a:schemeClr val="bg1"/>
                </a:solidFill>
                <a:effectLst>
                  <a:outerShdw blurRad="127000" dist="38100" dir="2700000" algn="tl" rotWithShape="0">
                    <a:prstClr val="black">
                      <a:alpha val="20000"/>
                    </a:prstClr>
                  </a:outerShdw>
                </a:effectLst>
                <a:latin typeface="思源宋体 Heavy" panose="02020900000000000000" charset="-122"/>
                <a:ea typeface="思源宋体 Heavy" panose="02020900000000000000" charset="-122"/>
                <a:cs typeface="Aa楷体" panose="02000500000000000000" pitchFamily="2" charset="-122"/>
                <a:sym typeface="+mn-lt"/>
              </a:rPr>
              <a:t>点击添加标题</a:t>
            </a:r>
            <a:endParaRPr lang="zh-CN" altLang="en-US" sz="1800" kern="0">
              <a:solidFill>
                <a:schemeClr val="bg1"/>
              </a:solidFill>
              <a:effectLst>
                <a:outerShdw blurRad="127000" dist="38100" dir="2700000" algn="tl" rotWithShape="0">
                  <a:prstClr val="black">
                    <a:alpha val="20000"/>
                  </a:prstClr>
                </a:outerShdw>
              </a:effectLst>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1" name="矩形 10"/>
          <p:cNvSpPr/>
          <p:nvPr/>
        </p:nvSpPr>
        <p:spPr>
          <a:xfrm>
            <a:off x="5653889" y="3292175"/>
            <a:ext cx="2236664" cy="405626"/>
          </a:xfrm>
          <a:prstGeom prst="rect">
            <a:avLst/>
          </a:prstGeom>
          <a:solidFill>
            <a:schemeClr val="accent2">
              <a:lumMod val="60000"/>
              <a:lumOff val="4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2" name="文本框 11"/>
          <p:cNvSpPr txBox="1"/>
          <p:nvPr/>
        </p:nvSpPr>
        <p:spPr>
          <a:xfrm>
            <a:off x="5743352" y="3818229"/>
            <a:ext cx="5279970" cy="620426"/>
          </a:xfrm>
          <a:prstGeom prst="rect">
            <a:avLst/>
          </a:prstGeom>
          <a:noFill/>
        </p:spPr>
        <p:txBody>
          <a:bodyPr wrap="square" rtlCol="0">
            <a:spAutoFit/>
          </a:bodyPr>
          <a:lstStyle/>
          <a:p>
            <a:pPr lvl="0">
              <a:lnSpc>
                <a:spcPct val="150000"/>
              </a:lnSpc>
              <a:defRPr/>
            </a:pPr>
            <a:r>
              <a:rPr lang="zh-CN" altLang="en-US" sz="1200" kern="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请在此处添加具体内容，文字尽量言简意赅，简单说明即可，不必过于繁琐，注意版面美观度。</a:t>
            </a:r>
            <a:endParaRPr lang="zh-CN" altLang="en-US" sz="1200" kern="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3" name="文本框 12"/>
          <p:cNvSpPr txBox="1"/>
          <p:nvPr/>
        </p:nvSpPr>
        <p:spPr>
          <a:xfrm>
            <a:off x="5713183" y="3310330"/>
            <a:ext cx="1979514" cy="369204"/>
          </a:xfrm>
          <a:prstGeom prst="rect">
            <a:avLst/>
          </a:prstGeom>
          <a:noFill/>
        </p:spPr>
        <p:txBody>
          <a:bodyPr wrap="square" rtlCol="0">
            <a:spAutoFit/>
          </a:bodyPr>
          <a:lstStyle/>
          <a:p>
            <a:pPr lvl="0">
              <a:defRPr/>
            </a:pPr>
            <a:r>
              <a:rPr lang="zh-CN" altLang="en-US" sz="1800" kern="0">
                <a:solidFill>
                  <a:schemeClr val="bg1"/>
                </a:solidFill>
                <a:effectLst>
                  <a:outerShdw blurRad="127000" dist="38100" dir="2700000" algn="tl" rotWithShape="0">
                    <a:prstClr val="black">
                      <a:alpha val="20000"/>
                    </a:prstClr>
                  </a:outerShdw>
                </a:effectLst>
                <a:latin typeface="思源宋体 Heavy" panose="02020900000000000000" charset="-122"/>
                <a:ea typeface="思源宋体 Heavy" panose="02020900000000000000" charset="-122"/>
                <a:cs typeface="Aa楷体" panose="02000500000000000000" pitchFamily="2" charset="-122"/>
                <a:sym typeface="+mn-lt"/>
              </a:rPr>
              <a:t>点击添加标题</a:t>
            </a:r>
            <a:endParaRPr lang="zh-CN" altLang="en-US" sz="1800" kern="0">
              <a:solidFill>
                <a:schemeClr val="bg1"/>
              </a:solidFill>
              <a:effectLst>
                <a:outerShdw blurRad="127000" dist="38100" dir="2700000" algn="tl" rotWithShape="0">
                  <a:prstClr val="black">
                    <a:alpha val="20000"/>
                  </a:prstClr>
                </a:outerShdw>
              </a:effectLst>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4" name="矩形 13"/>
          <p:cNvSpPr/>
          <p:nvPr/>
        </p:nvSpPr>
        <p:spPr>
          <a:xfrm>
            <a:off x="5653889" y="5099386"/>
            <a:ext cx="2236664" cy="405626"/>
          </a:xfrm>
          <a:prstGeom prst="rect">
            <a:avLst/>
          </a:prstGeom>
          <a:solidFill>
            <a:schemeClr val="accent1">
              <a:lumMod val="40000"/>
              <a:lumOff val="6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5" name="文本框 14"/>
          <p:cNvSpPr txBox="1"/>
          <p:nvPr/>
        </p:nvSpPr>
        <p:spPr>
          <a:xfrm>
            <a:off x="5743353" y="5625441"/>
            <a:ext cx="5380004" cy="620426"/>
          </a:xfrm>
          <a:prstGeom prst="rect">
            <a:avLst/>
          </a:prstGeom>
          <a:noFill/>
        </p:spPr>
        <p:txBody>
          <a:bodyPr wrap="square" rtlCol="0">
            <a:spAutoFit/>
          </a:bodyPr>
          <a:lstStyle/>
          <a:p>
            <a:pPr lvl="0">
              <a:lnSpc>
                <a:spcPct val="150000"/>
              </a:lnSpc>
              <a:defRPr/>
            </a:pPr>
            <a:r>
              <a:rPr lang="zh-CN" altLang="en-US" sz="1200" kern="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请在此处添加具体内容，文字尽量言简意赅，简单说明即可，不必过于繁琐，注意版面美观度。</a:t>
            </a:r>
            <a:endParaRPr lang="zh-CN" altLang="en-US" sz="1200" kern="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6" name="文本框 15"/>
          <p:cNvSpPr txBox="1"/>
          <p:nvPr/>
        </p:nvSpPr>
        <p:spPr>
          <a:xfrm>
            <a:off x="5713183" y="5117542"/>
            <a:ext cx="1979514" cy="369204"/>
          </a:xfrm>
          <a:prstGeom prst="rect">
            <a:avLst/>
          </a:prstGeom>
          <a:solidFill>
            <a:schemeClr val="accent1">
              <a:lumMod val="40000"/>
              <a:lumOff val="60000"/>
            </a:schemeClr>
          </a:solidFill>
        </p:spPr>
        <p:txBody>
          <a:bodyPr wrap="square" rtlCol="0">
            <a:spAutoFit/>
          </a:bodyPr>
          <a:lstStyle/>
          <a:p>
            <a:pPr lvl="0">
              <a:defRPr/>
            </a:pPr>
            <a:r>
              <a:rPr lang="zh-CN" altLang="en-US" sz="1800" kern="0">
                <a:solidFill>
                  <a:schemeClr val="bg1"/>
                </a:solidFill>
                <a:effectLst>
                  <a:outerShdw blurRad="127000" dist="38100" dir="2700000" algn="tl" rotWithShape="0">
                    <a:prstClr val="black">
                      <a:alpha val="20000"/>
                    </a:prstClr>
                  </a:outerShdw>
                </a:effectLst>
                <a:latin typeface="思源宋体 Heavy" panose="02020900000000000000" charset="-122"/>
                <a:ea typeface="思源宋体 Heavy" panose="02020900000000000000" charset="-122"/>
                <a:cs typeface="Aa楷体" panose="02000500000000000000" pitchFamily="2" charset="-122"/>
                <a:sym typeface="+mn-lt"/>
              </a:rPr>
              <a:t>点击添加标题</a:t>
            </a:r>
            <a:endParaRPr lang="zh-CN" altLang="en-US" sz="1800" kern="0">
              <a:solidFill>
                <a:schemeClr val="bg1"/>
              </a:solidFill>
              <a:effectLst>
                <a:outerShdw blurRad="127000" dist="38100" dir="2700000" algn="tl" rotWithShape="0">
                  <a:prstClr val="black">
                    <a:alpha val="20000"/>
                  </a:prstClr>
                </a:outerShdw>
              </a:effectLst>
              <a:latin typeface="思源宋体 Heavy" panose="02020900000000000000" charset="-122"/>
              <a:ea typeface="思源宋体 Heavy" panose="02020900000000000000" charset="-122"/>
              <a:cs typeface="Aa楷体" panose="02000500000000000000" pitchFamily="2" charset="-122"/>
              <a:sym typeface="+mn-lt"/>
            </a:endParaRPr>
          </a:p>
        </p:txBody>
      </p:sp>
      <p:cxnSp>
        <p:nvCxnSpPr>
          <p:cNvPr id="17" name="直接连接符 16"/>
          <p:cNvCxnSpPr>
            <a:stCxn id="18" idx="4"/>
            <a:endCxn id="20" idx="4"/>
          </p:cNvCxnSpPr>
          <p:nvPr/>
        </p:nvCxnSpPr>
        <p:spPr>
          <a:xfrm flipH="1">
            <a:off x="5176619" y="2148322"/>
            <a:ext cx="0" cy="3249119"/>
          </a:xfrm>
          <a:prstGeom prst="line">
            <a:avLst/>
          </a:prstGeom>
          <a:noFill/>
          <a:ln w="6350" cap="flat" cmpd="sng" algn="ctr">
            <a:solidFill>
              <a:schemeClr val="accent1"/>
            </a:solidFill>
            <a:prstDash val="solid"/>
            <a:miter lim="800000"/>
          </a:ln>
          <a:effectLst/>
        </p:spPr>
      </p:cxnSp>
      <p:sp>
        <p:nvSpPr>
          <p:cNvPr id="18" name="椭圆 17"/>
          <p:cNvSpPr/>
          <p:nvPr/>
        </p:nvSpPr>
        <p:spPr>
          <a:xfrm>
            <a:off x="5103130" y="2001345"/>
            <a:ext cx="146977" cy="146977"/>
          </a:xfrm>
          <a:prstGeom prst="ellipse">
            <a:avLst/>
          </a:prstGeom>
          <a:solidFill>
            <a:schemeClr val="accent2"/>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9" name="椭圆 18"/>
          <p:cNvSpPr/>
          <p:nvPr/>
        </p:nvSpPr>
        <p:spPr>
          <a:xfrm>
            <a:off x="5103130" y="3421498"/>
            <a:ext cx="146977" cy="146977"/>
          </a:xfrm>
          <a:prstGeom prst="ellipse">
            <a:avLst/>
          </a:prstGeom>
          <a:solidFill>
            <a:schemeClr val="accent1"/>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0" name="椭圆 19"/>
          <p:cNvSpPr/>
          <p:nvPr/>
        </p:nvSpPr>
        <p:spPr>
          <a:xfrm>
            <a:off x="5103130" y="5250464"/>
            <a:ext cx="146977" cy="146977"/>
          </a:xfrm>
          <a:prstGeom prst="ellipse">
            <a:avLst/>
          </a:prstGeom>
          <a:solidFill>
            <a:schemeClr val="accent2"/>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grpSp>
        <p:nvGrpSpPr>
          <p:cNvPr id="2" name="组合 1"/>
          <p:cNvGrpSpPr/>
          <p:nvPr/>
        </p:nvGrpSpPr>
        <p:grpSpPr>
          <a:xfrm>
            <a:off x="193291" y="317173"/>
            <a:ext cx="5179768" cy="871755"/>
            <a:chOff x="193291" y="317173"/>
            <a:chExt cx="5179768" cy="871755"/>
          </a:xfrm>
        </p:grpSpPr>
        <p:sp>
          <p:nvSpPr>
            <p:cNvPr id="21" name="文本框 20"/>
            <p:cNvSpPr txBox="1"/>
            <p:nvPr/>
          </p:nvSpPr>
          <p:spPr>
            <a:xfrm>
              <a:off x="1059985" y="357880"/>
              <a:ext cx="4313074" cy="688073"/>
            </a:xfrm>
            <a:prstGeom prst="rect">
              <a:avLst/>
            </a:prstGeom>
            <a:noFill/>
          </p:spPr>
          <p:txBody>
            <a:bodyPr wrap="square" rtlCol="0">
              <a:spAutoFit/>
            </a:bodyPr>
            <a:lstStyle/>
            <a:p>
              <a:pPr lvl="0">
                <a:lnSpc>
                  <a:spcPct val="130000"/>
                </a:lnSpc>
                <a:defRPr/>
              </a:pPr>
              <a:r>
                <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rPr>
                <a:t>研究成果展示应用</a:t>
              </a:r>
              <a:endPar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endParaRPr>
            </a:p>
          </p:txBody>
        </p:sp>
        <p:pic>
          <p:nvPicPr>
            <p:cNvPr id="22" name="图片 21"/>
            <p:cNvPicPr>
              <a:picLocks noChangeAspect="1"/>
            </p:cNvPicPr>
            <p:nvPr/>
          </p:nvPicPr>
          <p:blipFill>
            <a:blip r:embed="rId1">
              <a:duotone>
                <a:schemeClr val="accent1">
                  <a:shade val="45000"/>
                  <a:satMod val="135000"/>
                </a:schemeClr>
                <a:prstClr val="white"/>
              </a:duotone>
              <a:extLst>
                <a:ext uri="{28A0092B-C50C-407E-A947-70E740481C1C}">
                  <a14:useLocalDpi xmlns:a14="http://schemas.microsoft.com/office/drawing/2010/main" val="0"/>
                </a:ext>
              </a:extLst>
            </a:blip>
            <a:srcRect l="24588" t="52000" r="15417" b="10555"/>
            <a:stretch>
              <a:fillRect/>
            </a:stretch>
          </p:blipFill>
          <p:spPr>
            <a:xfrm>
              <a:off x="193291" y="317173"/>
              <a:ext cx="931043" cy="871755"/>
            </a:xfrm>
            <a:prstGeom prst="rect">
              <a:avLst/>
            </a:prstGeom>
          </p:spPr>
        </p:pic>
      </p:grpSp>
      <p:pic>
        <p:nvPicPr>
          <p:cNvPr id="27" name="图片 26"/>
          <p:cNvPicPr>
            <a:picLocks noChangeAspect="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rcRect l="53624" t="4625" r="9012" b="65033"/>
          <a:stretch>
            <a:fillRect/>
          </a:stretch>
        </p:blipFill>
        <p:spPr>
          <a:xfrm>
            <a:off x="2083416" y="2094031"/>
            <a:ext cx="1505737" cy="1222789"/>
          </a:xfrm>
          <a:prstGeom prst="rect">
            <a:avLst/>
          </a:prstGeom>
        </p:spPr>
      </p:pic>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1+#ppt_w/2"/>
                                          </p:val>
                                        </p:tav>
                                        <p:tav tm="100000">
                                          <p:val>
                                            <p:strVal val="#ppt_x"/>
                                          </p:val>
                                        </p:tav>
                                      </p:tavLst>
                                    </p:anim>
                                    <p:anim calcmode="lin" valueType="num">
                                      <p:cBhvr additive="base">
                                        <p:cTn id="30" dur="500" fill="hold"/>
                                        <p:tgtEl>
                                          <p:spTgt spid="8"/>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1+#ppt_w/2"/>
                                          </p:val>
                                        </p:tav>
                                        <p:tav tm="100000">
                                          <p:val>
                                            <p:strVal val="#ppt_x"/>
                                          </p:val>
                                        </p:tav>
                                      </p:tavLst>
                                    </p:anim>
                                    <p:anim calcmode="lin" valueType="num">
                                      <p:cBhvr additive="base">
                                        <p:cTn id="34" dur="500" fill="hold"/>
                                        <p:tgtEl>
                                          <p:spTgt spid="9"/>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1+#ppt_w/2"/>
                                          </p:val>
                                        </p:tav>
                                        <p:tav tm="100000">
                                          <p:val>
                                            <p:strVal val="#ppt_x"/>
                                          </p:val>
                                        </p:tav>
                                      </p:tavLst>
                                    </p:anim>
                                    <p:anim calcmode="lin" valueType="num">
                                      <p:cBhvr additive="base">
                                        <p:cTn id="38" dur="500" fill="hold"/>
                                        <p:tgtEl>
                                          <p:spTgt spid="10"/>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1+#ppt_w/2"/>
                                          </p:val>
                                        </p:tav>
                                        <p:tav tm="100000">
                                          <p:val>
                                            <p:strVal val="#ppt_x"/>
                                          </p:val>
                                        </p:tav>
                                      </p:tavLst>
                                    </p:anim>
                                    <p:anim calcmode="lin" valueType="num">
                                      <p:cBhvr additive="base">
                                        <p:cTn id="42" dur="500" fill="hold"/>
                                        <p:tgtEl>
                                          <p:spTgt spid="11"/>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1+#ppt_w/2"/>
                                          </p:val>
                                        </p:tav>
                                        <p:tav tm="100000">
                                          <p:val>
                                            <p:strVal val="#ppt_x"/>
                                          </p:val>
                                        </p:tav>
                                      </p:tavLst>
                                    </p:anim>
                                    <p:anim calcmode="lin" valueType="num">
                                      <p:cBhvr additive="base">
                                        <p:cTn id="46" dur="500" fill="hold"/>
                                        <p:tgtEl>
                                          <p:spTgt spid="12"/>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1+#ppt_w/2"/>
                                          </p:val>
                                        </p:tav>
                                        <p:tav tm="100000">
                                          <p:val>
                                            <p:strVal val="#ppt_x"/>
                                          </p:val>
                                        </p:tav>
                                      </p:tavLst>
                                    </p:anim>
                                    <p:anim calcmode="lin" valueType="num">
                                      <p:cBhvr additive="base">
                                        <p:cTn id="50" dur="500" fill="hold"/>
                                        <p:tgtEl>
                                          <p:spTgt spid="13"/>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500" fill="hold"/>
                                        <p:tgtEl>
                                          <p:spTgt spid="14"/>
                                        </p:tgtEl>
                                        <p:attrNameLst>
                                          <p:attrName>ppt_x</p:attrName>
                                        </p:attrNameLst>
                                      </p:cBhvr>
                                      <p:tavLst>
                                        <p:tav tm="0">
                                          <p:val>
                                            <p:strVal val="1+#ppt_w/2"/>
                                          </p:val>
                                        </p:tav>
                                        <p:tav tm="100000">
                                          <p:val>
                                            <p:strVal val="#ppt_x"/>
                                          </p:val>
                                        </p:tav>
                                      </p:tavLst>
                                    </p:anim>
                                    <p:anim calcmode="lin" valueType="num">
                                      <p:cBhvr additive="base">
                                        <p:cTn id="54" dur="500" fill="hold"/>
                                        <p:tgtEl>
                                          <p:spTgt spid="14"/>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500" fill="hold"/>
                                        <p:tgtEl>
                                          <p:spTgt spid="15"/>
                                        </p:tgtEl>
                                        <p:attrNameLst>
                                          <p:attrName>ppt_x</p:attrName>
                                        </p:attrNameLst>
                                      </p:cBhvr>
                                      <p:tavLst>
                                        <p:tav tm="0">
                                          <p:val>
                                            <p:strVal val="1+#ppt_w/2"/>
                                          </p:val>
                                        </p:tav>
                                        <p:tav tm="100000">
                                          <p:val>
                                            <p:strVal val="#ppt_x"/>
                                          </p:val>
                                        </p:tav>
                                      </p:tavLst>
                                    </p:anim>
                                    <p:anim calcmode="lin" valueType="num">
                                      <p:cBhvr additive="base">
                                        <p:cTn id="58" dur="500" fill="hold"/>
                                        <p:tgtEl>
                                          <p:spTgt spid="15"/>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500" fill="hold"/>
                                        <p:tgtEl>
                                          <p:spTgt spid="16"/>
                                        </p:tgtEl>
                                        <p:attrNameLst>
                                          <p:attrName>ppt_x</p:attrName>
                                        </p:attrNameLst>
                                      </p:cBhvr>
                                      <p:tavLst>
                                        <p:tav tm="0">
                                          <p:val>
                                            <p:strVal val="1+#ppt_w/2"/>
                                          </p:val>
                                        </p:tav>
                                        <p:tav tm="100000">
                                          <p:val>
                                            <p:strVal val="#ppt_x"/>
                                          </p:val>
                                        </p:tav>
                                      </p:tavLst>
                                    </p:anim>
                                    <p:anim calcmode="lin" valueType="num">
                                      <p:cBhvr additive="base">
                                        <p:cTn id="62" dur="500" fill="hold"/>
                                        <p:tgtEl>
                                          <p:spTgt spid="16"/>
                                        </p:tgtEl>
                                        <p:attrNameLst>
                                          <p:attrName>ppt_y</p:attrName>
                                        </p:attrNameLst>
                                      </p:cBhvr>
                                      <p:tavLst>
                                        <p:tav tm="0">
                                          <p:val>
                                            <p:strVal val="#ppt_y"/>
                                          </p:val>
                                        </p:tav>
                                        <p:tav tm="100000">
                                          <p:val>
                                            <p:strVal val="#ppt_y"/>
                                          </p:val>
                                        </p:tav>
                                      </p:tavLst>
                                    </p:anim>
                                  </p:childTnLst>
                                </p:cTn>
                              </p:par>
                              <p:par>
                                <p:cTn id="63" presetID="2" presetClass="entr" presetSubtype="2" fill="hold" nodeType="with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500" fill="hold"/>
                                        <p:tgtEl>
                                          <p:spTgt spid="17"/>
                                        </p:tgtEl>
                                        <p:attrNameLst>
                                          <p:attrName>ppt_x</p:attrName>
                                        </p:attrNameLst>
                                      </p:cBhvr>
                                      <p:tavLst>
                                        <p:tav tm="0">
                                          <p:val>
                                            <p:strVal val="1+#ppt_w/2"/>
                                          </p:val>
                                        </p:tav>
                                        <p:tav tm="100000">
                                          <p:val>
                                            <p:strVal val="#ppt_x"/>
                                          </p:val>
                                        </p:tav>
                                      </p:tavLst>
                                    </p:anim>
                                    <p:anim calcmode="lin" valueType="num">
                                      <p:cBhvr additive="base">
                                        <p:cTn id="66" dur="500" fill="hold"/>
                                        <p:tgtEl>
                                          <p:spTgt spid="17"/>
                                        </p:tgtEl>
                                        <p:attrNameLst>
                                          <p:attrName>ppt_y</p:attrName>
                                        </p:attrNameLst>
                                      </p:cBhvr>
                                      <p:tavLst>
                                        <p:tav tm="0">
                                          <p:val>
                                            <p:strVal val="#ppt_y"/>
                                          </p:val>
                                        </p:tav>
                                        <p:tav tm="100000">
                                          <p:val>
                                            <p:strVal val="#ppt_y"/>
                                          </p:val>
                                        </p:tav>
                                      </p:tavLst>
                                    </p:anim>
                                  </p:childTnLst>
                                </p:cTn>
                              </p:par>
                              <p:par>
                                <p:cTn id="67" presetID="2" presetClass="entr" presetSubtype="2" fill="hold" grpId="0" nodeType="withEffect">
                                  <p:stCondLst>
                                    <p:cond delay="0"/>
                                  </p:stCondLst>
                                  <p:childTnLst>
                                    <p:set>
                                      <p:cBhvr>
                                        <p:cTn id="68" dur="1" fill="hold">
                                          <p:stCondLst>
                                            <p:cond delay="0"/>
                                          </p:stCondLst>
                                        </p:cTn>
                                        <p:tgtEl>
                                          <p:spTgt spid="18"/>
                                        </p:tgtEl>
                                        <p:attrNameLst>
                                          <p:attrName>style.visibility</p:attrName>
                                        </p:attrNameLst>
                                      </p:cBhvr>
                                      <p:to>
                                        <p:strVal val="visible"/>
                                      </p:to>
                                    </p:set>
                                    <p:anim calcmode="lin" valueType="num">
                                      <p:cBhvr additive="base">
                                        <p:cTn id="69" dur="500" fill="hold"/>
                                        <p:tgtEl>
                                          <p:spTgt spid="18"/>
                                        </p:tgtEl>
                                        <p:attrNameLst>
                                          <p:attrName>ppt_x</p:attrName>
                                        </p:attrNameLst>
                                      </p:cBhvr>
                                      <p:tavLst>
                                        <p:tav tm="0">
                                          <p:val>
                                            <p:strVal val="1+#ppt_w/2"/>
                                          </p:val>
                                        </p:tav>
                                        <p:tav tm="100000">
                                          <p:val>
                                            <p:strVal val="#ppt_x"/>
                                          </p:val>
                                        </p:tav>
                                      </p:tavLst>
                                    </p:anim>
                                    <p:anim calcmode="lin" valueType="num">
                                      <p:cBhvr additive="base">
                                        <p:cTn id="70" dur="500" fill="hold"/>
                                        <p:tgtEl>
                                          <p:spTgt spid="18"/>
                                        </p:tgtEl>
                                        <p:attrNameLst>
                                          <p:attrName>ppt_y</p:attrName>
                                        </p:attrNameLst>
                                      </p:cBhvr>
                                      <p:tavLst>
                                        <p:tav tm="0">
                                          <p:val>
                                            <p:strVal val="#ppt_y"/>
                                          </p:val>
                                        </p:tav>
                                        <p:tav tm="100000">
                                          <p:val>
                                            <p:strVal val="#ppt_y"/>
                                          </p:val>
                                        </p:tav>
                                      </p:tavLst>
                                    </p:anim>
                                  </p:childTnLst>
                                </p:cTn>
                              </p:par>
                              <p:par>
                                <p:cTn id="71" presetID="2" presetClass="entr" presetSubtype="2" fill="hold" grpId="0" nodeType="withEffect">
                                  <p:stCondLst>
                                    <p:cond delay="0"/>
                                  </p:stCondLst>
                                  <p:childTnLst>
                                    <p:set>
                                      <p:cBhvr>
                                        <p:cTn id="72" dur="1" fill="hold">
                                          <p:stCondLst>
                                            <p:cond delay="0"/>
                                          </p:stCondLst>
                                        </p:cTn>
                                        <p:tgtEl>
                                          <p:spTgt spid="19"/>
                                        </p:tgtEl>
                                        <p:attrNameLst>
                                          <p:attrName>style.visibility</p:attrName>
                                        </p:attrNameLst>
                                      </p:cBhvr>
                                      <p:to>
                                        <p:strVal val="visible"/>
                                      </p:to>
                                    </p:set>
                                    <p:anim calcmode="lin" valueType="num">
                                      <p:cBhvr additive="base">
                                        <p:cTn id="73" dur="500" fill="hold"/>
                                        <p:tgtEl>
                                          <p:spTgt spid="19"/>
                                        </p:tgtEl>
                                        <p:attrNameLst>
                                          <p:attrName>ppt_x</p:attrName>
                                        </p:attrNameLst>
                                      </p:cBhvr>
                                      <p:tavLst>
                                        <p:tav tm="0">
                                          <p:val>
                                            <p:strVal val="1+#ppt_w/2"/>
                                          </p:val>
                                        </p:tav>
                                        <p:tav tm="100000">
                                          <p:val>
                                            <p:strVal val="#ppt_x"/>
                                          </p:val>
                                        </p:tav>
                                      </p:tavLst>
                                    </p:anim>
                                    <p:anim calcmode="lin" valueType="num">
                                      <p:cBhvr additive="base">
                                        <p:cTn id="74" dur="500" fill="hold"/>
                                        <p:tgtEl>
                                          <p:spTgt spid="19"/>
                                        </p:tgtEl>
                                        <p:attrNameLst>
                                          <p:attrName>ppt_y</p:attrName>
                                        </p:attrNameLst>
                                      </p:cBhvr>
                                      <p:tavLst>
                                        <p:tav tm="0">
                                          <p:val>
                                            <p:strVal val="#ppt_y"/>
                                          </p:val>
                                        </p:tav>
                                        <p:tav tm="100000">
                                          <p:val>
                                            <p:strVal val="#ppt_y"/>
                                          </p:val>
                                        </p:tav>
                                      </p:tavLst>
                                    </p:anim>
                                  </p:childTnLst>
                                </p:cTn>
                              </p:par>
                              <p:par>
                                <p:cTn id="75" presetID="2" presetClass="entr" presetSubtype="2"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anim calcmode="lin" valueType="num">
                                      <p:cBhvr additive="base">
                                        <p:cTn id="77" dur="500" fill="hold"/>
                                        <p:tgtEl>
                                          <p:spTgt spid="20"/>
                                        </p:tgtEl>
                                        <p:attrNameLst>
                                          <p:attrName>ppt_x</p:attrName>
                                        </p:attrNameLst>
                                      </p:cBhvr>
                                      <p:tavLst>
                                        <p:tav tm="0">
                                          <p:val>
                                            <p:strVal val="1+#ppt_w/2"/>
                                          </p:val>
                                        </p:tav>
                                        <p:tav tm="100000">
                                          <p:val>
                                            <p:strVal val="#ppt_x"/>
                                          </p:val>
                                        </p:tav>
                                      </p:tavLst>
                                    </p:anim>
                                    <p:anim calcmode="lin" valueType="num">
                                      <p:cBhvr additive="base">
                                        <p:cTn id="78"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6" grpId="0"/>
      <p:bldP spid="8" grpId="0" animBg="1"/>
      <p:bldP spid="9" grpId="0"/>
      <p:bldP spid="10" grpId="0"/>
      <p:bldP spid="11" grpId="0" animBg="1"/>
      <p:bldP spid="12" grpId="0"/>
      <p:bldP spid="13" grpId="0"/>
      <p:bldP spid="14" grpId="0" animBg="1"/>
      <p:bldP spid="15" grpId="0"/>
      <p:bldP spid="16" grpId="0" animBg="1"/>
      <p:bldP spid="18" grpId="0" animBg="1"/>
      <p:bldP spid="19" grpId="0" animBg="1"/>
      <p:bldP spid="2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顶角 12"/>
          <p:cNvSpPr/>
          <p:nvPr/>
        </p:nvSpPr>
        <p:spPr>
          <a:xfrm rot="10800000">
            <a:off x="8436159" y="2919536"/>
            <a:ext cx="2103796" cy="3263930"/>
          </a:xfrm>
          <a:prstGeom prst="round2SameRect">
            <a:avLst>
              <a:gd name="adj1" fmla="val 0"/>
              <a:gd name="adj2" fmla="val 0"/>
            </a:avLst>
          </a:prstGeom>
          <a:gradFill flip="none" rotWithShape="1">
            <a:gsLst>
              <a:gs pos="0">
                <a:schemeClr val="accent2">
                  <a:alpha val="0"/>
                </a:schemeClr>
              </a:gs>
              <a:gs pos="78000">
                <a:schemeClr val="accent1">
                  <a:lumMod val="40000"/>
                  <a:lumOff val="60000"/>
                </a:schemeClr>
              </a:gs>
            </a:gsLst>
            <a:lin ang="5400000" scaled="0"/>
          </a:gra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9" name="矩形: 圆顶角 13"/>
          <p:cNvSpPr/>
          <p:nvPr/>
        </p:nvSpPr>
        <p:spPr>
          <a:xfrm rot="10800000">
            <a:off x="4966270" y="2763338"/>
            <a:ext cx="2270892" cy="3420127"/>
          </a:xfrm>
          <a:prstGeom prst="round2SameRect">
            <a:avLst>
              <a:gd name="adj1" fmla="val 0"/>
              <a:gd name="adj2" fmla="val 0"/>
            </a:avLst>
          </a:prstGeom>
          <a:gradFill flip="none" rotWithShape="1">
            <a:gsLst>
              <a:gs pos="28000">
                <a:schemeClr val="accent1">
                  <a:alpha val="0"/>
                </a:schemeClr>
              </a:gs>
              <a:gs pos="100000">
                <a:schemeClr val="accent1">
                  <a:alpha val="44000"/>
                </a:schemeClr>
              </a:gs>
            </a:gsLst>
            <a:lin ang="5400000" scaled="1"/>
          </a:gradFill>
          <a:ln w="12700" cap="flat" cmpd="sng" algn="ctr">
            <a:noFill/>
            <a:prstDash val="solid"/>
            <a:miter lim="800000"/>
          </a:ln>
          <a:effectLst/>
        </p:spPr>
        <p:txBody>
          <a:bodyPr rtlCol="0" anchor="ctr"/>
          <a:lstStyle/>
          <a:p>
            <a:pPr algn="ctr" defTabSz="914400">
              <a:defRPr/>
            </a:pPr>
            <a:endParaRPr lang="zh-CN" altLang="en-US" sz="1800" kern="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0" name="矩形: 圆顶角 14"/>
          <p:cNvSpPr/>
          <p:nvPr/>
        </p:nvSpPr>
        <p:spPr>
          <a:xfrm rot="10800000">
            <a:off x="1595891" y="2919536"/>
            <a:ext cx="2103796" cy="3263930"/>
          </a:xfrm>
          <a:prstGeom prst="round2SameRect">
            <a:avLst>
              <a:gd name="adj1" fmla="val 0"/>
              <a:gd name="adj2" fmla="val 0"/>
            </a:avLst>
          </a:prstGeom>
          <a:gradFill flip="none" rotWithShape="1">
            <a:gsLst>
              <a:gs pos="0">
                <a:schemeClr val="accent2">
                  <a:alpha val="0"/>
                </a:schemeClr>
              </a:gs>
              <a:gs pos="78000">
                <a:schemeClr val="accent1">
                  <a:lumMod val="40000"/>
                  <a:lumOff val="60000"/>
                </a:schemeClr>
              </a:gs>
            </a:gsLst>
            <a:lin ang="5400000" scaled="0"/>
          </a:gra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1" name="椭圆 10"/>
          <p:cNvSpPr/>
          <p:nvPr/>
        </p:nvSpPr>
        <p:spPr>
          <a:xfrm>
            <a:off x="4966269" y="1653988"/>
            <a:ext cx="2270892" cy="2270891"/>
          </a:xfrm>
          <a:prstGeom prst="ellipse">
            <a:avLst/>
          </a:prstGeom>
          <a:solidFill>
            <a:schemeClr val="accent2">
              <a:lumMod val="60000"/>
              <a:lumOff val="40000"/>
            </a:schemeClr>
          </a:solidFill>
          <a:ln w="12700" cap="flat" cmpd="sng" algn="ctr">
            <a:noFill/>
            <a:prstDash val="solid"/>
            <a:miter lim="800000"/>
          </a:ln>
          <a:effectLst>
            <a:outerShdw blurRad="254000" dist="101600" dir="2700000" algn="tl" rotWithShape="0">
              <a:schemeClr val="dk1">
                <a:lumMod val="10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2" name="椭圆 11"/>
          <p:cNvSpPr/>
          <p:nvPr/>
        </p:nvSpPr>
        <p:spPr>
          <a:xfrm>
            <a:off x="8436159" y="1850882"/>
            <a:ext cx="2103796" cy="2103796"/>
          </a:xfrm>
          <a:prstGeom prst="ellipse">
            <a:avLst/>
          </a:prstGeom>
          <a:solidFill>
            <a:schemeClr val="bg1"/>
          </a:solidFill>
          <a:ln>
            <a:noFill/>
          </a:ln>
          <a:effectLst>
            <a:outerShdw blurRad="508000" dist="190500" dir="5400000" sx="95000" sy="95000" algn="t" rotWithShape="0">
              <a:schemeClr val="dk1">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3" name="椭圆 12"/>
          <p:cNvSpPr/>
          <p:nvPr/>
        </p:nvSpPr>
        <p:spPr>
          <a:xfrm>
            <a:off x="1595890" y="1930041"/>
            <a:ext cx="2103796" cy="2103796"/>
          </a:xfrm>
          <a:prstGeom prst="ellipse">
            <a:avLst/>
          </a:prstGeom>
          <a:solidFill>
            <a:schemeClr val="bg1"/>
          </a:solidFill>
          <a:ln>
            <a:noFill/>
          </a:ln>
          <a:effectLst>
            <a:outerShdw blurRad="508000" dist="190500" dir="5400000" sx="95000" sy="95000" algn="t" rotWithShape="0">
              <a:schemeClr val="dk1">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4" name="文本框 13"/>
          <p:cNvSpPr txBox="1"/>
          <p:nvPr/>
        </p:nvSpPr>
        <p:spPr>
          <a:xfrm>
            <a:off x="5650294" y="2319351"/>
            <a:ext cx="929742" cy="553998"/>
          </a:xfrm>
          <a:prstGeom prst="rect">
            <a:avLst/>
          </a:prstGeom>
          <a:noFill/>
          <a:effectLst/>
        </p:spPr>
        <p:txBody>
          <a:bodyPr wrap="none" lIns="0" tIns="0" rIns="0" bIns="0" rtlCol="0">
            <a:spAutoFit/>
          </a:bodyPr>
          <a:lstStyle>
            <a:defPPr>
              <a:defRPr lang="zh-CN"/>
            </a:defPPr>
            <a:lvl1pPr>
              <a:defRPr sz="6955">
                <a:gradFill>
                  <a:gsLst>
                    <a:gs pos="0">
                      <a:schemeClr val="bg1"/>
                    </a:gs>
                    <a:gs pos="100000">
                      <a:schemeClr val="accent2">
                        <a:lumMod val="60000"/>
                        <a:lumOff val="40000"/>
                      </a:schemeClr>
                    </a:gs>
                  </a:gsLst>
                  <a:lin ang="5400000" scaled="1"/>
                </a:gradFill>
                <a:effectLst>
                  <a:outerShdw blurRad="152400" dist="76200" dir="5400000" algn="tl" rotWithShape="0">
                    <a:schemeClr val="accent1">
                      <a:lumMod val="50000"/>
                      <a:alpha val="48000"/>
                    </a:schemeClr>
                  </a:outerShdw>
                </a:effectLst>
                <a:latin typeface="OPPOSans H" panose="00020600040101010101" pitchFamily="18" charset="-122"/>
                <a:ea typeface="OPPOSans H" panose="00020600040101010101" pitchFamily="18" charset="-122"/>
                <a:cs typeface="OPPOSans H" panose="00020600040101010101" pitchFamily="18" charset="-122"/>
              </a:defRPr>
            </a:lvl1pPr>
          </a:lstStyle>
          <a:p>
            <a:pPr algn="ctr" defTabSz="914400">
              <a:defRPr/>
            </a:pPr>
            <a:r>
              <a:rPr lang="en-US" altLang="zh-CN" sz="3600" kern="0">
                <a:gradFill>
                  <a:gsLst>
                    <a:gs pos="0">
                      <a:schemeClr val="bg1"/>
                    </a:gs>
                    <a:gs pos="100000">
                      <a:schemeClr val="accent1">
                        <a:lumMod val="20000"/>
                        <a:lumOff val="80000"/>
                      </a:schemeClr>
                    </a:gs>
                  </a:gsLst>
                  <a:lin ang="2700000" scaled="0"/>
                </a:gradFill>
                <a:effectLst/>
                <a:latin typeface="思源宋体 Heavy" panose="02020900000000000000" charset="-122"/>
                <a:ea typeface="思源宋体 Heavy" panose="02020900000000000000" charset="-122"/>
                <a:cs typeface="Aa楷体" panose="02000500000000000000" pitchFamily="2" charset="-122"/>
                <a:sym typeface="+mn-lt"/>
              </a:rPr>
              <a:t>60%</a:t>
            </a:r>
            <a:endParaRPr lang="zh-CN" altLang="en-US" sz="3600" kern="0">
              <a:gradFill>
                <a:gsLst>
                  <a:gs pos="0">
                    <a:schemeClr val="bg1"/>
                  </a:gs>
                  <a:gs pos="100000">
                    <a:schemeClr val="accent1">
                      <a:lumMod val="20000"/>
                      <a:lumOff val="80000"/>
                    </a:schemeClr>
                  </a:gs>
                </a:gsLst>
                <a:lin ang="2700000" scaled="0"/>
              </a:gradFill>
              <a:effectLst/>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5" name="文本框 14"/>
          <p:cNvSpPr txBox="1"/>
          <p:nvPr/>
        </p:nvSpPr>
        <p:spPr>
          <a:xfrm>
            <a:off x="5431228" y="2944065"/>
            <a:ext cx="1340976" cy="215444"/>
          </a:xfrm>
          <a:prstGeom prst="rect">
            <a:avLst/>
          </a:prstGeom>
          <a:noFill/>
          <a:ln>
            <a:noFill/>
          </a:ln>
        </p:spPr>
        <p:txBody>
          <a:bodyPr wrap="square" lIns="0" tIns="0" rIns="0" bIns="0" rtlCol="0">
            <a:spAutoFit/>
          </a:bodyPr>
          <a:lstStyle/>
          <a:p>
            <a:pPr algn="ctr" hangingPunct="0">
              <a:defRPr/>
            </a:pPr>
            <a:r>
              <a:rPr lang="zh-CN" altLang="en-US" sz="1400">
                <a:solidFill>
                  <a:prstClr val="white"/>
                </a:solidFill>
                <a:latin typeface="思源宋体 Heavy" panose="02020900000000000000" charset="-122"/>
                <a:ea typeface="思源宋体 Heavy" panose="02020900000000000000" charset="-122"/>
                <a:cs typeface="Aa楷体" panose="02000500000000000000" pitchFamily="2" charset="-122"/>
                <a:sym typeface="+mn-lt"/>
              </a:rPr>
              <a:t>达成的目标</a:t>
            </a:r>
            <a:endParaRPr lang="zh-CN" altLang="en-US" sz="14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6" name="文本框 15"/>
          <p:cNvSpPr txBox="1"/>
          <p:nvPr/>
        </p:nvSpPr>
        <p:spPr>
          <a:xfrm>
            <a:off x="1732806" y="2431668"/>
            <a:ext cx="1856862" cy="553998"/>
          </a:xfrm>
          <a:prstGeom prst="rect">
            <a:avLst/>
          </a:prstGeom>
          <a:noFill/>
        </p:spPr>
        <p:txBody>
          <a:bodyPr wrap="square" lIns="0" tIns="0" rIns="0" bIns="0" rtlCol="0">
            <a:spAutoFit/>
          </a:bodyPr>
          <a:lstStyle/>
          <a:p>
            <a:pPr algn="ctr">
              <a:defRPr/>
            </a:pPr>
            <a:r>
              <a:rPr lang="en-US" altLang="zh-CN" sz="3600">
                <a:solidFill>
                  <a:schemeClr val="tx1">
                    <a:lumMod val="75000"/>
                    <a:lumOff val="25000"/>
                  </a:schemeClr>
                </a:solidFill>
                <a:latin typeface="思源宋体 Heavy" panose="02020900000000000000" charset="-122"/>
                <a:ea typeface="思源宋体 Heavy" panose="02020900000000000000" charset="-122"/>
                <a:cs typeface="Aa楷体" panose="02000500000000000000" pitchFamily="2" charset="-122"/>
                <a:sym typeface="+mn-lt"/>
              </a:rPr>
              <a:t>80%</a:t>
            </a:r>
            <a:endParaRPr lang="zh-CN" altLang="en-US" sz="3600">
              <a:solidFill>
                <a:schemeClr val="tx1">
                  <a:lumMod val="75000"/>
                  <a:lumOff val="25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7" name="文本框 16"/>
          <p:cNvSpPr txBox="1"/>
          <p:nvPr/>
        </p:nvSpPr>
        <p:spPr>
          <a:xfrm>
            <a:off x="2016986" y="3056382"/>
            <a:ext cx="1261606" cy="215444"/>
          </a:xfrm>
          <a:prstGeom prst="rect">
            <a:avLst/>
          </a:prstGeom>
          <a:noFill/>
          <a:ln>
            <a:noFill/>
          </a:ln>
        </p:spPr>
        <p:txBody>
          <a:bodyPr wrap="square" lIns="0" tIns="0" rIns="0" bIns="0" rtlCol="0">
            <a:spAutoFit/>
          </a:bodyPr>
          <a:lstStyle/>
          <a:p>
            <a:pPr algn="ctr" hangingPunct="0">
              <a:defRPr/>
            </a:pPr>
            <a:r>
              <a:rPr lang="zh-CN" altLang="en-US" sz="1400">
                <a:solidFill>
                  <a:schemeClr val="tx1">
                    <a:lumMod val="75000"/>
                    <a:lumOff val="25000"/>
                  </a:schemeClr>
                </a:solidFill>
                <a:latin typeface="思源宋体 Heavy" panose="02020900000000000000" charset="-122"/>
                <a:ea typeface="思源宋体 Heavy" panose="02020900000000000000" charset="-122"/>
                <a:cs typeface="Aa楷体" panose="02000500000000000000" pitchFamily="2" charset="-122"/>
                <a:sym typeface="+mn-lt"/>
              </a:rPr>
              <a:t>取得的成果</a:t>
            </a:r>
            <a:endParaRPr lang="en-US" altLang="zh-CN" sz="1400">
              <a:solidFill>
                <a:schemeClr val="tx1">
                  <a:lumMod val="75000"/>
                  <a:lumOff val="25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8" name="文本框 17"/>
          <p:cNvSpPr txBox="1"/>
          <p:nvPr/>
        </p:nvSpPr>
        <p:spPr>
          <a:xfrm>
            <a:off x="8573074" y="2431668"/>
            <a:ext cx="1856862" cy="553998"/>
          </a:xfrm>
          <a:prstGeom prst="rect">
            <a:avLst/>
          </a:prstGeom>
          <a:noFill/>
        </p:spPr>
        <p:txBody>
          <a:bodyPr wrap="square" lIns="0" tIns="0" rIns="0" bIns="0" rtlCol="0">
            <a:spAutoFit/>
          </a:bodyPr>
          <a:lstStyle/>
          <a:p>
            <a:pPr algn="ctr">
              <a:defRPr/>
            </a:pPr>
            <a:r>
              <a:rPr lang="en-US" altLang="zh-CN" sz="3600">
                <a:solidFill>
                  <a:schemeClr val="tx1">
                    <a:lumMod val="75000"/>
                    <a:lumOff val="25000"/>
                  </a:schemeClr>
                </a:solidFill>
                <a:latin typeface="思源宋体 Heavy" panose="02020900000000000000" charset="-122"/>
                <a:ea typeface="思源宋体 Heavy" panose="02020900000000000000" charset="-122"/>
                <a:cs typeface="Aa楷体" panose="02000500000000000000" pitchFamily="2" charset="-122"/>
                <a:sym typeface="+mn-lt"/>
              </a:rPr>
              <a:t>53%</a:t>
            </a:r>
            <a:endParaRPr lang="zh-CN" altLang="en-US" sz="3600">
              <a:solidFill>
                <a:schemeClr val="tx1">
                  <a:lumMod val="75000"/>
                  <a:lumOff val="25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9" name="文本框 18"/>
          <p:cNvSpPr txBox="1"/>
          <p:nvPr/>
        </p:nvSpPr>
        <p:spPr>
          <a:xfrm>
            <a:off x="8857255" y="3056382"/>
            <a:ext cx="1261606" cy="215444"/>
          </a:xfrm>
          <a:prstGeom prst="rect">
            <a:avLst/>
          </a:prstGeom>
          <a:noFill/>
          <a:ln>
            <a:noFill/>
          </a:ln>
        </p:spPr>
        <p:txBody>
          <a:bodyPr wrap="square" lIns="0" tIns="0" rIns="0" bIns="0" rtlCol="0">
            <a:spAutoFit/>
          </a:bodyPr>
          <a:lstStyle/>
          <a:p>
            <a:pPr algn="ctr" hangingPunct="0">
              <a:defRPr/>
            </a:pPr>
            <a:r>
              <a:rPr lang="zh-CN" altLang="en-US" sz="1400">
                <a:solidFill>
                  <a:schemeClr val="tx1">
                    <a:lumMod val="75000"/>
                    <a:lumOff val="25000"/>
                  </a:schemeClr>
                </a:solidFill>
                <a:latin typeface="思源宋体 Heavy" panose="02020900000000000000" charset="-122"/>
                <a:ea typeface="思源宋体 Heavy" panose="02020900000000000000" charset="-122"/>
                <a:cs typeface="Aa楷体" panose="02000500000000000000" pitchFamily="2" charset="-122"/>
                <a:sym typeface="+mn-lt"/>
              </a:rPr>
              <a:t>取得的成果</a:t>
            </a:r>
            <a:endParaRPr lang="en-US" altLang="zh-CN" sz="1400">
              <a:solidFill>
                <a:schemeClr val="tx1">
                  <a:lumMod val="75000"/>
                  <a:lumOff val="25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0" name="文本框 19"/>
          <p:cNvSpPr txBox="1"/>
          <p:nvPr/>
        </p:nvSpPr>
        <p:spPr>
          <a:xfrm>
            <a:off x="1787220" y="4169742"/>
            <a:ext cx="1715973" cy="1107996"/>
          </a:xfrm>
          <a:prstGeom prst="rect">
            <a:avLst/>
          </a:prstGeom>
          <a:noFill/>
          <a:ln>
            <a:noFill/>
          </a:ln>
        </p:spPr>
        <p:txBody>
          <a:bodyPr wrap="square" lIns="0" tIns="0" rIns="0" bIns="0" rtlCol="0">
            <a:spAutoFit/>
          </a:bodyPr>
          <a:lstStyle/>
          <a:p>
            <a:pPr algn="ctr">
              <a:lnSpc>
                <a:spcPct val="150000"/>
              </a:lnSpc>
              <a:defRPr/>
            </a:pPr>
            <a:r>
              <a:rPr lang="zh-CN" altLang="en-US" sz="1200">
                <a:solidFill>
                  <a:schemeClr val="bg1"/>
                </a:solidFill>
                <a:latin typeface="思源宋体 Heavy" panose="02020900000000000000" charset="-122"/>
                <a:ea typeface="思源宋体 Heavy" panose="02020900000000000000" charset="-122"/>
                <a:cs typeface="Aa楷体" panose="02000500000000000000" pitchFamily="2" charset="-122"/>
                <a:sym typeface="+mn-lt"/>
              </a:rPr>
              <a:t>请在此处添加具体内容文字尽量言简意赅简单说明即可，不必过于繁琐，注意版面美观度。</a:t>
            </a:r>
            <a:endParaRPr lang="zh-CN" altLang="en-US" sz="1200">
              <a:solidFill>
                <a:schemeClr val="bg1"/>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1" name="文本框 20"/>
          <p:cNvSpPr txBox="1"/>
          <p:nvPr/>
        </p:nvSpPr>
        <p:spPr>
          <a:xfrm>
            <a:off x="8608206" y="4169742"/>
            <a:ext cx="1716970" cy="1107996"/>
          </a:xfrm>
          <a:prstGeom prst="rect">
            <a:avLst/>
          </a:prstGeom>
          <a:noFill/>
          <a:ln>
            <a:noFill/>
          </a:ln>
        </p:spPr>
        <p:txBody>
          <a:bodyPr wrap="square" lIns="0" tIns="0" rIns="0" bIns="0" rtlCol="0">
            <a:spAutoFit/>
          </a:bodyPr>
          <a:lstStyle/>
          <a:p>
            <a:pPr lvl="0" algn="ctr">
              <a:lnSpc>
                <a:spcPct val="150000"/>
              </a:lnSpc>
              <a:defRPr/>
            </a:pPr>
            <a:r>
              <a:rPr lang="zh-CN" altLang="en-US" sz="1200">
                <a:solidFill>
                  <a:schemeClr val="bg1"/>
                </a:solidFill>
                <a:latin typeface="思源宋体 Heavy" panose="02020900000000000000" charset="-122"/>
                <a:ea typeface="思源宋体 Heavy" panose="02020900000000000000" charset="-122"/>
                <a:cs typeface="Aa楷体" panose="02000500000000000000" pitchFamily="2" charset="-122"/>
                <a:sym typeface="+mn-lt"/>
              </a:rPr>
              <a:t>请在此处添加具体内容文字尽量言简意赅单说明即可，不必过于繁琐，注意版面美观度。</a:t>
            </a:r>
            <a:endParaRPr lang="zh-CN" altLang="en-US" sz="1200">
              <a:solidFill>
                <a:schemeClr val="bg1"/>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2" name="文本框 21"/>
          <p:cNvSpPr txBox="1"/>
          <p:nvPr/>
        </p:nvSpPr>
        <p:spPr>
          <a:xfrm>
            <a:off x="5243232" y="4117832"/>
            <a:ext cx="1716970" cy="1107996"/>
          </a:xfrm>
          <a:prstGeom prst="rect">
            <a:avLst/>
          </a:prstGeom>
          <a:noFill/>
          <a:ln>
            <a:noFill/>
          </a:ln>
        </p:spPr>
        <p:txBody>
          <a:bodyPr wrap="square" lIns="0" tIns="0" rIns="0" bIns="0" rtlCol="0">
            <a:spAutoFit/>
          </a:bodyPr>
          <a:lstStyle/>
          <a:p>
            <a:pPr lvl="0" algn="ctr">
              <a:lnSpc>
                <a:spcPct val="150000"/>
              </a:lnSpc>
              <a:defRPr/>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请在此处添加具体内容文字尽量言简意赅简单说明即可，不必过于繁琐，注意版面美观度。</a:t>
            </a:r>
            <a:endPar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grpSp>
        <p:nvGrpSpPr>
          <p:cNvPr id="23" name="组合 22"/>
          <p:cNvGrpSpPr/>
          <p:nvPr/>
        </p:nvGrpSpPr>
        <p:grpSpPr>
          <a:xfrm>
            <a:off x="7674188" y="3787873"/>
            <a:ext cx="326044" cy="711651"/>
            <a:chOff x="7674188" y="3787873"/>
            <a:chExt cx="326044" cy="711651"/>
          </a:xfrm>
          <a:solidFill>
            <a:schemeClr val="accent1"/>
          </a:solidFill>
        </p:grpSpPr>
        <p:sp>
          <p:nvSpPr>
            <p:cNvPr id="24" name="箭头: 下 28"/>
            <p:cNvSpPr/>
            <p:nvPr/>
          </p:nvSpPr>
          <p:spPr>
            <a:xfrm flipV="1">
              <a:off x="7674188" y="3787873"/>
              <a:ext cx="239165" cy="482843"/>
            </a:xfrm>
            <a:prstGeom prst="downArrow">
              <a:avLst>
                <a:gd name="adj1" fmla="val 31499"/>
                <a:gd name="adj2" fmla="val 50000"/>
              </a:avLst>
            </a:prstGeom>
            <a:grp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5" name="箭头: 下 29"/>
            <p:cNvSpPr/>
            <p:nvPr/>
          </p:nvSpPr>
          <p:spPr>
            <a:xfrm flipV="1">
              <a:off x="7824300" y="4144341"/>
              <a:ext cx="175932" cy="355183"/>
            </a:xfrm>
            <a:prstGeom prst="downArrow">
              <a:avLst>
                <a:gd name="adj1" fmla="val 31499"/>
                <a:gd name="adj2" fmla="val 50000"/>
              </a:avLst>
            </a:prstGeom>
            <a:grp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grpSp>
      <p:grpSp>
        <p:nvGrpSpPr>
          <p:cNvPr id="26" name="组合 25"/>
          <p:cNvGrpSpPr/>
          <p:nvPr/>
        </p:nvGrpSpPr>
        <p:grpSpPr>
          <a:xfrm>
            <a:off x="4169955" y="3787873"/>
            <a:ext cx="326044" cy="711651"/>
            <a:chOff x="7674188" y="3787873"/>
            <a:chExt cx="326044" cy="711651"/>
          </a:xfrm>
          <a:solidFill>
            <a:schemeClr val="accent1"/>
          </a:solidFill>
        </p:grpSpPr>
        <p:sp>
          <p:nvSpPr>
            <p:cNvPr id="27" name="箭头: 下 28"/>
            <p:cNvSpPr/>
            <p:nvPr/>
          </p:nvSpPr>
          <p:spPr>
            <a:xfrm flipV="1">
              <a:off x="7674188" y="3787873"/>
              <a:ext cx="239165" cy="482843"/>
            </a:xfrm>
            <a:prstGeom prst="downArrow">
              <a:avLst>
                <a:gd name="adj1" fmla="val 31499"/>
                <a:gd name="adj2" fmla="val 50000"/>
              </a:avLst>
            </a:prstGeom>
            <a:grp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8" name="箭头: 下 29"/>
            <p:cNvSpPr/>
            <p:nvPr/>
          </p:nvSpPr>
          <p:spPr>
            <a:xfrm flipV="1">
              <a:off x="7824300" y="4144341"/>
              <a:ext cx="175932" cy="355183"/>
            </a:xfrm>
            <a:prstGeom prst="downArrow">
              <a:avLst>
                <a:gd name="adj1" fmla="val 31499"/>
                <a:gd name="adj2" fmla="val 50000"/>
              </a:avLst>
            </a:prstGeom>
            <a:grp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grpSp>
      <p:grpSp>
        <p:nvGrpSpPr>
          <p:cNvPr id="2" name="组合 1"/>
          <p:cNvGrpSpPr/>
          <p:nvPr/>
        </p:nvGrpSpPr>
        <p:grpSpPr>
          <a:xfrm>
            <a:off x="193291" y="317173"/>
            <a:ext cx="5179768" cy="871755"/>
            <a:chOff x="193291" y="317173"/>
            <a:chExt cx="5179768" cy="871755"/>
          </a:xfrm>
        </p:grpSpPr>
        <p:sp>
          <p:nvSpPr>
            <p:cNvPr id="3" name="文本框 2"/>
            <p:cNvSpPr txBox="1"/>
            <p:nvPr/>
          </p:nvSpPr>
          <p:spPr>
            <a:xfrm>
              <a:off x="1059985" y="357880"/>
              <a:ext cx="4313074" cy="688073"/>
            </a:xfrm>
            <a:prstGeom prst="rect">
              <a:avLst/>
            </a:prstGeom>
            <a:noFill/>
          </p:spPr>
          <p:txBody>
            <a:bodyPr wrap="square" rtlCol="0">
              <a:spAutoFit/>
            </a:bodyPr>
            <a:lstStyle/>
            <a:p>
              <a:pPr lvl="0">
                <a:lnSpc>
                  <a:spcPct val="130000"/>
                </a:lnSpc>
                <a:defRPr/>
              </a:pPr>
              <a:r>
                <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rPr>
                <a:t>研究成果展示应用</a:t>
              </a:r>
              <a:endPar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endParaRPr>
            </a:p>
          </p:txBody>
        </p:sp>
        <p:pic>
          <p:nvPicPr>
            <p:cNvPr id="4" name="图片 3"/>
            <p:cNvPicPr>
              <a:picLocks noChangeAspect="1"/>
            </p:cNvPicPr>
            <p:nvPr/>
          </p:nvPicPr>
          <p:blipFill>
            <a:blip r:embed="rId1">
              <a:duotone>
                <a:schemeClr val="accent1">
                  <a:shade val="45000"/>
                  <a:satMod val="135000"/>
                </a:schemeClr>
                <a:prstClr val="white"/>
              </a:duotone>
              <a:extLst>
                <a:ext uri="{28A0092B-C50C-407E-A947-70E740481C1C}">
                  <a14:useLocalDpi xmlns:a14="http://schemas.microsoft.com/office/drawing/2010/main" val="0"/>
                </a:ext>
              </a:extLst>
            </a:blip>
            <a:srcRect l="24588" t="52000" r="15417" b="10555"/>
            <a:stretch>
              <a:fillRect/>
            </a:stretch>
          </p:blipFill>
          <p:spPr>
            <a:xfrm>
              <a:off x="193291" y="317173"/>
              <a:ext cx="931043" cy="871755"/>
            </a:xfrm>
            <a:prstGeom prst="rect">
              <a:avLst/>
            </a:prstGeom>
          </p:spPr>
        </p:pic>
      </p:gr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ppt_x"/>
                                          </p:val>
                                        </p:tav>
                                        <p:tav tm="100000">
                                          <p:val>
                                            <p:strVal val="#ppt_x"/>
                                          </p:val>
                                        </p:tav>
                                      </p:tavLst>
                                    </p:anim>
                                    <p:anim calcmode="lin" valueType="num">
                                      <p:cBhvr additive="base">
                                        <p:cTn id="44" dur="500" fill="hold"/>
                                        <p:tgtEl>
                                          <p:spTgt spid="17"/>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additive="base">
                                        <p:cTn id="47" dur="500" fill="hold"/>
                                        <p:tgtEl>
                                          <p:spTgt spid="18"/>
                                        </p:tgtEl>
                                        <p:attrNameLst>
                                          <p:attrName>ppt_x</p:attrName>
                                        </p:attrNameLst>
                                      </p:cBhvr>
                                      <p:tavLst>
                                        <p:tav tm="0">
                                          <p:val>
                                            <p:strVal val="#ppt_x"/>
                                          </p:val>
                                        </p:tav>
                                        <p:tav tm="100000">
                                          <p:val>
                                            <p:strVal val="#ppt_x"/>
                                          </p:val>
                                        </p:tav>
                                      </p:tavLst>
                                    </p:anim>
                                    <p:anim calcmode="lin" valueType="num">
                                      <p:cBhvr additive="base">
                                        <p:cTn id="48" dur="500" fill="hold"/>
                                        <p:tgtEl>
                                          <p:spTgt spid="18"/>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ppt_x"/>
                                          </p:val>
                                        </p:tav>
                                        <p:tav tm="100000">
                                          <p:val>
                                            <p:strVal val="#ppt_x"/>
                                          </p:val>
                                        </p:tav>
                                      </p:tavLst>
                                    </p:anim>
                                    <p:anim calcmode="lin" valueType="num">
                                      <p:cBhvr additive="base">
                                        <p:cTn id="52" dur="500" fill="hold"/>
                                        <p:tgtEl>
                                          <p:spTgt spid="19"/>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ppt_x"/>
                                          </p:val>
                                        </p:tav>
                                        <p:tav tm="100000">
                                          <p:val>
                                            <p:strVal val="#ppt_x"/>
                                          </p:val>
                                        </p:tav>
                                      </p:tavLst>
                                    </p:anim>
                                    <p:anim calcmode="lin" valueType="num">
                                      <p:cBhvr additive="base">
                                        <p:cTn id="56" dur="500" fill="hold"/>
                                        <p:tgtEl>
                                          <p:spTgt spid="20"/>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500" fill="hold"/>
                                        <p:tgtEl>
                                          <p:spTgt spid="21"/>
                                        </p:tgtEl>
                                        <p:attrNameLst>
                                          <p:attrName>ppt_x</p:attrName>
                                        </p:attrNameLst>
                                      </p:cBhvr>
                                      <p:tavLst>
                                        <p:tav tm="0">
                                          <p:val>
                                            <p:strVal val="#ppt_x"/>
                                          </p:val>
                                        </p:tav>
                                        <p:tav tm="100000">
                                          <p:val>
                                            <p:strVal val="#ppt_x"/>
                                          </p:val>
                                        </p:tav>
                                      </p:tavLst>
                                    </p:anim>
                                    <p:anim calcmode="lin" valueType="num">
                                      <p:cBhvr additive="base">
                                        <p:cTn id="60" dur="500" fill="hold"/>
                                        <p:tgtEl>
                                          <p:spTgt spid="21"/>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23"/>
                                        </p:tgtEl>
                                        <p:attrNameLst>
                                          <p:attrName>style.visibility</p:attrName>
                                        </p:attrNameLst>
                                      </p:cBhvr>
                                      <p:to>
                                        <p:strVal val="visible"/>
                                      </p:to>
                                    </p:set>
                                    <p:anim calcmode="lin" valueType="num">
                                      <p:cBhvr additive="base">
                                        <p:cTn id="67" dur="500" fill="hold"/>
                                        <p:tgtEl>
                                          <p:spTgt spid="23"/>
                                        </p:tgtEl>
                                        <p:attrNameLst>
                                          <p:attrName>ppt_x</p:attrName>
                                        </p:attrNameLst>
                                      </p:cBhvr>
                                      <p:tavLst>
                                        <p:tav tm="0">
                                          <p:val>
                                            <p:strVal val="#ppt_x"/>
                                          </p:val>
                                        </p:tav>
                                        <p:tav tm="100000">
                                          <p:val>
                                            <p:strVal val="#ppt_x"/>
                                          </p:val>
                                        </p:tav>
                                      </p:tavLst>
                                    </p:anim>
                                    <p:anim calcmode="lin" valueType="num">
                                      <p:cBhvr additive="base">
                                        <p:cTn id="68" dur="500" fill="hold"/>
                                        <p:tgtEl>
                                          <p:spTgt spid="23"/>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26"/>
                                        </p:tgtEl>
                                        <p:attrNameLst>
                                          <p:attrName>style.visibility</p:attrName>
                                        </p:attrNameLst>
                                      </p:cBhvr>
                                      <p:to>
                                        <p:strVal val="visible"/>
                                      </p:to>
                                    </p:set>
                                    <p:anim calcmode="lin" valueType="num">
                                      <p:cBhvr additive="base">
                                        <p:cTn id="71" dur="500" fill="hold"/>
                                        <p:tgtEl>
                                          <p:spTgt spid="26"/>
                                        </p:tgtEl>
                                        <p:attrNameLst>
                                          <p:attrName>ppt_x</p:attrName>
                                        </p:attrNameLst>
                                      </p:cBhvr>
                                      <p:tavLst>
                                        <p:tav tm="0">
                                          <p:val>
                                            <p:strVal val="#ppt_x"/>
                                          </p:val>
                                        </p:tav>
                                        <p:tav tm="100000">
                                          <p:val>
                                            <p:strVal val="#ppt_x"/>
                                          </p:val>
                                        </p:tav>
                                      </p:tavLst>
                                    </p:anim>
                                    <p:anim calcmode="lin" valueType="num">
                                      <p:cBhvr additive="base">
                                        <p:cTn id="7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p:bldP spid="15" grpId="0"/>
      <p:bldP spid="16" grpId="0"/>
      <p:bldP spid="17" grpId="0"/>
      <p:bldP spid="18" grpId="0"/>
      <p:bldP spid="19" grpId="0"/>
      <p:bldP spid="20" grpId="0"/>
      <p:bldP spid="21" grpId="0"/>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任意多边形: 形状 41"/>
          <p:cNvSpPr/>
          <p:nvPr/>
        </p:nvSpPr>
        <p:spPr>
          <a:xfrm flipV="1">
            <a:off x="-835742" y="1697315"/>
            <a:ext cx="13863484" cy="2457525"/>
          </a:xfrm>
          <a:custGeom>
            <a:avLst/>
            <a:gdLst>
              <a:gd name="connsiteX0" fmla="*/ 0 w 13863484"/>
              <a:gd name="connsiteY0" fmla="*/ 2457525 h 2457525"/>
              <a:gd name="connsiteX1" fmla="*/ 44296 w 13863484"/>
              <a:gd name="connsiteY1" fmla="*/ 2439447 h 2457525"/>
              <a:gd name="connsiteX2" fmla="*/ 6931742 w 13863484"/>
              <a:gd name="connsiteY2" fmla="*/ 1757497 h 2457525"/>
              <a:gd name="connsiteX3" fmla="*/ 13819188 w 13863484"/>
              <a:gd name="connsiteY3" fmla="*/ 2439447 h 2457525"/>
              <a:gd name="connsiteX4" fmla="*/ 13863484 w 13863484"/>
              <a:gd name="connsiteY4" fmla="*/ 2457525 h 2457525"/>
              <a:gd name="connsiteX5" fmla="*/ 13863484 w 13863484"/>
              <a:gd name="connsiteY5" fmla="*/ 1235764 h 2457525"/>
              <a:gd name="connsiteX6" fmla="*/ 13863484 w 13863484"/>
              <a:gd name="connsiteY6" fmla="*/ 1221761 h 2457525"/>
              <a:gd name="connsiteX7" fmla="*/ 13863484 w 13863484"/>
              <a:gd name="connsiteY7" fmla="*/ 0 h 2457525"/>
              <a:gd name="connsiteX8" fmla="*/ 13819188 w 13863484"/>
              <a:gd name="connsiteY8" fmla="*/ 18078 h 2457525"/>
              <a:gd name="connsiteX9" fmla="*/ 6931742 w 13863484"/>
              <a:gd name="connsiteY9" fmla="*/ 700028 h 2457525"/>
              <a:gd name="connsiteX10" fmla="*/ 44296 w 13863484"/>
              <a:gd name="connsiteY10" fmla="*/ 18078 h 2457525"/>
              <a:gd name="connsiteX11" fmla="*/ 0 w 13863484"/>
              <a:gd name="connsiteY11" fmla="*/ 0 h 2457525"/>
              <a:gd name="connsiteX12" fmla="*/ 0 w 13863484"/>
              <a:gd name="connsiteY12" fmla="*/ 1221761 h 2457525"/>
              <a:gd name="connsiteX13" fmla="*/ 0 w 13863484"/>
              <a:gd name="connsiteY13" fmla="*/ 1235764 h 2457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863483" h="2457525">
                <a:moveTo>
                  <a:pt x="0" y="2457525"/>
                </a:moveTo>
                <a:lnTo>
                  <a:pt x="44296" y="2439447"/>
                </a:lnTo>
                <a:cubicBezTo>
                  <a:pt x="1179041" y="2038694"/>
                  <a:pt x="3835555" y="1757497"/>
                  <a:pt x="6931742" y="1757497"/>
                </a:cubicBezTo>
                <a:cubicBezTo>
                  <a:pt x="10027929" y="1757497"/>
                  <a:pt x="12684443" y="2038694"/>
                  <a:pt x="13819188" y="2439447"/>
                </a:cubicBezTo>
                <a:lnTo>
                  <a:pt x="13863484" y="2457525"/>
                </a:lnTo>
                <a:lnTo>
                  <a:pt x="13863484" y="1235764"/>
                </a:lnTo>
                <a:lnTo>
                  <a:pt x="13863484" y="1221761"/>
                </a:lnTo>
                <a:lnTo>
                  <a:pt x="13863484" y="0"/>
                </a:lnTo>
                <a:lnTo>
                  <a:pt x="13819188" y="18078"/>
                </a:lnTo>
                <a:cubicBezTo>
                  <a:pt x="12684443" y="418831"/>
                  <a:pt x="10027929" y="700028"/>
                  <a:pt x="6931742" y="700028"/>
                </a:cubicBezTo>
                <a:cubicBezTo>
                  <a:pt x="3835555" y="700028"/>
                  <a:pt x="1179041" y="418831"/>
                  <a:pt x="44296" y="18078"/>
                </a:cubicBezTo>
                <a:lnTo>
                  <a:pt x="0" y="0"/>
                </a:lnTo>
                <a:lnTo>
                  <a:pt x="0" y="1221761"/>
                </a:lnTo>
                <a:lnTo>
                  <a:pt x="0" y="1235764"/>
                </a:lnTo>
                <a:close/>
              </a:path>
            </a:pathLst>
          </a:cu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文本框 9"/>
          <p:cNvSpPr txBox="1"/>
          <p:nvPr/>
        </p:nvSpPr>
        <p:spPr>
          <a:xfrm>
            <a:off x="1407678" y="5028445"/>
            <a:ext cx="2006848" cy="957250"/>
          </a:xfrm>
          <a:prstGeom prst="rect">
            <a:avLst/>
          </a:prstGeom>
          <a:noFill/>
        </p:spPr>
        <p:txBody>
          <a:bodyPr wrap="square">
            <a:spAutoFit/>
          </a:bodyPr>
          <a:lstStyle/>
          <a:p>
            <a:pPr>
              <a:lnSpc>
                <a:spcPct val="130000"/>
              </a:lnSpc>
            </a:pPr>
            <a:r>
              <a:rPr lang="zh-CN" altLang="en-US" sz="1100">
                <a:solidFill>
                  <a:schemeClr val="tx1">
                    <a:lumMod val="50000"/>
                    <a:lumOff val="50000"/>
                  </a:schemeClr>
                </a:solidFill>
                <a:latin typeface="思源宋体 Heavy" panose="02020900000000000000" charset="-122"/>
                <a:ea typeface="思源宋体 Heavy" panose="02020900000000000000" charset="-122"/>
              </a:rPr>
              <a:t>点此输入内容或者复制您的内容在这里，通过复制您的文本后在此框中选择粘贴点此输入内容或者复制您的内容</a:t>
            </a:r>
            <a:endParaRPr lang="en-US" altLang="zh-CN" sz="1100">
              <a:solidFill>
                <a:schemeClr val="tx1">
                  <a:lumMod val="50000"/>
                  <a:lumOff val="50000"/>
                </a:schemeClr>
              </a:solidFill>
              <a:latin typeface="思源宋体 Heavy" panose="02020900000000000000" charset="-122"/>
              <a:ea typeface="思源宋体 Heavy" panose="02020900000000000000" charset="-122"/>
            </a:endParaRPr>
          </a:p>
        </p:txBody>
      </p:sp>
      <p:sp>
        <p:nvSpPr>
          <p:cNvPr id="11" name="文本框 10"/>
          <p:cNvSpPr txBox="1"/>
          <p:nvPr/>
        </p:nvSpPr>
        <p:spPr>
          <a:xfrm>
            <a:off x="1407678" y="4647214"/>
            <a:ext cx="2006848" cy="371705"/>
          </a:xfrm>
          <a:prstGeom prst="rect">
            <a:avLst/>
          </a:prstGeom>
          <a:noFill/>
        </p:spPr>
        <p:txBody>
          <a:bodyPr wrap="square">
            <a:spAutoFit/>
          </a:bodyPr>
          <a:lstStyle/>
          <a:p>
            <a:pPr>
              <a:lnSpc>
                <a:spcPct val="120000"/>
              </a:lnSpc>
            </a:pPr>
            <a:r>
              <a:rPr lang="zh-CN" altLang="en-US" sz="1600" b="1">
                <a:solidFill>
                  <a:schemeClr val="tx1">
                    <a:lumMod val="75000"/>
                    <a:lumOff val="25000"/>
                  </a:schemeClr>
                </a:solidFill>
                <a:latin typeface="思源宋体 Heavy" panose="02020900000000000000" charset="-122"/>
                <a:ea typeface="思源宋体 Heavy" panose="02020900000000000000" charset="-122"/>
              </a:rPr>
              <a:t>单击输入标题</a:t>
            </a:r>
            <a:endParaRPr lang="en-US" altLang="zh-CN" sz="1600" b="1">
              <a:solidFill>
                <a:schemeClr val="tx1">
                  <a:lumMod val="75000"/>
                  <a:lumOff val="25000"/>
                </a:schemeClr>
              </a:solidFill>
              <a:latin typeface="思源宋体 Heavy" panose="02020900000000000000" charset="-122"/>
              <a:ea typeface="思源宋体 Heavy" panose="02020900000000000000" charset="-122"/>
            </a:endParaRPr>
          </a:p>
        </p:txBody>
      </p:sp>
      <p:grpSp>
        <p:nvGrpSpPr>
          <p:cNvPr id="12" name="组合 11"/>
          <p:cNvGrpSpPr/>
          <p:nvPr/>
        </p:nvGrpSpPr>
        <p:grpSpPr>
          <a:xfrm>
            <a:off x="1497530" y="6110663"/>
            <a:ext cx="168117" cy="168117"/>
            <a:chOff x="870337" y="1884610"/>
            <a:chExt cx="407325" cy="407325"/>
          </a:xfrm>
        </p:grpSpPr>
        <p:sp>
          <p:nvSpPr>
            <p:cNvPr id="13" name="椭圆 12"/>
            <p:cNvSpPr/>
            <p:nvPr/>
          </p:nvSpPr>
          <p:spPr>
            <a:xfrm>
              <a:off x="870337" y="1884610"/>
              <a:ext cx="407325" cy="40732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dollar-bag_17794"/>
            <p:cNvSpPr/>
            <p:nvPr/>
          </p:nvSpPr>
          <p:spPr>
            <a:xfrm>
              <a:off x="1003393" y="1997089"/>
              <a:ext cx="141212" cy="182366"/>
            </a:xfrm>
            <a:custGeom>
              <a:avLst/>
              <a:gdLst>
                <a:gd name="T0" fmla="*/ 3250 w 3635"/>
                <a:gd name="T1" fmla="*/ 2043 h 4701"/>
                <a:gd name="T2" fmla="*/ 2365 w 3635"/>
                <a:gd name="T3" fmla="*/ 1417 h 4701"/>
                <a:gd name="T4" fmla="*/ 2500 w 3635"/>
                <a:gd name="T5" fmla="*/ 1414 h 4701"/>
                <a:gd name="T6" fmla="*/ 3193 w 3635"/>
                <a:gd name="T7" fmla="*/ 1490 h 4701"/>
                <a:gd name="T8" fmla="*/ 3332 w 3635"/>
                <a:gd name="T9" fmla="*/ 1453 h 4701"/>
                <a:gd name="T10" fmla="*/ 2904 w 3635"/>
                <a:gd name="T11" fmla="*/ 1344 h 4701"/>
                <a:gd name="T12" fmla="*/ 2345 w 3635"/>
                <a:gd name="T13" fmla="*/ 1358 h 4701"/>
                <a:gd name="T14" fmla="*/ 2555 w 3635"/>
                <a:gd name="T15" fmla="*/ 1321 h 4701"/>
                <a:gd name="T16" fmla="*/ 3115 w 3635"/>
                <a:gd name="T17" fmla="*/ 1087 h 4701"/>
                <a:gd name="T18" fmla="*/ 3164 w 3635"/>
                <a:gd name="T19" fmla="*/ 986 h 4701"/>
                <a:gd name="T20" fmla="*/ 2816 w 3635"/>
                <a:gd name="T21" fmla="*/ 1081 h 4701"/>
                <a:gd name="T22" fmla="*/ 2629 w 3635"/>
                <a:gd name="T23" fmla="*/ 1209 h 4701"/>
                <a:gd name="T24" fmla="*/ 2181 w 3635"/>
                <a:gd name="T25" fmla="*/ 1292 h 4701"/>
                <a:gd name="T26" fmla="*/ 2603 w 3635"/>
                <a:gd name="T27" fmla="*/ 126 h 4701"/>
                <a:gd name="T28" fmla="*/ 2312 w 3635"/>
                <a:gd name="T29" fmla="*/ 78 h 4701"/>
                <a:gd name="T30" fmla="*/ 1847 w 3635"/>
                <a:gd name="T31" fmla="*/ 174 h 4701"/>
                <a:gd name="T32" fmla="*/ 1664 w 3635"/>
                <a:gd name="T33" fmla="*/ 170 h 4701"/>
                <a:gd name="T34" fmla="*/ 1483 w 3635"/>
                <a:gd name="T35" fmla="*/ 165 h 4701"/>
                <a:gd name="T36" fmla="*/ 893 w 3635"/>
                <a:gd name="T37" fmla="*/ 359 h 4701"/>
                <a:gd name="T38" fmla="*/ 1466 w 3635"/>
                <a:gd name="T39" fmla="*/ 1398 h 4701"/>
                <a:gd name="T40" fmla="*/ 115 w 3635"/>
                <a:gd name="T41" fmla="*/ 2775 h 4701"/>
                <a:gd name="T42" fmla="*/ 402 w 3635"/>
                <a:gd name="T43" fmla="*/ 4149 h 4701"/>
                <a:gd name="T44" fmla="*/ 1817 w 3635"/>
                <a:gd name="T45" fmla="*/ 4701 h 4701"/>
                <a:gd name="T46" fmla="*/ 3515 w 3635"/>
                <a:gd name="T47" fmla="*/ 3556 h 4701"/>
                <a:gd name="T48" fmla="*/ 3250 w 3635"/>
                <a:gd name="T49" fmla="*/ 2043 h 4701"/>
                <a:gd name="T50" fmla="*/ 1605 w 3635"/>
                <a:gd name="T51" fmla="*/ 329 h 4701"/>
                <a:gd name="T52" fmla="*/ 1781 w 3635"/>
                <a:gd name="T53" fmla="*/ 333 h 4701"/>
                <a:gd name="T54" fmla="*/ 1970 w 3635"/>
                <a:gd name="T55" fmla="*/ 338 h 4701"/>
                <a:gd name="T56" fmla="*/ 2287 w 3635"/>
                <a:gd name="T57" fmla="*/ 306 h 4701"/>
                <a:gd name="T58" fmla="*/ 2077 w 3635"/>
                <a:gd name="T59" fmla="*/ 444 h 4701"/>
                <a:gd name="T60" fmla="*/ 1157 w 3635"/>
                <a:gd name="T61" fmla="*/ 446 h 4701"/>
                <a:gd name="T62" fmla="*/ 1605 w 3635"/>
                <a:gd name="T63" fmla="*/ 329 h 4701"/>
                <a:gd name="T64" fmla="*/ 1874 w 3635"/>
                <a:gd name="T65" fmla="*/ 3776 h 4701"/>
                <a:gd name="T66" fmla="*/ 1874 w 3635"/>
                <a:gd name="T67" fmla="*/ 4034 h 4701"/>
                <a:gd name="T68" fmla="*/ 1717 w 3635"/>
                <a:gd name="T69" fmla="*/ 4034 h 4701"/>
                <a:gd name="T70" fmla="*/ 1717 w 3635"/>
                <a:gd name="T71" fmla="*/ 3786 h 4701"/>
                <a:gd name="T72" fmla="*/ 1340 w 3635"/>
                <a:gd name="T73" fmla="*/ 3677 h 4701"/>
                <a:gd name="T74" fmla="*/ 1400 w 3635"/>
                <a:gd name="T75" fmla="*/ 3510 h 4701"/>
                <a:gd name="T76" fmla="*/ 1755 w 3635"/>
                <a:gd name="T77" fmla="*/ 3617 h 4701"/>
                <a:gd name="T78" fmla="*/ 2034 w 3635"/>
                <a:gd name="T79" fmla="*/ 3374 h 4701"/>
                <a:gd name="T80" fmla="*/ 1769 w 3635"/>
                <a:gd name="T81" fmla="*/ 3079 h 4701"/>
                <a:gd name="T82" fmla="*/ 1360 w 3635"/>
                <a:gd name="T83" fmla="*/ 2647 h 4701"/>
                <a:gd name="T84" fmla="*/ 1732 w 3635"/>
                <a:gd name="T85" fmla="*/ 2248 h 4701"/>
                <a:gd name="T86" fmla="*/ 1732 w 3635"/>
                <a:gd name="T87" fmla="*/ 2000 h 4701"/>
                <a:gd name="T88" fmla="*/ 1889 w 3635"/>
                <a:gd name="T89" fmla="*/ 2000 h 4701"/>
                <a:gd name="T90" fmla="*/ 1888 w 3635"/>
                <a:gd name="T91" fmla="*/ 2240 h 4701"/>
                <a:gd name="T92" fmla="*/ 2211 w 3635"/>
                <a:gd name="T93" fmla="*/ 2327 h 4701"/>
                <a:gd name="T94" fmla="*/ 2149 w 3635"/>
                <a:gd name="T95" fmla="*/ 2491 h 4701"/>
                <a:gd name="T96" fmla="*/ 1836 w 3635"/>
                <a:gd name="T97" fmla="*/ 2404 h 4701"/>
                <a:gd name="T98" fmla="*/ 1589 w 3635"/>
                <a:gd name="T99" fmla="*/ 2620 h 4701"/>
                <a:gd name="T100" fmla="*/ 1881 w 3635"/>
                <a:gd name="T101" fmla="*/ 2902 h 4701"/>
                <a:gd name="T102" fmla="*/ 2265 w 3635"/>
                <a:gd name="T103" fmla="*/ 3354 h 4701"/>
                <a:gd name="T104" fmla="*/ 1874 w 3635"/>
                <a:gd name="T105" fmla="*/ 3776 h 4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635" h="4701">
                  <a:moveTo>
                    <a:pt x="3250" y="2043"/>
                  </a:moveTo>
                  <a:cubicBezTo>
                    <a:pt x="3034" y="1723"/>
                    <a:pt x="2729" y="1509"/>
                    <a:pt x="2365" y="1417"/>
                  </a:cubicBezTo>
                  <a:cubicBezTo>
                    <a:pt x="2410" y="1417"/>
                    <a:pt x="2456" y="1416"/>
                    <a:pt x="2500" y="1414"/>
                  </a:cubicBezTo>
                  <a:cubicBezTo>
                    <a:pt x="2679" y="1408"/>
                    <a:pt x="3072" y="1316"/>
                    <a:pt x="3193" y="1490"/>
                  </a:cubicBezTo>
                  <a:cubicBezTo>
                    <a:pt x="3217" y="1524"/>
                    <a:pt x="3342" y="1468"/>
                    <a:pt x="3332" y="1453"/>
                  </a:cubicBezTo>
                  <a:cubicBezTo>
                    <a:pt x="3242" y="1324"/>
                    <a:pt x="3042" y="1341"/>
                    <a:pt x="2904" y="1344"/>
                  </a:cubicBezTo>
                  <a:cubicBezTo>
                    <a:pt x="2730" y="1349"/>
                    <a:pt x="2528" y="1384"/>
                    <a:pt x="2345" y="1358"/>
                  </a:cubicBezTo>
                  <a:cubicBezTo>
                    <a:pt x="2415" y="1351"/>
                    <a:pt x="2485" y="1340"/>
                    <a:pt x="2555" y="1321"/>
                  </a:cubicBezTo>
                  <a:cubicBezTo>
                    <a:pt x="2757" y="1266"/>
                    <a:pt x="2892" y="1086"/>
                    <a:pt x="3115" y="1087"/>
                  </a:cubicBezTo>
                  <a:cubicBezTo>
                    <a:pt x="3139" y="1081"/>
                    <a:pt x="3202" y="987"/>
                    <a:pt x="3164" y="986"/>
                  </a:cubicBezTo>
                  <a:cubicBezTo>
                    <a:pt x="3034" y="986"/>
                    <a:pt x="2929" y="1016"/>
                    <a:pt x="2816" y="1081"/>
                  </a:cubicBezTo>
                  <a:cubicBezTo>
                    <a:pt x="2751" y="1118"/>
                    <a:pt x="2692" y="1168"/>
                    <a:pt x="2629" y="1209"/>
                  </a:cubicBezTo>
                  <a:cubicBezTo>
                    <a:pt x="2499" y="1292"/>
                    <a:pt x="2336" y="1296"/>
                    <a:pt x="2181" y="1292"/>
                  </a:cubicBezTo>
                  <a:cubicBezTo>
                    <a:pt x="2457" y="910"/>
                    <a:pt x="2694" y="338"/>
                    <a:pt x="2603" y="126"/>
                  </a:cubicBezTo>
                  <a:cubicBezTo>
                    <a:pt x="2560" y="25"/>
                    <a:pt x="2452" y="0"/>
                    <a:pt x="2312" y="78"/>
                  </a:cubicBezTo>
                  <a:cubicBezTo>
                    <a:pt x="2162" y="163"/>
                    <a:pt x="1992" y="174"/>
                    <a:pt x="1847" y="174"/>
                  </a:cubicBezTo>
                  <a:cubicBezTo>
                    <a:pt x="1786" y="174"/>
                    <a:pt x="1724" y="172"/>
                    <a:pt x="1664" y="170"/>
                  </a:cubicBezTo>
                  <a:cubicBezTo>
                    <a:pt x="1603" y="167"/>
                    <a:pt x="1542" y="165"/>
                    <a:pt x="1483" y="165"/>
                  </a:cubicBezTo>
                  <a:cubicBezTo>
                    <a:pt x="1287" y="165"/>
                    <a:pt x="1064" y="188"/>
                    <a:pt x="893" y="359"/>
                  </a:cubicBezTo>
                  <a:cubicBezTo>
                    <a:pt x="759" y="498"/>
                    <a:pt x="939" y="1065"/>
                    <a:pt x="1466" y="1398"/>
                  </a:cubicBezTo>
                  <a:cubicBezTo>
                    <a:pt x="532" y="1536"/>
                    <a:pt x="256" y="2162"/>
                    <a:pt x="115" y="2775"/>
                  </a:cubicBezTo>
                  <a:cubicBezTo>
                    <a:pt x="0" y="3275"/>
                    <a:pt x="105" y="3776"/>
                    <a:pt x="402" y="4149"/>
                  </a:cubicBezTo>
                  <a:cubicBezTo>
                    <a:pt x="686" y="4505"/>
                    <a:pt x="1337" y="4701"/>
                    <a:pt x="1817" y="4701"/>
                  </a:cubicBezTo>
                  <a:cubicBezTo>
                    <a:pt x="2946" y="4701"/>
                    <a:pt x="3375" y="4232"/>
                    <a:pt x="3515" y="3556"/>
                  </a:cubicBezTo>
                  <a:cubicBezTo>
                    <a:pt x="3635" y="3033"/>
                    <a:pt x="3536" y="2467"/>
                    <a:pt x="3250" y="2043"/>
                  </a:cubicBezTo>
                  <a:close/>
                  <a:moveTo>
                    <a:pt x="1605" y="329"/>
                  </a:moveTo>
                  <a:cubicBezTo>
                    <a:pt x="1663" y="329"/>
                    <a:pt x="1722" y="331"/>
                    <a:pt x="1781" y="333"/>
                  </a:cubicBezTo>
                  <a:cubicBezTo>
                    <a:pt x="1844" y="335"/>
                    <a:pt x="1907" y="338"/>
                    <a:pt x="1970" y="338"/>
                  </a:cubicBezTo>
                  <a:cubicBezTo>
                    <a:pt x="2064" y="338"/>
                    <a:pt x="2174" y="332"/>
                    <a:pt x="2287" y="306"/>
                  </a:cubicBezTo>
                  <a:cubicBezTo>
                    <a:pt x="2216" y="349"/>
                    <a:pt x="2145" y="396"/>
                    <a:pt x="2077" y="444"/>
                  </a:cubicBezTo>
                  <a:cubicBezTo>
                    <a:pt x="1745" y="672"/>
                    <a:pt x="1482" y="852"/>
                    <a:pt x="1157" y="446"/>
                  </a:cubicBezTo>
                  <a:cubicBezTo>
                    <a:pt x="1285" y="345"/>
                    <a:pt x="1447" y="329"/>
                    <a:pt x="1605" y="329"/>
                  </a:cubicBezTo>
                  <a:close/>
                  <a:moveTo>
                    <a:pt x="1874" y="3776"/>
                  </a:moveTo>
                  <a:lnTo>
                    <a:pt x="1874" y="4034"/>
                  </a:lnTo>
                  <a:lnTo>
                    <a:pt x="1717" y="4034"/>
                  </a:lnTo>
                  <a:lnTo>
                    <a:pt x="1717" y="3786"/>
                  </a:lnTo>
                  <a:cubicBezTo>
                    <a:pt x="1574" y="3783"/>
                    <a:pt x="1427" y="3738"/>
                    <a:pt x="1340" y="3677"/>
                  </a:cubicBezTo>
                  <a:lnTo>
                    <a:pt x="1400" y="3510"/>
                  </a:lnTo>
                  <a:cubicBezTo>
                    <a:pt x="1487" y="3567"/>
                    <a:pt x="1616" y="3617"/>
                    <a:pt x="1755" y="3617"/>
                  </a:cubicBezTo>
                  <a:cubicBezTo>
                    <a:pt x="1930" y="3617"/>
                    <a:pt x="2034" y="3515"/>
                    <a:pt x="2034" y="3374"/>
                  </a:cubicBezTo>
                  <a:cubicBezTo>
                    <a:pt x="2034" y="3238"/>
                    <a:pt x="1953" y="3153"/>
                    <a:pt x="1769" y="3079"/>
                  </a:cubicBezTo>
                  <a:cubicBezTo>
                    <a:pt x="1517" y="2979"/>
                    <a:pt x="1360" y="2863"/>
                    <a:pt x="1360" y="2647"/>
                  </a:cubicBezTo>
                  <a:cubicBezTo>
                    <a:pt x="1360" y="2441"/>
                    <a:pt x="1506" y="2285"/>
                    <a:pt x="1732" y="2248"/>
                  </a:cubicBezTo>
                  <a:lnTo>
                    <a:pt x="1732" y="2000"/>
                  </a:lnTo>
                  <a:lnTo>
                    <a:pt x="1889" y="2000"/>
                  </a:lnTo>
                  <a:lnTo>
                    <a:pt x="1888" y="2240"/>
                  </a:lnTo>
                  <a:cubicBezTo>
                    <a:pt x="2035" y="2245"/>
                    <a:pt x="2136" y="2285"/>
                    <a:pt x="2211" y="2327"/>
                  </a:cubicBezTo>
                  <a:lnTo>
                    <a:pt x="2149" y="2491"/>
                  </a:lnTo>
                  <a:cubicBezTo>
                    <a:pt x="2097" y="2461"/>
                    <a:pt x="1995" y="2404"/>
                    <a:pt x="1836" y="2404"/>
                  </a:cubicBezTo>
                  <a:cubicBezTo>
                    <a:pt x="1645" y="2404"/>
                    <a:pt x="1589" y="2518"/>
                    <a:pt x="1589" y="2620"/>
                  </a:cubicBezTo>
                  <a:cubicBezTo>
                    <a:pt x="1589" y="2746"/>
                    <a:pt x="1665" y="2811"/>
                    <a:pt x="1881" y="2902"/>
                  </a:cubicBezTo>
                  <a:cubicBezTo>
                    <a:pt x="2136" y="3007"/>
                    <a:pt x="2265" y="3133"/>
                    <a:pt x="2265" y="3354"/>
                  </a:cubicBezTo>
                  <a:cubicBezTo>
                    <a:pt x="2265" y="3552"/>
                    <a:pt x="2129" y="3736"/>
                    <a:pt x="1874" y="377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组合 14"/>
          <p:cNvGrpSpPr/>
          <p:nvPr/>
        </p:nvGrpSpPr>
        <p:grpSpPr>
          <a:xfrm>
            <a:off x="1754705" y="6110663"/>
            <a:ext cx="168117" cy="168117"/>
            <a:chOff x="870337" y="1884610"/>
            <a:chExt cx="407325" cy="407325"/>
          </a:xfrm>
        </p:grpSpPr>
        <p:sp>
          <p:nvSpPr>
            <p:cNvPr id="16" name="椭圆 15"/>
            <p:cNvSpPr/>
            <p:nvPr/>
          </p:nvSpPr>
          <p:spPr>
            <a:xfrm>
              <a:off x="870337" y="1884610"/>
              <a:ext cx="407325" cy="407325"/>
            </a:xfrm>
            <a:prstGeom prst="ellipse">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dollar-bag_17794"/>
            <p:cNvSpPr/>
            <p:nvPr/>
          </p:nvSpPr>
          <p:spPr>
            <a:xfrm>
              <a:off x="1003393" y="1997089"/>
              <a:ext cx="141212" cy="182366"/>
            </a:xfrm>
            <a:custGeom>
              <a:avLst/>
              <a:gdLst>
                <a:gd name="T0" fmla="*/ 3250 w 3635"/>
                <a:gd name="T1" fmla="*/ 2043 h 4701"/>
                <a:gd name="T2" fmla="*/ 2365 w 3635"/>
                <a:gd name="T3" fmla="*/ 1417 h 4701"/>
                <a:gd name="T4" fmla="*/ 2500 w 3635"/>
                <a:gd name="T5" fmla="*/ 1414 h 4701"/>
                <a:gd name="T6" fmla="*/ 3193 w 3635"/>
                <a:gd name="T7" fmla="*/ 1490 h 4701"/>
                <a:gd name="T8" fmla="*/ 3332 w 3635"/>
                <a:gd name="T9" fmla="*/ 1453 h 4701"/>
                <a:gd name="T10" fmla="*/ 2904 w 3635"/>
                <a:gd name="T11" fmla="*/ 1344 h 4701"/>
                <a:gd name="T12" fmla="*/ 2345 w 3635"/>
                <a:gd name="T13" fmla="*/ 1358 h 4701"/>
                <a:gd name="T14" fmla="*/ 2555 w 3635"/>
                <a:gd name="T15" fmla="*/ 1321 h 4701"/>
                <a:gd name="T16" fmla="*/ 3115 w 3635"/>
                <a:gd name="T17" fmla="*/ 1087 h 4701"/>
                <a:gd name="T18" fmla="*/ 3164 w 3635"/>
                <a:gd name="T19" fmla="*/ 986 h 4701"/>
                <a:gd name="T20" fmla="*/ 2816 w 3635"/>
                <a:gd name="T21" fmla="*/ 1081 h 4701"/>
                <a:gd name="T22" fmla="*/ 2629 w 3635"/>
                <a:gd name="T23" fmla="*/ 1209 h 4701"/>
                <a:gd name="T24" fmla="*/ 2181 w 3635"/>
                <a:gd name="T25" fmla="*/ 1292 h 4701"/>
                <a:gd name="T26" fmla="*/ 2603 w 3635"/>
                <a:gd name="T27" fmla="*/ 126 h 4701"/>
                <a:gd name="T28" fmla="*/ 2312 w 3635"/>
                <a:gd name="T29" fmla="*/ 78 h 4701"/>
                <a:gd name="T30" fmla="*/ 1847 w 3635"/>
                <a:gd name="T31" fmla="*/ 174 h 4701"/>
                <a:gd name="T32" fmla="*/ 1664 w 3635"/>
                <a:gd name="T33" fmla="*/ 170 h 4701"/>
                <a:gd name="T34" fmla="*/ 1483 w 3635"/>
                <a:gd name="T35" fmla="*/ 165 h 4701"/>
                <a:gd name="T36" fmla="*/ 893 w 3635"/>
                <a:gd name="T37" fmla="*/ 359 h 4701"/>
                <a:gd name="T38" fmla="*/ 1466 w 3635"/>
                <a:gd name="T39" fmla="*/ 1398 h 4701"/>
                <a:gd name="T40" fmla="*/ 115 w 3635"/>
                <a:gd name="T41" fmla="*/ 2775 h 4701"/>
                <a:gd name="T42" fmla="*/ 402 w 3635"/>
                <a:gd name="T43" fmla="*/ 4149 h 4701"/>
                <a:gd name="T44" fmla="*/ 1817 w 3635"/>
                <a:gd name="T45" fmla="*/ 4701 h 4701"/>
                <a:gd name="T46" fmla="*/ 3515 w 3635"/>
                <a:gd name="T47" fmla="*/ 3556 h 4701"/>
                <a:gd name="T48" fmla="*/ 3250 w 3635"/>
                <a:gd name="T49" fmla="*/ 2043 h 4701"/>
                <a:gd name="T50" fmla="*/ 1605 w 3635"/>
                <a:gd name="T51" fmla="*/ 329 h 4701"/>
                <a:gd name="T52" fmla="*/ 1781 w 3635"/>
                <a:gd name="T53" fmla="*/ 333 h 4701"/>
                <a:gd name="T54" fmla="*/ 1970 w 3635"/>
                <a:gd name="T55" fmla="*/ 338 h 4701"/>
                <a:gd name="T56" fmla="*/ 2287 w 3635"/>
                <a:gd name="T57" fmla="*/ 306 h 4701"/>
                <a:gd name="T58" fmla="*/ 2077 w 3635"/>
                <a:gd name="T59" fmla="*/ 444 h 4701"/>
                <a:gd name="T60" fmla="*/ 1157 w 3635"/>
                <a:gd name="T61" fmla="*/ 446 h 4701"/>
                <a:gd name="T62" fmla="*/ 1605 w 3635"/>
                <a:gd name="T63" fmla="*/ 329 h 4701"/>
                <a:gd name="T64" fmla="*/ 1874 w 3635"/>
                <a:gd name="T65" fmla="*/ 3776 h 4701"/>
                <a:gd name="T66" fmla="*/ 1874 w 3635"/>
                <a:gd name="T67" fmla="*/ 4034 h 4701"/>
                <a:gd name="T68" fmla="*/ 1717 w 3635"/>
                <a:gd name="T69" fmla="*/ 4034 h 4701"/>
                <a:gd name="T70" fmla="*/ 1717 w 3635"/>
                <a:gd name="T71" fmla="*/ 3786 h 4701"/>
                <a:gd name="T72" fmla="*/ 1340 w 3635"/>
                <a:gd name="T73" fmla="*/ 3677 h 4701"/>
                <a:gd name="T74" fmla="*/ 1400 w 3635"/>
                <a:gd name="T75" fmla="*/ 3510 h 4701"/>
                <a:gd name="T76" fmla="*/ 1755 w 3635"/>
                <a:gd name="T77" fmla="*/ 3617 h 4701"/>
                <a:gd name="T78" fmla="*/ 2034 w 3635"/>
                <a:gd name="T79" fmla="*/ 3374 h 4701"/>
                <a:gd name="T80" fmla="*/ 1769 w 3635"/>
                <a:gd name="T81" fmla="*/ 3079 h 4701"/>
                <a:gd name="T82" fmla="*/ 1360 w 3635"/>
                <a:gd name="T83" fmla="*/ 2647 h 4701"/>
                <a:gd name="T84" fmla="*/ 1732 w 3635"/>
                <a:gd name="T85" fmla="*/ 2248 h 4701"/>
                <a:gd name="T86" fmla="*/ 1732 w 3635"/>
                <a:gd name="T87" fmla="*/ 2000 h 4701"/>
                <a:gd name="T88" fmla="*/ 1889 w 3635"/>
                <a:gd name="T89" fmla="*/ 2000 h 4701"/>
                <a:gd name="T90" fmla="*/ 1888 w 3635"/>
                <a:gd name="T91" fmla="*/ 2240 h 4701"/>
                <a:gd name="T92" fmla="*/ 2211 w 3635"/>
                <a:gd name="T93" fmla="*/ 2327 h 4701"/>
                <a:gd name="T94" fmla="*/ 2149 w 3635"/>
                <a:gd name="T95" fmla="*/ 2491 h 4701"/>
                <a:gd name="T96" fmla="*/ 1836 w 3635"/>
                <a:gd name="T97" fmla="*/ 2404 h 4701"/>
                <a:gd name="T98" fmla="*/ 1589 w 3635"/>
                <a:gd name="T99" fmla="*/ 2620 h 4701"/>
                <a:gd name="T100" fmla="*/ 1881 w 3635"/>
                <a:gd name="T101" fmla="*/ 2902 h 4701"/>
                <a:gd name="T102" fmla="*/ 2265 w 3635"/>
                <a:gd name="T103" fmla="*/ 3354 h 4701"/>
                <a:gd name="T104" fmla="*/ 1874 w 3635"/>
                <a:gd name="T105" fmla="*/ 3776 h 4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635" h="4701">
                  <a:moveTo>
                    <a:pt x="3250" y="2043"/>
                  </a:moveTo>
                  <a:cubicBezTo>
                    <a:pt x="3034" y="1723"/>
                    <a:pt x="2729" y="1509"/>
                    <a:pt x="2365" y="1417"/>
                  </a:cubicBezTo>
                  <a:cubicBezTo>
                    <a:pt x="2410" y="1417"/>
                    <a:pt x="2456" y="1416"/>
                    <a:pt x="2500" y="1414"/>
                  </a:cubicBezTo>
                  <a:cubicBezTo>
                    <a:pt x="2679" y="1408"/>
                    <a:pt x="3072" y="1316"/>
                    <a:pt x="3193" y="1490"/>
                  </a:cubicBezTo>
                  <a:cubicBezTo>
                    <a:pt x="3217" y="1524"/>
                    <a:pt x="3342" y="1468"/>
                    <a:pt x="3332" y="1453"/>
                  </a:cubicBezTo>
                  <a:cubicBezTo>
                    <a:pt x="3242" y="1324"/>
                    <a:pt x="3042" y="1341"/>
                    <a:pt x="2904" y="1344"/>
                  </a:cubicBezTo>
                  <a:cubicBezTo>
                    <a:pt x="2730" y="1349"/>
                    <a:pt x="2528" y="1384"/>
                    <a:pt x="2345" y="1358"/>
                  </a:cubicBezTo>
                  <a:cubicBezTo>
                    <a:pt x="2415" y="1351"/>
                    <a:pt x="2485" y="1340"/>
                    <a:pt x="2555" y="1321"/>
                  </a:cubicBezTo>
                  <a:cubicBezTo>
                    <a:pt x="2757" y="1266"/>
                    <a:pt x="2892" y="1086"/>
                    <a:pt x="3115" y="1087"/>
                  </a:cubicBezTo>
                  <a:cubicBezTo>
                    <a:pt x="3139" y="1081"/>
                    <a:pt x="3202" y="987"/>
                    <a:pt x="3164" y="986"/>
                  </a:cubicBezTo>
                  <a:cubicBezTo>
                    <a:pt x="3034" y="986"/>
                    <a:pt x="2929" y="1016"/>
                    <a:pt x="2816" y="1081"/>
                  </a:cubicBezTo>
                  <a:cubicBezTo>
                    <a:pt x="2751" y="1118"/>
                    <a:pt x="2692" y="1168"/>
                    <a:pt x="2629" y="1209"/>
                  </a:cubicBezTo>
                  <a:cubicBezTo>
                    <a:pt x="2499" y="1292"/>
                    <a:pt x="2336" y="1296"/>
                    <a:pt x="2181" y="1292"/>
                  </a:cubicBezTo>
                  <a:cubicBezTo>
                    <a:pt x="2457" y="910"/>
                    <a:pt x="2694" y="338"/>
                    <a:pt x="2603" y="126"/>
                  </a:cubicBezTo>
                  <a:cubicBezTo>
                    <a:pt x="2560" y="25"/>
                    <a:pt x="2452" y="0"/>
                    <a:pt x="2312" y="78"/>
                  </a:cubicBezTo>
                  <a:cubicBezTo>
                    <a:pt x="2162" y="163"/>
                    <a:pt x="1992" y="174"/>
                    <a:pt x="1847" y="174"/>
                  </a:cubicBezTo>
                  <a:cubicBezTo>
                    <a:pt x="1786" y="174"/>
                    <a:pt x="1724" y="172"/>
                    <a:pt x="1664" y="170"/>
                  </a:cubicBezTo>
                  <a:cubicBezTo>
                    <a:pt x="1603" y="167"/>
                    <a:pt x="1542" y="165"/>
                    <a:pt x="1483" y="165"/>
                  </a:cubicBezTo>
                  <a:cubicBezTo>
                    <a:pt x="1287" y="165"/>
                    <a:pt x="1064" y="188"/>
                    <a:pt x="893" y="359"/>
                  </a:cubicBezTo>
                  <a:cubicBezTo>
                    <a:pt x="759" y="498"/>
                    <a:pt x="939" y="1065"/>
                    <a:pt x="1466" y="1398"/>
                  </a:cubicBezTo>
                  <a:cubicBezTo>
                    <a:pt x="532" y="1536"/>
                    <a:pt x="256" y="2162"/>
                    <a:pt x="115" y="2775"/>
                  </a:cubicBezTo>
                  <a:cubicBezTo>
                    <a:pt x="0" y="3275"/>
                    <a:pt x="105" y="3776"/>
                    <a:pt x="402" y="4149"/>
                  </a:cubicBezTo>
                  <a:cubicBezTo>
                    <a:pt x="686" y="4505"/>
                    <a:pt x="1337" y="4701"/>
                    <a:pt x="1817" y="4701"/>
                  </a:cubicBezTo>
                  <a:cubicBezTo>
                    <a:pt x="2946" y="4701"/>
                    <a:pt x="3375" y="4232"/>
                    <a:pt x="3515" y="3556"/>
                  </a:cubicBezTo>
                  <a:cubicBezTo>
                    <a:pt x="3635" y="3033"/>
                    <a:pt x="3536" y="2467"/>
                    <a:pt x="3250" y="2043"/>
                  </a:cubicBezTo>
                  <a:close/>
                  <a:moveTo>
                    <a:pt x="1605" y="329"/>
                  </a:moveTo>
                  <a:cubicBezTo>
                    <a:pt x="1663" y="329"/>
                    <a:pt x="1722" y="331"/>
                    <a:pt x="1781" y="333"/>
                  </a:cubicBezTo>
                  <a:cubicBezTo>
                    <a:pt x="1844" y="335"/>
                    <a:pt x="1907" y="338"/>
                    <a:pt x="1970" y="338"/>
                  </a:cubicBezTo>
                  <a:cubicBezTo>
                    <a:pt x="2064" y="338"/>
                    <a:pt x="2174" y="332"/>
                    <a:pt x="2287" y="306"/>
                  </a:cubicBezTo>
                  <a:cubicBezTo>
                    <a:pt x="2216" y="349"/>
                    <a:pt x="2145" y="396"/>
                    <a:pt x="2077" y="444"/>
                  </a:cubicBezTo>
                  <a:cubicBezTo>
                    <a:pt x="1745" y="672"/>
                    <a:pt x="1482" y="852"/>
                    <a:pt x="1157" y="446"/>
                  </a:cubicBezTo>
                  <a:cubicBezTo>
                    <a:pt x="1285" y="345"/>
                    <a:pt x="1447" y="329"/>
                    <a:pt x="1605" y="329"/>
                  </a:cubicBezTo>
                  <a:close/>
                  <a:moveTo>
                    <a:pt x="1874" y="3776"/>
                  </a:moveTo>
                  <a:lnTo>
                    <a:pt x="1874" y="4034"/>
                  </a:lnTo>
                  <a:lnTo>
                    <a:pt x="1717" y="4034"/>
                  </a:lnTo>
                  <a:lnTo>
                    <a:pt x="1717" y="3786"/>
                  </a:lnTo>
                  <a:cubicBezTo>
                    <a:pt x="1574" y="3783"/>
                    <a:pt x="1427" y="3738"/>
                    <a:pt x="1340" y="3677"/>
                  </a:cubicBezTo>
                  <a:lnTo>
                    <a:pt x="1400" y="3510"/>
                  </a:lnTo>
                  <a:cubicBezTo>
                    <a:pt x="1487" y="3567"/>
                    <a:pt x="1616" y="3617"/>
                    <a:pt x="1755" y="3617"/>
                  </a:cubicBezTo>
                  <a:cubicBezTo>
                    <a:pt x="1930" y="3617"/>
                    <a:pt x="2034" y="3515"/>
                    <a:pt x="2034" y="3374"/>
                  </a:cubicBezTo>
                  <a:cubicBezTo>
                    <a:pt x="2034" y="3238"/>
                    <a:pt x="1953" y="3153"/>
                    <a:pt x="1769" y="3079"/>
                  </a:cubicBezTo>
                  <a:cubicBezTo>
                    <a:pt x="1517" y="2979"/>
                    <a:pt x="1360" y="2863"/>
                    <a:pt x="1360" y="2647"/>
                  </a:cubicBezTo>
                  <a:cubicBezTo>
                    <a:pt x="1360" y="2441"/>
                    <a:pt x="1506" y="2285"/>
                    <a:pt x="1732" y="2248"/>
                  </a:cubicBezTo>
                  <a:lnTo>
                    <a:pt x="1732" y="2000"/>
                  </a:lnTo>
                  <a:lnTo>
                    <a:pt x="1889" y="2000"/>
                  </a:lnTo>
                  <a:lnTo>
                    <a:pt x="1888" y="2240"/>
                  </a:lnTo>
                  <a:cubicBezTo>
                    <a:pt x="2035" y="2245"/>
                    <a:pt x="2136" y="2285"/>
                    <a:pt x="2211" y="2327"/>
                  </a:cubicBezTo>
                  <a:lnTo>
                    <a:pt x="2149" y="2491"/>
                  </a:lnTo>
                  <a:cubicBezTo>
                    <a:pt x="2097" y="2461"/>
                    <a:pt x="1995" y="2404"/>
                    <a:pt x="1836" y="2404"/>
                  </a:cubicBezTo>
                  <a:cubicBezTo>
                    <a:pt x="1645" y="2404"/>
                    <a:pt x="1589" y="2518"/>
                    <a:pt x="1589" y="2620"/>
                  </a:cubicBezTo>
                  <a:cubicBezTo>
                    <a:pt x="1589" y="2746"/>
                    <a:pt x="1665" y="2811"/>
                    <a:pt x="1881" y="2902"/>
                  </a:cubicBezTo>
                  <a:cubicBezTo>
                    <a:pt x="2136" y="3007"/>
                    <a:pt x="2265" y="3133"/>
                    <a:pt x="2265" y="3354"/>
                  </a:cubicBezTo>
                  <a:cubicBezTo>
                    <a:pt x="2265" y="3552"/>
                    <a:pt x="2129" y="3736"/>
                    <a:pt x="1874" y="377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文本框 17"/>
          <p:cNvSpPr txBox="1"/>
          <p:nvPr/>
        </p:nvSpPr>
        <p:spPr>
          <a:xfrm>
            <a:off x="5092576" y="5028445"/>
            <a:ext cx="2006848" cy="957250"/>
          </a:xfrm>
          <a:prstGeom prst="rect">
            <a:avLst/>
          </a:prstGeom>
          <a:noFill/>
        </p:spPr>
        <p:txBody>
          <a:bodyPr wrap="square">
            <a:spAutoFit/>
          </a:bodyPr>
          <a:lstStyle/>
          <a:p>
            <a:pPr>
              <a:lnSpc>
                <a:spcPct val="130000"/>
              </a:lnSpc>
            </a:pPr>
            <a:r>
              <a:rPr lang="zh-CN" altLang="en-US" sz="1100">
                <a:solidFill>
                  <a:schemeClr val="tx1">
                    <a:lumMod val="50000"/>
                    <a:lumOff val="50000"/>
                  </a:schemeClr>
                </a:solidFill>
                <a:latin typeface="思源宋体 Heavy" panose="02020900000000000000" charset="-122"/>
                <a:ea typeface="思源宋体 Heavy" panose="02020900000000000000" charset="-122"/>
              </a:rPr>
              <a:t>点此输入内容或者复制您的内容在这里，通过复制您的文本后在此框中选择粘贴点此输入内容或者复制您的内容</a:t>
            </a:r>
            <a:endParaRPr lang="en-US" altLang="zh-CN" sz="1100">
              <a:solidFill>
                <a:schemeClr val="tx1">
                  <a:lumMod val="50000"/>
                  <a:lumOff val="50000"/>
                </a:schemeClr>
              </a:solidFill>
              <a:latin typeface="思源宋体 Heavy" panose="02020900000000000000" charset="-122"/>
              <a:ea typeface="思源宋体 Heavy" panose="02020900000000000000" charset="-122"/>
            </a:endParaRPr>
          </a:p>
        </p:txBody>
      </p:sp>
      <p:sp>
        <p:nvSpPr>
          <p:cNvPr id="19" name="文本框 18"/>
          <p:cNvSpPr txBox="1"/>
          <p:nvPr/>
        </p:nvSpPr>
        <p:spPr>
          <a:xfrm>
            <a:off x="5092576" y="4647214"/>
            <a:ext cx="2006848" cy="371705"/>
          </a:xfrm>
          <a:prstGeom prst="rect">
            <a:avLst/>
          </a:prstGeom>
          <a:noFill/>
        </p:spPr>
        <p:txBody>
          <a:bodyPr wrap="square">
            <a:spAutoFit/>
          </a:bodyPr>
          <a:lstStyle/>
          <a:p>
            <a:pPr>
              <a:lnSpc>
                <a:spcPct val="120000"/>
              </a:lnSpc>
            </a:pPr>
            <a:r>
              <a:rPr lang="zh-CN" altLang="en-US" sz="1600" b="1">
                <a:solidFill>
                  <a:schemeClr val="tx1">
                    <a:lumMod val="75000"/>
                    <a:lumOff val="25000"/>
                  </a:schemeClr>
                </a:solidFill>
                <a:latin typeface="思源宋体 Heavy" panose="02020900000000000000" charset="-122"/>
                <a:ea typeface="思源宋体 Heavy" panose="02020900000000000000" charset="-122"/>
              </a:rPr>
              <a:t>单击输入标题</a:t>
            </a:r>
            <a:endParaRPr lang="en-US" altLang="zh-CN" sz="1600" b="1">
              <a:solidFill>
                <a:schemeClr val="tx1">
                  <a:lumMod val="75000"/>
                  <a:lumOff val="25000"/>
                </a:schemeClr>
              </a:solidFill>
              <a:latin typeface="思源宋体 Heavy" panose="02020900000000000000" charset="-122"/>
              <a:ea typeface="思源宋体 Heavy" panose="02020900000000000000" charset="-122"/>
            </a:endParaRPr>
          </a:p>
        </p:txBody>
      </p:sp>
      <p:grpSp>
        <p:nvGrpSpPr>
          <p:cNvPr id="20" name="组合 19"/>
          <p:cNvGrpSpPr/>
          <p:nvPr/>
        </p:nvGrpSpPr>
        <p:grpSpPr>
          <a:xfrm>
            <a:off x="5182428" y="6110663"/>
            <a:ext cx="168117" cy="168117"/>
            <a:chOff x="870337" y="1884610"/>
            <a:chExt cx="407325" cy="407325"/>
          </a:xfrm>
        </p:grpSpPr>
        <p:sp>
          <p:nvSpPr>
            <p:cNvPr id="21" name="椭圆 20"/>
            <p:cNvSpPr/>
            <p:nvPr/>
          </p:nvSpPr>
          <p:spPr>
            <a:xfrm>
              <a:off x="870337" y="1884610"/>
              <a:ext cx="407325" cy="40732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dollar-bag_17794"/>
            <p:cNvSpPr/>
            <p:nvPr/>
          </p:nvSpPr>
          <p:spPr>
            <a:xfrm>
              <a:off x="1003393" y="1997089"/>
              <a:ext cx="141212" cy="182366"/>
            </a:xfrm>
            <a:custGeom>
              <a:avLst/>
              <a:gdLst>
                <a:gd name="T0" fmla="*/ 3250 w 3635"/>
                <a:gd name="T1" fmla="*/ 2043 h 4701"/>
                <a:gd name="T2" fmla="*/ 2365 w 3635"/>
                <a:gd name="T3" fmla="*/ 1417 h 4701"/>
                <a:gd name="T4" fmla="*/ 2500 w 3635"/>
                <a:gd name="T5" fmla="*/ 1414 h 4701"/>
                <a:gd name="T6" fmla="*/ 3193 w 3635"/>
                <a:gd name="T7" fmla="*/ 1490 h 4701"/>
                <a:gd name="T8" fmla="*/ 3332 w 3635"/>
                <a:gd name="T9" fmla="*/ 1453 h 4701"/>
                <a:gd name="T10" fmla="*/ 2904 w 3635"/>
                <a:gd name="T11" fmla="*/ 1344 h 4701"/>
                <a:gd name="T12" fmla="*/ 2345 w 3635"/>
                <a:gd name="T13" fmla="*/ 1358 h 4701"/>
                <a:gd name="T14" fmla="*/ 2555 w 3635"/>
                <a:gd name="T15" fmla="*/ 1321 h 4701"/>
                <a:gd name="T16" fmla="*/ 3115 w 3635"/>
                <a:gd name="T17" fmla="*/ 1087 h 4701"/>
                <a:gd name="T18" fmla="*/ 3164 w 3635"/>
                <a:gd name="T19" fmla="*/ 986 h 4701"/>
                <a:gd name="T20" fmla="*/ 2816 w 3635"/>
                <a:gd name="T21" fmla="*/ 1081 h 4701"/>
                <a:gd name="T22" fmla="*/ 2629 w 3635"/>
                <a:gd name="T23" fmla="*/ 1209 h 4701"/>
                <a:gd name="T24" fmla="*/ 2181 w 3635"/>
                <a:gd name="T25" fmla="*/ 1292 h 4701"/>
                <a:gd name="T26" fmla="*/ 2603 w 3635"/>
                <a:gd name="T27" fmla="*/ 126 h 4701"/>
                <a:gd name="T28" fmla="*/ 2312 w 3635"/>
                <a:gd name="T29" fmla="*/ 78 h 4701"/>
                <a:gd name="T30" fmla="*/ 1847 w 3635"/>
                <a:gd name="T31" fmla="*/ 174 h 4701"/>
                <a:gd name="T32" fmla="*/ 1664 w 3635"/>
                <a:gd name="T33" fmla="*/ 170 h 4701"/>
                <a:gd name="T34" fmla="*/ 1483 w 3635"/>
                <a:gd name="T35" fmla="*/ 165 h 4701"/>
                <a:gd name="T36" fmla="*/ 893 w 3635"/>
                <a:gd name="T37" fmla="*/ 359 h 4701"/>
                <a:gd name="T38" fmla="*/ 1466 w 3635"/>
                <a:gd name="T39" fmla="*/ 1398 h 4701"/>
                <a:gd name="T40" fmla="*/ 115 w 3635"/>
                <a:gd name="T41" fmla="*/ 2775 h 4701"/>
                <a:gd name="T42" fmla="*/ 402 w 3635"/>
                <a:gd name="T43" fmla="*/ 4149 h 4701"/>
                <a:gd name="T44" fmla="*/ 1817 w 3635"/>
                <a:gd name="T45" fmla="*/ 4701 h 4701"/>
                <a:gd name="T46" fmla="*/ 3515 w 3635"/>
                <a:gd name="T47" fmla="*/ 3556 h 4701"/>
                <a:gd name="T48" fmla="*/ 3250 w 3635"/>
                <a:gd name="T49" fmla="*/ 2043 h 4701"/>
                <a:gd name="T50" fmla="*/ 1605 w 3635"/>
                <a:gd name="T51" fmla="*/ 329 h 4701"/>
                <a:gd name="T52" fmla="*/ 1781 w 3635"/>
                <a:gd name="T53" fmla="*/ 333 h 4701"/>
                <a:gd name="T54" fmla="*/ 1970 w 3635"/>
                <a:gd name="T55" fmla="*/ 338 h 4701"/>
                <a:gd name="T56" fmla="*/ 2287 w 3635"/>
                <a:gd name="T57" fmla="*/ 306 h 4701"/>
                <a:gd name="T58" fmla="*/ 2077 w 3635"/>
                <a:gd name="T59" fmla="*/ 444 h 4701"/>
                <a:gd name="T60" fmla="*/ 1157 w 3635"/>
                <a:gd name="T61" fmla="*/ 446 h 4701"/>
                <a:gd name="T62" fmla="*/ 1605 w 3635"/>
                <a:gd name="T63" fmla="*/ 329 h 4701"/>
                <a:gd name="T64" fmla="*/ 1874 w 3635"/>
                <a:gd name="T65" fmla="*/ 3776 h 4701"/>
                <a:gd name="T66" fmla="*/ 1874 w 3635"/>
                <a:gd name="T67" fmla="*/ 4034 h 4701"/>
                <a:gd name="T68" fmla="*/ 1717 w 3635"/>
                <a:gd name="T69" fmla="*/ 4034 h 4701"/>
                <a:gd name="T70" fmla="*/ 1717 w 3635"/>
                <a:gd name="T71" fmla="*/ 3786 h 4701"/>
                <a:gd name="T72" fmla="*/ 1340 w 3635"/>
                <a:gd name="T73" fmla="*/ 3677 h 4701"/>
                <a:gd name="T74" fmla="*/ 1400 w 3635"/>
                <a:gd name="T75" fmla="*/ 3510 h 4701"/>
                <a:gd name="T76" fmla="*/ 1755 w 3635"/>
                <a:gd name="T77" fmla="*/ 3617 h 4701"/>
                <a:gd name="T78" fmla="*/ 2034 w 3635"/>
                <a:gd name="T79" fmla="*/ 3374 h 4701"/>
                <a:gd name="T80" fmla="*/ 1769 w 3635"/>
                <a:gd name="T81" fmla="*/ 3079 h 4701"/>
                <a:gd name="T82" fmla="*/ 1360 w 3635"/>
                <a:gd name="T83" fmla="*/ 2647 h 4701"/>
                <a:gd name="T84" fmla="*/ 1732 w 3635"/>
                <a:gd name="T85" fmla="*/ 2248 h 4701"/>
                <a:gd name="T86" fmla="*/ 1732 w 3635"/>
                <a:gd name="T87" fmla="*/ 2000 h 4701"/>
                <a:gd name="T88" fmla="*/ 1889 w 3635"/>
                <a:gd name="T89" fmla="*/ 2000 h 4701"/>
                <a:gd name="T90" fmla="*/ 1888 w 3635"/>
                <a:gd name="T91" fmla="*/ 2240 h 4701"/>
                <a:gd name="T92" fmla="*/ 2211 w 3635"/>
                <a:gd name="T93" fmla="*/ 2327 h 4701"/>
                <a:gd name="T94" fmla="*/ 2149 w 3635"/>
                <a:gd name="T95" fmla="*/ 2491 h 4701"/>
                <a:gd name="T96" fmla="*/ 1836 w 3635"/>
                <a:gd name="T97" fmla="*/ 2404 h 4701"/>
                <a:gd name="T98" fmla="*/ 1589 w 3635"/>
                <a:gd name="T99" fmla="*/ 2620 h 4701"/>
                <a:gd name="T100" fmla="*/ 1881 w 3635"/>
                <a:gd name="T101" fmla="*/ 2902 h 4701"/>
                <a:gd name="T102" fmla="*/ 2265 w 3635"/>
                <a:gd name="T103" fmla="*/ 3354 h 4701"/>
                <a:gd name="T104" fmla="*/ 1874 w 3635"/>
                <a:gd name="T105" fmla="*/ 3776 h 4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635" h="4701">
                  <a:moveTo>
                    <a:pt x="3250" y="2043"/>
                  </a:moveTo>
                  <a:cubicBezTo>
                    <a:pt x="3034" y="1723"/>
                    <a:pt x="2729" y="1509"/>
                    <a:pt x="2365" y="1417"/>
                  </a:cubicBezTo>
                  <a:cubicBezTo>
                    <a:pt x="2410" y="1417"/>
                    <a:pt x="2456" y="1416"/>
                    <a:pt x="2500" y="1414"/>
                  </a:cubicBezTo>
                  <a:cubicBezTo>
                    <a:pt x="2679" y="1408"/>
                    <a:pt x="3072" y="1316"/>
                    <a:pt x="3193" y="1490"/>
                  </a:cubicBezTo>
                  <a:cubicBezTo>
                    <a:pt x="3217" y="1524"/>
                    <a:pt x="3342" y="1468"/>
                    <a:pt x="3332" y="1453"/>
                  </a:cubicBezTo>
                  <a:cubicBezTo>
                    <a:pt x="3242" y="1324"/>
                    <a:pt x="3042" y="1341"/>
                    <a:pt x="2904" y="1344"/>
                  </a:cubicBezTo>
                  <a:cubicBezTo>
                    <a:pt x="2730" y="1349"/>
                    <a:pt x="2528" y="1384"/>
                    <a:pt x="2345" y="1358"/>
                  </a:cubicBezTo>
                  <a:cubicBezTo>
                    <a:pt x="2415" y="1351"/>
                    <a:pt x="2485" y="1340"/>
                    <a:pt x="2555" y="1321"/>
                  </a:cubicBezTo>
                  <a:cubicBezTo>
                    <a:pt x="2757" y="1266"/>
                    <a:pt x="2892" y="1086"/>
                    <a:pt x="3115" y="1087"/>
                  </a:cubicBezTo>
                  <a:cubicBezTo>
                    <a:pt x="3139" y="1081"/>
                    <a:pt x="3202" y="987"/>
                    <a:pt x="3164" y="986"/>
                  </a:cubicBezTo>
                  <a:cubicBezTo>
                    <a:pt x="3034" y="986"/>
                    <a:pt x="2929" y="1016"/>
                    <a:pt x="2816" y="1081"/>
                  </a:cubicBezTo>
                  <a:cubicBezTo>
                    <a:pt x="2751" y="1118"/>
                    <a:pt x="2692" y="1168"/>
                    <a:pt x="2629" y="1209"/>
                  </a:cubicBezTo>
                  <a:cubicBezTo>
                    <a:pt x="2499" y="1292"/>
                    <a:pt x="2336" y="1296"/>
                    <a:pt x="2181" y="1292"/>
                  </a:cubicBezTo>
                  <a:cubicBezTo>
                    <a:pt x="2457" y="910"/>
                    <a:pt x="2694" y="338"/>
                    <a:pt x="2603" y="126"/>
                  </a:cubicBezTo>
                  <a:cubicBezTo>
                    <a:pt x="2560" y="25"/>
                    <a:pt x="2452" y="0"/>
                    <a:pt x="2312" y="78"/>
                  </a:cubicBezTo>
                  <a:cubicBezTo>
                    <a:pt x="2162" y="163"/>
                    <a:pt x="1992" y="174"/>
                    <a:pt x="1847" y="174"/>
                  </a:cubicBezTo>
                  <a:cubicBezTo>
                    <a:pt x="1786" y="174"/>
                    <a:pt x="1724" y="172"/>
                    <a:pt x="1664" y="170"/>
                  </a:cubicBezTo>
                  <a:cubicBezTo>
                    <a:pt x="1603" y="167"/>
                    <a:pt x="1542" y="165"/>
                    <a:pt x="1483" y="165"/>
                  </a:cubicBezTo>
                  <a:cubicBezTo>
                    <a:pt x="1287" y="165"/>
                    <a:pt x="1064" y="188"/>
                    <a:pt x="893" y="359"/>
                  </a:cubicBezTo>
                  <a:cubicBezTo>
                    <a:pt x="759" y="498"/>
                    <a:pt x="939" y="1065"/>
                    <a:pt x="1466" y="1398"/>
                  </a:cubicBezTo>
                  <a:cubicBezTo>
                    <a:pt x="532" y="1536"/>
                    <a:pt x="256" y="2162"/>
                    <a:pt x="115" y="2775"/>
                  </a:cubicBezTo>
                  <a:cubicBezTo>
                    <a:pt x="0" y="3275"/>
                    <a:pt x="105" y="3776"/>
                    <a:pt x="402" y="4149"/>
                  </a:cubicBezTo>
                  <a:cubicBezTo>
                    <a:pt x="686" y="4505"/>
                    <a:pt x="1337" y="4701"/>
                    <a:pt x="1817" y="4701"/>
                  </a:cubicBezTo>
                  <a:cubicBezTo>
                    <a:pt x="2946" y="4701"/>
                    <a:pt x="3375" y="4232"/>
                    <a:pt x="3515" y="3556"/>
                  </a:cubicBezTo>
                  <a:cubicBezTo>
                    <a:pt x="3635" y="3033"/>
                    <a:pt x="3536" y="2467"/>
                    <a:pt x="3250" y="2043"/>
                  </a:cubicBezTo>
                  <a:close/>
                  <a:moveTo>
                    <a:pt x="1605" y="329"/>
                  </a:moveTo>
                  <a:cubicBezTo>
                    <a:pt x="1663" y="329"/>
                    <a:pt x="1722" y="331"/>
                    <a:pt x="1781" y="333"/>
                  </a:cubicBezTo>
                  <a:cubicBezTo>
                    <a:pt x="1844" y="335"/>
                    <a:pt x="1907" y="338"/>
                    <a:pt x="1970" y="338"/>
                  </a:cubicBezTo>
                  <a:cubicBezTo>
                    <a:pt x="2064" y="338"/>
                    <a:pt x="2174" y="332"/>
                    <a:pt x="2287" y="306"/>
                  </a:cubicBezTo>
                  <a:cubicBezTo>
                    <a:pt x="2216" y="349"/>
                    <a:pt x="2145" y="396"/>
                    <a:pt x="2077" y="444"/>
                  </a:cubicBezTo>
                  <a:cubicBezTo>
                    <a:pt x="1745" y="672"/>
                    <a:pt x="1482" y="852"/>
                    <a:pt x="1157" y="446"/>
                  </a:cubicBezTo>
                  <a:cubicBezTo>
                    <a:pt x="1285" y="345"/>
                    <a:pt x="1447" y="329"/>
                    <a:pt x="1605" y="329"/>
                  </a:cubicBezTo>
                  <a:close/>
                  <a:moveTo>
                    <a:pt x="1874" y="3776"/>
                  </a:moveTo>
                  <a:lnTo>
                    <a:pt x="1874" y="4034"/>
                  </a:lnTo>
                  <a:lnTo>
                    <a:pt x="1717" y="4034"/>
                  </a:lnTo>
                  <a:lnTo>
                    <a:pt x="1717" y="3786"/>
                  </a:lnTo>
                  <a:cubicBezTo>
                    <a:pt x="1574" y="3783"/>
                    <a:pt x="1427" y="3738"/>
                    <a:pt x="1340" y="3677"/>
                  </a:cubicBezTo>
                  <a:lnTo>
                    <a:pt x="1400" y="3510"/>
                  </a:lnTo>
                  <a:cubicBezTo>
                    <a:pt x="1487" y="3567"/>
                    <a:pt x="1616" y="3617"/>
                    <a:pt x="1755" y="3617"/>
                  </a:cubicBezTo>
                  <a:cubicBezTo>
                    <a:pt x="1930" y="3617"/>
                    <a:pt x="2034" y="3515"/>
                    <a:pt x="2034" y="3374"/>
                  </a:cubicBezTo>
                  <a:cubicBezTo>
                    <a:pt x="2034" y="3238"/>
                    <a:pt x="1953" y="3153"/>
                    <a:pt x="1769" y="3079"/>
                  </a:cubicBezTo>
                  <a:cubicBezTo>
                    <a:pt x="1517" y="2979"/>
                    <a:pt x="1360" y="2863"/>
                    <a:pt x="1360" y="2647"/>
                  </a:cubicBezTo>
                  <a:cubicBezTo>
                    <a:pt x="1360" y="2441"/>
                    <a:pt x="1506" y="2285"/>
                    <a:pt x="1732" y="2248"/>
                  </a:cubicBezTo>
                  <a:lnTo>
                    <a:pt x="1732" y="2000"/>
                  </a:lnTo>
                  <a:lnTo>
                    <a:pt x="1889" y="2000"/>
                  </a:lnTo>
                  <a:lnTo>
                    <a:pt x="1888" y="2240"/>
                  </a:lnTo>
                  <a:cubicBezTo>
                    <a:pt x="2035" y="2245"/>
                    <a:pt x="2136" y="2285"/>
                    <a:pt x="2211" y="2327"/>
                  </a:cubicBezTo>
                  <a:lnTo>
                    <a:pt x="2149" y="2491"/>
                  </a:lnTo>
                  <a:cubicBezTo>
                    <a:pt x="2097" y="2461"/>
                    <a:pt x="1995" y="2404"/>
                    <a:pt x="1836" y="2404"/>
                  </a:cubicBezTo>
                  <a:cubicBezTo>
                    <a:pt x="1645" y="2404"/>
                    <a:pt x="1589" y="2518"/>
                    <a:pt x="1589" y="2620"/>
                  </a:cubicBezTo>
                  <a:cubicBezTo>
                    <a:pt x="1589" y="2746"/>
                    <a:pt x="1665" y="2811"/>
                    <a:pt x="1881" y="2902"/>
                  </a:cubicBezTo>
                  <a:cubicBezTo>
                    <a:pt x="2136" y="3007"/>
                    <a:pt x="2265" y="3133"/>
                    <a:pt x="2265" y="3354"/>
                  </a:cubicBezTo>
                  <a:cubicBezTo>
                    <a:pt x="2265" y="3552"/>
                    <a:pt x="2129" y="3736"/>
                    <a:pt x="1874" y="377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组合 22"/>
          <p:cNvGrpSpPr/>
          <p:nvPr/>
        </p:nvGrpSpPr>
        <p:grpSpPr>
          <a:xfrm>
            <a:off x="5439603" y="6110663"/>
            <a:ext cx="168117" cy="168117"/>
            <a:chOff x="870337" y="1884610"/>
            <a:chExt cx="407325" cy="407325"/>
          </a:xfrm>
        </p:grpSpPr>
        <p:sp>
          <p:nvSpPr>
            <p:cNvPr id="24" name="椭圆 23"/>
            <p:cNvSpPr/>
            <p:nvPr/>
          </p:nvSpPr>
          <p:spPr>
            <a:xfrm>
              <a:off x="870337" y="1884610"/>
              <a:ext cx="407325" cy="407325"/>
            </a:xfrm>
            <a:prstGeom prst="ellipse">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dollar-bag_17794"/>
            <p:cNvSpPr/>
            <p:nvPr/>
          </p:nvSpPr>
          <p:spPr>
            <a:xfrm>
              <a:off x="1003393" y="1997089"/>
              <a:ext cx="141212" cy="182366"/>
            </a:xfrm>
            <a:custGeom>
              <a:avLst/>
              <a:gdLst>
                <a:gd name="T0" fmla="*/ 3250 w 3635"/>
                <a:gd name="T1" fmla="*/ 2043 h 4701"/>
                <a:gd name="T2" fmla="*/ 2365 w 3635"/>
                <a:gd name="T3" fmla="*/ 1417 h 4701"/>
                <a:gd name="T4" fmla="*/ 2500 w 3635"/>
                <a:gd name="T5" fmla="*/ 1414 h 4701"/>
                <a:gd name="T6" fmla="*/ 3193 w 3635"/>
                <a:gd name="T7" fmla="*/ 1490 h 4701"/>
                <a:gd name="T8" fmla="*/ 3332 w 3635"/>
                <a:gd name="T9" fmla="*/ 1453 h 4701"/>
                <a:gd name="T10" fmla="*/ 2904 w 3635"/>
                <a:gd name="T11" fmla="*/ 1344 h 4701"/>
                <a:gd name="T12" fmla="*/ 2345 w 3635"/>
                <a:gd name="T13" fmla="*/ 1358 h 4701"/>
                <a:gd name="T14" fmla="*/ 2555 w 3635"/>
                <a:gd name="T15" fmla="*/ 1321 h 4701"/>
                <a:gd name="T16" fmla="*/ 3115 w 3635"/>
                <a:gd name="T17" fmla="*/ 1087 h 4701"/>
                <a:gd name="T18" fmla="*/ 3164 w 3635"/>
                <a:gd name="T19" fmla="*/ 986 h 4701"/>
                <a:gd name="T20" fmla="*/ 2816 w 3635"/>
                <a:gd name="T21" fmla="*/ 1081 h 4701"/>
                <a:gd name="T22" fmla="*/ 2629 w 3635"/>
                <a:gd name="T23" fmla="*/ 1209 h 4701"/>
                <a:gd name="T24" fmla="*/ 2181 w 3635"/>
                <a:gd name="T25" fmla="*/ 1292 h 4701"/>
                <a:gd name="T26" fmla="*/ 2603 w 3635"/>
                <a:gd name="T27" fmla="*/ 126 h 4701"/>
                <a:gd name="T28" fmla="*/ 2312 w 3635"/>
                <a:gd name="T29" fmla="*/ 78 h 4701"/>
                <a:gd name="T30" fmla="*/ 1847 w 3635"/>
                <a:gd name="T31" fmla="*/ 174 h 4701"/>
                <a:gd name="T32" fmla="*/ 1664 w 3635"/>
                <a:gd name="T33" fmla="*/ 170 h 4701"/>
                <a:gd name="T34" fmla="*/ 1483 w 3635"/>
                <a:gd name="T35" fmla="*/ 165 h 4701"/>
                <a:gd name="T36" fmla="*/ 893 w 3635"/>
                <a:gd name="T37" fmla="*/ 359 h 4701"/>
                <a:gd name="T38" fmla="*/ 1466 w 3635"/>
                <a:gd name="T39" fmla="*/ 1398 h 4701"/>
                <a:gd name="T40" fmla="*/ 115 w 3635"/>
                <a:gd name="T41" fmla="*/ 2775 h 4701"/>
                <a:gd name="T42" fmla="*/ 402 w 3635"/>
                <a:gd name="T43" fmla="*/ 4149 h 4701"/>
                <a:gd name="T44" fmla="*/ 1817 w 3635"/>
                <a:gd name="T45" fmla="*/ 4701 h 4701"/>
                <a:gd name="T46" fmla="*/ 3515 w 3635"/>
                <a:gd name="T47" fmla="*/ 3556 h 4701"/>
                <a:gd name="T48" fmla="*/ 3250 w 3635"/>
                <a:gd name="T49" fmla="*/ 2043 h 4701"/>
                <a:gd name="T50" fmla="*/ 1605 w 3635"/>
                <a:gd name="T51" fmla="*/ 329 h 4701"/>
                <a:gd name="T52" fmla="*/ 1781 w 3635"/>
                <a:gd name="T53" fmla="*/ 333 h 4701"/>
                <a:gd name="T54" fmla="*/ 1970 w 3635"/>
                <a:gd name="T55" fmla="*/ 338 h 4701"/>
                <a:gd name="T56" fmla="*/ 2287 w 3635"/>
                <a:gd name="T57" fmla="*/ 306 h 4701"/>
                <a:gd name="T58" fmla="*/ 2077 w 3635"/>
                <a:gd name="T59" fmla="*/ 444 h 4701"/>
                <a:gd name="T60" fmla="*/ 1157 w 3635"/>
                <a:gd name="T61" fmla="*/ 446 h 4701"/>
                <a:gd name="T62" fmla="*/ 1605 w 3635"/>
                <a:gd name="T63" fmla="*/ 329 h 4701"/>
                <a:gd name="T64" fmla="*/ 1874 w 3635"/>
                <a:gd name="T65" fmla="*/ 3776 h 4701"/>
                <a:gd name="T66" fmla="*/ 1874 w 3635"/>
                <a:gd name="T67" fmla="*/ 4034 h 4701"/>
                <a:gd name="T68" fmla="*/ 1717 w 3635"/>
                <a:gd name="T69" fmla="*/ 4034 h 4701"/>
                <a:gd name="T70" fmla="*/ 1717 w 3635"/>
                <a:gd name="T71" fmla="*/ 3786 h 4701"/>
                <a:gd name="T72" fmla="*/ 1340 w 3635"/>
                <a:gd name="T73" fmla="*/ 3677 h 4701"/>
                <a:gd name="T74" fmla="*/ 1400 w 3635"/>
                <a:gd name="T75" fmla="*/ 3510 h 4701"/>
                <a:gd name="T76" fmla="*/ 1755 w 3635"/>
                <a:gd name="T77" fmla="*/ 3617 h 4701"/>
                <a:gd name="T78" fmla="*/ 2034 w 3635"/>
                <a:gd name="T79" fmla="*/ 3374 h 4701"/>
                <a:gd name="T80" fmla="*/ 1769 w 3635"/>
                <a:gd name="T81" fmla="*/ 3079 h 4701"/>
                <a:gd name="T82" fmla="*/ 1360 w 3635"/>
                <a:gd name="T83" fmla="*/ 2647 h 4701"/>
                <a:gd name="T84" fmla="*/ 1732 w 3635"/>
                <a:gd name="T85" fmla="*/ 2248 h 4701"/>
                <a:gd name="T86" fmla="*/ 1732 w 3635"/>
                <a:gd name="T87" fmla="*/ 2000 h 4701"/>
                <a:gd name="T88" fmla="*/ 1889 w 3635"/>
                <a:gd name="T89" fmla="*/ 2000 h 4701"/>
                <a:gd name="T90" fmla="*/ 1888 w 3635"/>
                <a:gd name="T91" fmla="*/ 2240 h 4701"/>
                <a:gd name="T92" fmla="*/ 2211 w 3635"/>
                <a:gd name="T93" fmla="*/ 2327 h 4701"/>
                <a:gd name="T94" fmla="*/ 2149 w 3635"/>
                <a:gd name="T95" fmla="*/ 2491 h 4701"/>
                <a:gd name="T96" fmla="*/ 1836 w 3635"/>
                <a:gd name="T97" fmla="*/ 2404 h 4701"/>
                <a:gd name="T98" fmla="*/ 1589 w 3635"/>
                <a:gd name="T99" fmla="*/ 2620 h 4701"/>
                <a:gd name="T100" fmla="*/ 1881 w 3635"/>
                <a:gd name="T101" fmla="*/ 2902 h 4701"/>
                <a:gd name="T102" fmla="*/ 2265 w 3635"/>
                <a:gd name="T103" fmla="*/ 3354 h 4701"/>
                <a:gd name="T104" fmla="*/ 1874 w 3635"/>
                <a:gd name="T105" fmla="*/ 3776 h 4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635" h="4701">
                  <a:moveTo>
                    <a:pt x="3250" y="2043"/>
                  </a:moveTo>
                  <a:cubicBezTo>
                    <a:pt x="3034" y="1723"/>
                    <a:pt x="2729" y="1509"/>
                    <a:pt x="2365" y="1417"/>
                  </a:cubicBezTo>
                  <a:cubicBezTo>
                    <a:pt x="2410" y="1417"/>
                    <a:pt x="2456" y="1416"/>
                    <a:pt x="2500" y="1414"/>
                  </a:cubicBezTo>
                  <a:cubicBezTo>
                    <a:pt x="2679" y="1408"/>
                    <a:pt x="3072" y="1316"/>
                    <a:pt x="3193" y="1490"/>
                  </a:cubicBezTo>
                  <a:cubicBezTo>
                    <a:pt x="3217" y="1524"/>
                    <a:pt x="3342" y="1468"/>
                    <a:pt x="3332" y="1453"/>
                  </a:cubicBezTo>
                  <a:cubicBezTo>
                    <a:pt x="3242" y="1324"/>
                    <a:pt x="3042" y="1341"/>
                    <a:pt x="2904" y="1344"/>
                  </a:cubicBezTo>
                  <a:cubicBezTo>
                    <a:pt x="2730" y="1349"/>
                    <a:pt x="2528" y="1384"/>
                    <a:pt x="2345" y="1358"/>
                  </a:cubicBezTo>
                  <a:cubicBezTo>
                    <a:pt x="2415" y="1351"/>
                    <a:pt x="2485" y="1340"/>
                    <a:pt x="2555" y="1321"/>
                  </a:cubicBezTo>
                  <a:cubicBezTo>
                    <a:pt x="2757" y="1266"/>
                    <a:pt x="2892" y="1086"/>
                    <a:pt x="3115" y="1087"/>
                  </a:cubicBezTo>
                  <a:cubicBezTo>
                    <a:pt x="3139" y="1081"/>
                    <a:pt x="3202" y="987"/>
                    <a:pt x="3164" y="986"/>
                  </a:cubicBezTo>
                  <a:cubicBezTo>
                    <a:pt x="3034" y="986"/>
                    <a:pt x="2929" y="1016"/>
                    <a:pt x="2816" y="1081"/>
                  </a:cubicBezTo>
                  <a:cubicBezTo>
                    <a:pt x="2751" y="1118"/>
                    <a:pt x="2692" y="1168"/>
                    <a:pt x="2629" y="1209"/>
                  </a:cubicBezTo>
                  <a:cubicBezTo>
                    <a:pt x="2499" y="1292"/>
                    <a:pt x="2336" y="1296"/>
                    <a:pt x="2181" y="1292"/>
                  </a:cubicBezTo>
                  <a:cubicBezTo>
                    <a:pt x="2457" y="910"/>
                    <a:pt x="2694" y="338"/>
                    <a:pt x="2603" y="126"/>
                  </a:cubicBezTo>
                  <a:cubicBezTo>
                    <a:pt x="2560" y="25"/>
                    <a:pt x="2452" y="0"/>
                    <a:pt x="2312" y="78"/>
                  </a:cubicBezTo>
                  <a:cubicBezTo>
                    <a:pt x="2162" y="163"/>
                    <a:pt x="1992" y="174"/>
                    <a:pt x="1847" y="174"/>
                  </a:cubicBezTo>
                  <a:cubicBezTo>
                    <a:pt x="1786" y="174"/>
                    <a:pt x="1724" y="172"/>
                    <a:pt x="1664" y="170"/>
                  </a:cubicBezTo>
                  <a:cubicBezTo>
                    <a:pt x="1603" y="167"/>
                    <a:pt x="1542" y="165"/>
                    <a:pt x="1483" y="165"/>
                  </a:cubicBezTo>
                  <a:cubicBezTo>
                    <a:pt x="1287" y="165"/>
                    <a:pt x="1064" y="188"/>
                    <a:pt x="893" y="359"/>
                  </a:cubicBezTo>
                  <a:cubicBezTo>
                    <a:pt x="759" y="498"/>
                    <a:pt x="939" y="1065"/>
                    <a:pt x="1466" y="1398"/>
                  </a:cubicBezTo>
                  <a:cubicBezTo>
                    <a:pt x="532" y="1536"/>
                    <a:pt x="256" y="2162"/>
                    <a:pt x="115" y="2775"/>
                  </a:cubicBezTo>
                  <a:cubicBezTo>
                    <a:pt x="0" y="3275"/>
                    <a:pt x="105" y="3776"/>
                    <a:pt x="402" y="4149"/>
                  </a:cubicBezTo>
                  <a:cubicBezTo>
                    <a:pt x="686" y="4505"/>
                    <a:pt x="1337" y="4701"/>
                    <a:pt x="1817" y="4701"/>
                  </a:cubicBezTo>
                  <a:cubicBezTo>
                    <a:pt x="2946" y="4701"/>
                    <a:pt x="3375" y="4232"/>
                    <a:pt x="3515" y="3556"/>
                  </a:cubicBezTo>
                  <a:cubicBezTo>
                    <a:pt x="3635" y="3033"/>
                    <a:pt x="3536" y="2467"/>
                    <a:pt x="3250" y="2043"/>
                  </a:cubicBezTo>
                  <a:close/>
                  <a:moveTo>
                    <a:pt x="1605" y="329"/>
                  </a:moveTo>
                  <a:cubicBezTo>
                    <a:pt x="1663" y="329"/>
                    <a:pt x="1722" y="331"/>
                    <a:pt x="1781" y="333"/>
                  </a:cubicBezTo>
                  <a:cubicBezTo>
                    <a:pt x="1844" y="335"/>
                    <a:pt x="1907" y="338"/>
                    <a:pt x="1970" y="338"/>
                  </a:cubicBezTo>
                  <a:cubicBezTo>
                    <a:pt x="2064" y="338"/>
                    <a:pt x="2174" y="332"/>
                    <a:pt x="2287" y="306"/>
                  </a:cubicBezTo>
                  <a:cubicBezTo>
                    <a:pt x="2216" y="349"/>
                    <a:pt x="2145" y="396"/>
                    <a:pt x="2077" y="444"/>
                  </a:cubicBezTo>
                  <a:cubicBezTo>
                    <a:pt x="1745" y="672"/>
                    <a:pt x="1482" y="852"/>
                    <a:pt x="1157" y="446"/>
                  </a:cubicBezTo>
                  <a:cubicBezTo>
                    <a:pt x="1285" y="345"/>
                    <a:pt x="1447" y="329"/>
                    <a:pt x="1605" y="329"/>
                  </a:cubicBezTo>
                  <a:close/>
                  <a:moveTo>
                    <a:pt x="1874" y="3776"/>
                  </a:moveTo>
                  <a:lnTo>
                    <a:pt x="1874" y="4034"/>
                  </a:lnTo>
                  <a:lnTo>
                    <a:pt x="1717" y="4034"/>
                  </a:lnTo>
                  <a:lnTo>
                    <a:pt x="1717" y="3786"/>
                  </a:lnTo>
                  <a:cubicBezTo>
                    <a:pt x="1574" y="3783"/>
                    <a:pt x="1427" y="3738"/>
                    <a:pt x="1340" y="3677"/>
                  </a:cubicBezTo>
                  <a:lnTo>
                    <a:pt x="1400" y="3510"/>
                  </a:lnTo>
                  <a:cubicBezTo>
                    <a:pt x="1487" y="3567"/>
                    <a:pt x="1616" y="3617"/>
                    <a:pt x="1755" y="3617"/>
                  </a:cubicBezTo>
                  <a:cubicBezTo>
                    <a:pt x="1930" y="3617"/>
                    <a:pt x="2034" y="3515"/>
                    <a:pt x="2034" y="3374"/>
                  </a:cubicBezTo>
                  <a:cubicBezTo>
                    <a:pt x="2034" y="3238"/>
                    <a:pt x="1953" y="3153"/>
                    <a:pt x="1769" y="3079"/>
                  </a:cubicBezTo>
                  <a:cubicBezTo>
                    <a:pt x="1517" y="2979"/>
                    <a:pt x="1360" y="2863"/>
                    <a:pt x="1360" y="2647"/>
                  </a:cubicBezTo>
                  <a:cubicBezTo>
                    <a:pt x="1360" y="2441"/>
                    <a:pt x="1506" y="2285"/>
                    <a:pt x="1732" y="2248"/>
                  </a:cubicBezTo>
                  <a:lnTo>
                    <a:pt x="1732" y="2000"/>
                  </a:lnTo>
                  <a:lnTo>
                    <a:pt x="1889" y="2000"/>
                  </a:lnTo>
                  <a:lnTo>
                    <a:pt x="1888" y="2240"/>
                  </a:lnTo>
                  <a:cubicBezTo>
                    <a:pt x="2035" y="2245"/>
                    <a:pt x="2136" y="2285"/>
                    <a:pt x="2211" y="2327"/>
                  </a:cubicBezTo>
                  <a:lnTo>
                    <a:pt x="2149" y="2491"/>
                  </a:lnTo>
                  <a:cubicBezTo>
                    <a:pt x="2097" y="2461"/>
                    <a:pt x="1995" y="2404"/>
                    <a:pt x="1836" y="2404"/>
                  </a:cubicBezTo>
                  <a:cubicBezTo>
                    <a:pt x="1645" y="2404"/>
                    <a:pt x="1589" y="2518"/>
                    <a:pt x="1589" y="2620"/>
                  </a:cubicBezTo>
                  <a:cubicBezTo>
                    <a:pt x="1589" y="2746"/>
                    <a:pt x="1665" y="2811"/>
                    <a:pt x="1881" y="2902"/>
                  </a:cubicBezTo>
                  <a:cubicBezTo>
                    <a:pt x="2136" y="3007"/>
                    <a:pt x="2265" y="3133"/>
                    <a:pt x="2265" y="3354"/>
                  </a:cubicBezTo>
                  <a:cubicBezTo>
                    <a:pt x="2265" y="3552"/>
                    <a:pt x="2129" y="3736"/>
                    <a:pt x="1874" y="377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文本框 25"/>
          <p:cNvSpPr txBox="1"/>
          <p:nvPr/>
        </p:nvSpPr>
        <p:spPr>
          <a:xfrm>
            <a:off x="8846428" y="5028445"/>
            <a:ext cx="2006848" cy="957250"/>
          </a:xfrm>
          <a:prstGeom prst="rect">
            <a:avLst/>
          </a:prstGeom>
          <a:noFill/>
        </p:spPr>
        <p:txBody>
          <a:bodyPr wrap="square">
            <a:spAutoFit/>
          </a:bodyPr>
          <a:lstStyle/>
          <a:p>
            <a:pPr>
              <a:lnSpc>
                <a:spcPct val="130000"/>
              </a:lnSpc>
            </a:pPr>
            <a:r>
              <a:rPr lang="zh-CN" altLang="en-US" sz="1100">
                <a:solidFill>
                  <a:schemeClr val="tx1">
                    <a:lumMod val="50000"/>
                    <a:lumOff val="50000"/>
                  </a:schemeClr>
                </a:solidFill>
                <a:latin typeface="思源宋体 Heavy" panose="02020900000000000000" charset="-122"/>
                <a:ea typeface="思源宋体 Heavy" panose="02020900000000000000" charset="-122"/>
              </a:rPr>
              <a:t>点此输入内容或者复制您的内容在这里，通过复制您的文本后在此框中选择粘贴点此输入内容或者复制您的内容</a:t>
            </a:r>
            <a:endParaRPr lang="en-US" altLang="zh-CN" sz="1100">
              <a:solidFill>
                <a:schemeClr val="tx1">
                  <a:lumMod val="50000"/>
                  <a:lumOff val="50000"/>
                </a:schemeClr>
              </a:solidFill>
              <a:latin typeface="思源宋体 Heavy" panose="02020900000000000000" charset="-122"/>
              <a:ea typeface="思源宋体 Heavy" panose="02020900000000000000" charset="-122"/>
            </a:endParaRPr>
          </a:p>
        </p:txBody>
      </p:sp>
      <p:sp>
        <p:nvSpPr>
          <p:cNvPr id="27" name="文本框 26"/>
          <p:cNvSpPr txBox="1"/>
          <p:nvPr/>
        </p:nvSpPr>
        <p:spPr>
          <a:xfrm>
            <a:off x="8846428" y="4647214"/>
            <a:ext cx="2006848" cy="371705"/>
          </a:xfrm>
          <a:prstGeom prst="rect">
            <a:avLst/>
          </a:prstGeom>
          <a:noFill/>
        </p:spPr>
        <p:txBody>
          <a:bodyPr wrap="square">
            <a:spAutoFit/>
          </a:bodyPr>
          <a:lstStyle/>
          <a:p>
            <a:pPr>
              <a:lnSpc>
                <a:spcPct val="120000"/>
              </a:lnSpc>
            </a:pPr>
            <a:r>
              <a:rPr lang="zh-CN" altLang="en-US" sz="1600" b="1">
                <a:solidFill>
                  <a:schemeClr val="tx1">
                    <a:lumMod val="75000"/>
                    <a:lumOff val="25000"/>
                  </a:schemeClr>
                </a:solidFill>
                <a:latin typeface="思源宋体 Heavy" panose="02020900000000000000" charset="-122"/>
                <a:ea typeface="思源宋体 Heavy" panose="02020900000000000000" charset="-122"/>
              </a:rPr>
              <a:t>单击输入标题</a:t>
            </a:r>
            <a:endParaRPr lang="en-US" altLang="zh-CN" sz="1600" b="1">
              <a:solidFill>
                <a:schemeClr val="tx1">
                  <a:lumMod val="75000"/>
                  <a:lumOff val="25000"/>
                </a:schemeClr>
              </a:solidFill>
              <a:latin typeface="思源宋体 Heavy" panose="02020900000000000000" charset="-122"/>
              <a:ea typeface="思源宋体 Heavy" panose="02020900000000000000" charset="-122"/>
            </a:endParaRPr>
          </a:p>
        </p:txBody>
      </p:sp>
      <p:grpSp>
        <p:nvGrpSpPr>
          <p:cNvPr id="28" name="组合 27"/>
          <p:cNvGrpSpPr/>
          <p:nvPr/>
        </p:nvGrpSpPr>
        <p:grpSpPr>
          <a:xfrm>
            <a:off x="8936280" y="6110663"/>
            <a:ext cx="168117" cy="168117"/>
            <a:chOff x="870337" y="1884610"/>
            <a:chExt cx="407325" cy="407325"/>
          </a:xfrm>
        </p:grpSpPr>
        <p:sp>
          <p:nvSpPr>
            <p:cNvPr id="29" name="椭圆 28"/>
            <p:cNvSpPr/>
            <p:nvPr/>
          </p:nvSpPr>
          <p:spPr>
            <a:xfrm>
              <a:off x="870337" y="1884610"/>
              <a:ext cx="407325" cy="40732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dollar-bag_17794"/>
            <p:cNvSpPr/>
            <p:nvPr/>
          </p:nvSpPr>
          <p:spPr>
            <a:xfrm>
              <a:off x="1003393" y="1997089"/>
              <a:ext cx="141212" cy="182366"/>
            </a:xfrm>
            <a:custGeom>
              <a:avLst/>
              <a:gdLst>
                <a:gd name="T0" fmla="*/ 3250 w 3635"/>
                <a:gd name="T1" fmla="*/ 2043 h 4701"/>
                <a:gd name="T2" fmla="*/ 2365 w 3635"/>
                <a:gd name="T3" fmla="*/ 1417 h 4701"/>
                <a:gd name="T4" fmla="*/ 2500 w 3635"/>
                <a:gd name="T5" fmla="*/ 1414 h 4701"/>
                <a:gd name="T6" fmla="*/ 3193 w 3635"/>
                <a:gd name="T7" fmla="*/ 1490 h 4701"/>
                <a:gd name="T8" fmla="*/ 3332 w 3635"/>
                <a:gd name="T9" fmla="*/ 1453 h 4701"/>
                <a:gd name="T10" fmla="*/ 2904 w 3635"/>
                <a:gd name="T11" fmla="*/ 1344 h 4701"/>
                <a:gd name="T12" fmla="*/ 2345 w 3635"/>
                <a:gd name="T13" fmla="*/ 1358 h 4701"/>
                <a:gd name="T14" fmla="*/ 2555 w 3635"/>
                <a:gd name="T15" fmla="*/ 1321 h 4701"/>
                <a:gd name="T16" fmla="*/ 3115 w 3635"/>
                <a:gd name="T17" fmla="*/ 1087 h 4701"/>
                <a:gd name="T18" fmla="*/ 3164 w 3635"/>
                <a:gd name="T19" fmla="*/ 986 h 4701"/>
                <a:gd name="T20" fmla="*/ 2816 w 3635"/>
                <a:gd name="T21" fmla="*/ 1081 h 4701"/>
                <a:gd name="T22" fmla="*/ 2629 w 3635"/>
                <a:gd name="T23" fmla="*/ 1209 h 4701"/>
                <a:gd name="T24" fmla="*/ 2181 w 3635"/>
                <a:gd name="T25" fmla="*/ 1292 h 4701"/>
                <a:gd name="T26" fmla="*/ 2603 w 3635"/>
                <a:gd name="T27" fmla="*/ 126 h 4701"/>
                <a:gd name="T28" fmla="*/ 2312 w 3635"/>
                <a:gd name="T29" fmla="*/ 78 h 4701"/>
                <a:gd name="T30" fmla="*/ 1847 w 3635"/>
                <a:gd name="T31" fmla="*/ 174 h 4701"/>
                <a:gd name="T32" fmla="*/ 1664 w 3635"/>
                <a:gd name="T33" fmla="*/ 170 h 4701"/>
                <a:gd name="T34" fmla="*/ 1483 w 3635"/>
                <a:gd name="T35" fmla="*/ 165 h 4701"/>
                <a:gd name="T36" fmla="*/ 893 w 3635"/>
                <a:gd name="T37" fmla="*/ 359 h 4701"/>
                <a:gd name="T38" fmla="*/ 1466 w 3635"/>
                <a:gd name="T39" fmla="*/ 1398 h 4701"/>
                <a:gd name="T40" fmla="*/ 115 w 3635"/>
                <a:gd name="T41" fmla="*/ 2775 h 4701"/>
                <a:gd name="T42" fmla="*/ 402 w 3635"/>
                <a:gd name="T43" fmla="*/ 4149 h 4701"/>
                <a:gd name="T44" fmla="*/ 1817 w 3635"/>
                <a:gd name="T45" fmla="*/ 4701 h 4701"/>
                <a:gd name="T46" fmla="*/ 3515 w 3635"/>
                <a:gd name="T47" fmla="*/ 3556 h 4701"/>
                <a:gd name="T48" fmla="*/ 3250 w 3635"/>
                <a:gd name="T49" fmla="*/ 2043 h 4701"/>
                <a:gd name="T50" fmla="*/ 1605 w 3635"/>
                <a:gd name="T51" fmla="*/ 329 h 4701"/>
                <a:gd name="T52" fmla="*/ 1781 w 3635"/>
                <a:gd name="T53" fmla="*/ 333 h 4701"/>
                <a:gd name="T54" fmla="*/ 1970 w 3635"/>
                <a:gd name="T55" fmla="*/ 338 h 4701"/>
                <a:gd name="T56" fmla="*/ 2287 w 3635"/>
                <a:gd name="T57" fmla="*/ 306 h 4701"/>
                <a:gd name="T58" fmla="*/ 2077 w 3635"/>
                <a:gd name="T59" fmla="*/ 444 h 4701"/>
                <a:gd name="T60" fmla="*/ 1157 w 3635"/>
                <a:gd name="T61" fmla="*/ 446 h 4701"/>
                <a:gd name="T62" fmla="*/ 1605 w 3635"/>
                <a:gd name="T63" fmla="*/ 329 h 4701"/>
                <a:gd name="T64" fmla="*/ 1874 w 3635"/>
                <a:gd name="T65" fmla="*/ 3776 h 4701"/>
                <a:gd name="T66" fmla="*/ 1874 w 3635"/>
                <a:gd name="T67" fmla="*/ 4034 h 4701"/>
                <a:gd name="T68" fmla="*/ 1717 w 3635"/>
                <a:gd name="T69" fmla="*/ 4034 h 4701"/>
                <a:gd name="T70" fmla="*/ 1717 w 3635"/>
                <a:gd name="T71" fmla="*/ 3786 h 4701"/>
                <a:gd name="T72" fmla="*/ 1340 w 3635"/>
                <a:gd name="T73" fmla="*/ 3677 h 4701"/>
                <a:gd name="T74" fmla="*/ 1400 w 3635"/>
                <a:gd name="T75" fmla="*/ 3510 h 4701"/>
                <a:gd name="T76" fmla="*/ 1755 w 3635"/>
                <a:gd name="T77" fmla="*/ 3617 h 4701"/>
                <a:gd name="T78" fmla="*/ 2034 w 3635"/>
                <a:gd name="T79" fmla="*/ 3374 h 4701"/>
                <a:gd name="T80" fmla="*/ 1769 w 3635"/>
                <a:gd name="T81" fmla="*/ 3079 h 4701"/>
                <a:gd name="T82" fmla="*/ 1360 w 3635"/>
                <a:gd name="T83" fmla="*/ 2647 h 4701"/>
                <a:gd name="T84" fmla="*/ 1732 w 3635"/>
                <a:gd name="T85" fmla="*/ 2248 h 4701"/>
                <a:gd name="T86" fmla="*/ 1732 w 3635"/>
                <a:gd name="T87" fmla="*/ 2000 h 4701"/>
                <a:gd name="T88" fmla="*/ 1889 w 3635"/>
                <a:gd name="T89" fmla="*/ 2000 h 4701"/>
                <a:gd name="T90" fmla="*/ 1888 w 3635"/>
                <a:gd name="T91" fmla="*/ 2240 h 4701"/>
                <a:gd name="T92" fmla="*/ 2211 w 3635"/>
                <a:gd name="T93" fmla="*/ 2327 h 4701"/>
                <a:gd name="T94" fmla="*/ 2149 w 3635"/>
                <a:gd name="T95" fmla="*/ 2491 h 4701"/>
                <a:gd name="T96" fmla="*/ 1836 w 3635"/>
                <a:gd name="T97" fmla="*/ 2404 h 4701"/>
                <a:gd name="T98" fmla="*/ 1589 w 3635"/>
                <a:gd name="T99" fmla="*/ 2620 h 4701"/>
                <a:gd name="T100" fmla="*/ 1881 w 3635"/>
                <a:gd name="T101" fmla="*/ 2902 h 4701"/>
                <a:gd name="T102" fmla="*/ 2265 w 3635"/>
                <a:gd name="T103" fmla="*/ 3354 h 4701"/>
                <a:gd name="T104" fmla="*/ 1874 w 3635"/>
                <a:gd name="T105" fmla="*/ 3776 h 4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635" h="4701">
                  <a:moveTo>
                    <a:pt x="3250" y="2043"/>
                  </a:moveTo>
                  <a:cubicBezTo>
                    <a:pt x="3034" y="1723"/>
                    <a:pt x="2729" y="1509"/>
                    <a:pt x="2365" y="1417"/>
                  </a:cubicBezTo>
                  <a:cubicBezTo>
                    <a:pt x="2410" y="1417"/>
                    <a:pt x="2456" y="1416"/>
                    <a:pt x="2500" y="1414"/>
                  </a:cubicBezTo>
                  <a:cubicBezTo>
                    <a:pt x="2679" y="1408"/>
                    <a:pt x="3072" y="1316"/>
                    <a:pt x="3193" y="1490"/>
                  </a:cubicBezTo>
                  <a:cubicBezTo>
                    <a:pt x="3217" y="1524"/>
                    <a:pt x="3342" y="1468"/>
                    <a:pt x="3332" y="1453"/>
                  </a:cubicBezTo>
                  <a:cubicBezTo>
                    <a:pt x="3242" y="1324"/>
                    <a:pt x="3042" y="1341"/>
                    <a:pt x="2904" y="1344"/>
                  </a:cubicBezTo>
                  <a:cubicBezTo>
                    <a:pt x="2730" y="1349"/>
                    <a:pt x="2528" y="1384"/>
                    <a:pt x="2345" y="1358"/>
                  </a:cubicBezTo>
                  <a:cubicBezTo>
                    <a:pt x="2415" y="1351"/>
                    <a:pt x="2485" y="1340"/>
                    <a:pt x="2555" y="1321"/>
                  </a:cubicBezTo>
                  <a:cubicBezTo>
                    <a:pt x="2757" y="1266"/>
                    <a:pt x="2892" y="1086"/>
                    <a:pt x="3115" y="1087"/>
                  </a:cubicBezTo>
                  <a:cubicBezTo>
                    <a:pt x="3139" y="1081"/>
                    <a:pt x="3202" y="987"/>
                    <a:pt x="3164" y="986"/>
                  </a:cubicBezTo>
                  <a:cubicBezTo>
                    <a:pt x="3034" y="986"/>
                    <a:pt x="2929" y="1016"/>
                    <a:pt x="2816" y="1081"/>
                  </a:cubicBezTo>
                  <a:cubicBezTo>
                    <a:pt x="2751" y="1118"/>
                    <a:pt x="2692" y="1168"/>
                    <a:pt x="2629" y="1209"/>
                  </a:cubicBezTo>
                  <a:cubicBezTo>
                    <a:pt x="2499" y="1292"/>
                    <a:pt x="2336" y="1296"/>
                    <a:pt x="2181" y="1292"/>
                  </a:cubicBezTo>
                  <a:cubicBezTo>
                    <a:pt x="2457" y="910"/>
                    <a:pt x="2694" y="338"/>
                    <a:pt x="2603" y="126"/>
                  </a:cubicBezTo>
                  <a:cubicBezTo>
                    <a:pt x="2560" y="25"/>
                    <a:pt x="2452" y="0"/>
                    <a:pt x="2312" y="78"/>
                  </a:cubicBezTo>
                  <a:cubicBezTo>
                    <a:pt x="2162" y="163"/>
                    <a:pt x="1992" y="174"/>
                    <a:pt x="1847" y="174"/>
                  </a:cubicBezTo>
                  <a:cubicBezTo>
                    <a:pt x="1786" y="174"/>
                    <a:pt x="1724" y="172"/>
                    <a:pt x="1664" y="170"/>
                  </a:cubicBezTo>
                  <a:cubicBezTo>
                    <a:pt x="1603" y="167"/>
                    <a:pt x="1542" y="165"/>
                    <a:pt x="1483" y="165"/>
                  </a:cubicBezTo>
                  <a:cubicBezTo>
                    <a:pt x="1287" y="165"/>
                    <a:pt x="1064" y="188"/>
                    <a:pt x="893" y="359"/>
                  </a:cubicBezTo>
                  <a:cubicBezTo>
                    <a:pt x="759" y="498"/>
                    <a:pt x="939" y="1065"/>
                    <a:pt x="1466" y="1398"/>
                  </a:cubicBezTo>
                  <a:cubicBezTo>
                    <a:pt x="532" y="1536"/>
                    <a:pt x="256" y="2162"/>
                    <a:pt x="115" y="2775"/>
                  </a:cubicBezTo>
                  <a:cubicBezTo>
                    <a:pt x="0" y="3275"/>
                    <a:pt x="105" y="3776"/>
                    <a:pt x="402" y="4149"/>
                  </a:cubicBezTo>
                  <a:cubicBezTo>
                    <a:pt x="686" y="4505"/>
                    <a:pt x="1337" y="4701"/>
                    <a:pt x="1817" y="4701"/>
                  </a:cubicBezTo>
                  <a:cubicBezTo>
                    <a:pt x="2946" y="4701"/>
                    <a:pt x="3375" y="4232"/>
                    <a:pt x="3515" y="3556"/>
                  </a:cubicBezTo>
                  <a:cubicBezTo>
                    <a:pt x="3635" y="3033"/>
                    <a:pt x="3536" y="2467"/>
                    <a:pt x="3250" y="2043"/>
                  </a:cubicBezTo>
                  <a:close/>
                  <a:moveTo>
                    <a:pt x="1605" y="329"/>
                  </a:moveTo>
                  <a:cubicBezTo>
                    <a:pt x="1663" y="329"/>
                    <a:pt x="1722" y="331"/>
                    <a:pt x="1781" y="333"/>
                  </a:cubicBezTo>
                  <a:cubicBezTo>
                    <a:pt x="1844" y="335"/>
                    <a:pt x="1907" y="338"/>
                    <a:pt x="1970" y="338"/>
                  </a:cubicBezTo>
                  <a:cubicBezTo>
                    <a:pt x="2064" y="338"/>
                    <a:pt x="2174" y="332"/>
                    <a:pt x="2287" y="306"/>
                  </a:cubicBezTo>
                  <a:cubicBezTo>
                    <a:pt x="2216" y="349"/>
                    <a:pt x="2145" y="396"/>
                    <a:pt x="2077" y="444"/>
                  </a:cubicBezTo>
                  <a:cubicBezTo>
                    <a:pt x="1745" y="672"/>
                    <a:pt x="1482" y="852"/>
                    <a:pt x="1157" y="446"/>
                  </a:cubicBezTo>
                  <a:cubicBezTo>
                    <a:pt x="1285" y="345"/>
                    <a:pt x="1447" y="329"/>
                    <a:pt x="1605" y="329"/>
                  </a:cubicBezTo>
                  <a:close/>
                  <a:moveTo>
                    <a:pt x="1874" y="3776"/>
                  </a:moveTo>
                  <a:lnTo>
                    <a:pt x="1874" y="4034"/>
                  </a:lnTo>
                  <a:lnTo>
                    <a:pt x="1717" y="4034"/>
                  </a:lnTo>
                  <a:lnTo>
                    <a:pt x="1717" y="3786"/>
                  </a:lnTo>
                  <a:cubicBezTo>
                    <a:pt x="1574" y="3783"/>
                    <a:pt x="1427" y="3738"/>
                    <a:pt x="1340" y="3677"/>
                  </a:cubicBezTo>
                  <a:lnTo>
                    <a:pt x="1400" y="3510"/>
                  </a:lnTo>
                  <a:cubicBezTo>
                    <a:pt x="1487" y="3567"/>
                    <a:pt x="1616" y="3617"/>
                    <a:pt x="1755" y="3617"/>
                  </a:cubicBezTo>
                  <a:cubicBezTo>
                    <a:pt x="1930" y="3617"/>
                    <a:pt x="2034" y="3515"/>
                    <a:pt x="2034" y="3374"/>
                  </a:cubicBezTo>
                  <a:cubicBezTo>
                    <a:pt x="2034" y="3238"/>
                    <a:pt x="1953" y="3153"/>
                    <a:pt x="1769" y="3079"/>
                  </a:cubicBezTo>
                  <a:cubicBezTo>
                    <a:pt x="1517" y="2979"/>
                    <a:pt x="1360" y="2863"/>
                    <a:pt x="1360" y="2647"/>
                  </a:cubicBezTo>
                  <a:cubicBezTo>
                    <a:pt x="1360" y="2441"/>
                    <a:pt x="1506" y="2285"/>
                    <a:pt x="1732" y="2248"/>
                  </a:cubicBezTo>
                  <a:lnTo>
                    <a:pt x="1732" y="2000"/>
                  </a:lnTo>
                  <a:lnTo>
                    <a:pt x="1889" y="2000"/>
                  </a:lnTo>
                  <a:lnTo>
                    <a:pt x="1888" y="2240"/>
                  </a:lnTo>
                  <a:cubicBezTo>
                    <a:pt x="2035" y="2245"/>
                    <a:pt x="2136" y="2285"/>
                    <a:pt x="2211" y="2327"/>
                  </a:cubicBezTo>
                  <a:lnTo>
                    <a:pt x="2149" y="2491"/>
                  </a:lnTo>
                  <a:cubicBezTo>
                    <a:pt x="2097" y="2461"/>
                    <a:pt x="1995" y="2404"/>
                    <a:pt x="1836" y="2404"/>
                  </a:cubicBezTo>
                  <a:cubicBezTo>
                    <a:pt x="1645" y="2404"/>
                    <a:pt x="1589" y="2518"/>
                    <a:pt x="1589" y="2620"/>
                  </a:cubicBezTo>
                  <a:cubicBezTo>
                    <a:pt x="1589" y="2746"/>
                    <a:pt x="1665" y="2811"/>
                    <a:pt x="1881" y="2902"/>
                  </a:cubicBezTo>
                  <a:cubicBezTo>
                    <a:pt x="2136" y="3007"/>
                    <a:pt x="2265" y="3133"/>
                    <a:pt x="2265" y="3354"/>
                  </a:cubicBezTo>
                  <a:cubicBezTo>
                    <a:pt x="2265" y="3552"/>
                    <a:pt x="2129" y="3736"/>
                    <a:pt x="1874" y="377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组合 30"/>
          <p:cNvGrpSpPr/>
          <p:nvPr/>
        </p:nvGrpSpPr>
        <p:grpSpPr>
          <a:xfrm>
            <a:off x="9193455" y="6110663"/>
            <a:ext cx="168117" cy="168117"/>
            <a:chOff x="870337" y="1884610"/>
            <a:chExt cx="407325" cy="407325"/>
          </a:xfrm>
        </p:grpSpPr>
        <p:sp>
          <p:nvSpPr>
            <p:cNvPr id="32" name="椭圆 31"/>
            <p:cNvSpPr/>
            <p:nvPr/>
          </p:nvSpPr>
          <p:spPr>
            <a:xfrm>
              <a:off x="870337" y="1884610"/>
              <a:ext cx="407325" cy="407325"/>
            </a:xfrm>
            <a:prstGeom prst="ellipse">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dollar-bag_17794"/>
            <p:cNvSpPr/>
            <p:nvPr/>
          </p:nvSpPr>
          <p:spPr>
            <a:xfrm>
              <a:off x="1003393" y="1997089"/>
              <a:ext cx="141212" cy="182366"/>
            </a:xfrm>
            <a:custGeom>
              <a:avLst/>
              <a:gdLst>
                <a:gd name="T0" fmla="*/ 3250 w 3635"/>
                <a:gd name="T1" fmla="*/ 2043 h 4701"/>
                <a:gd name="T2" fmla="*/ 2365 w 3635"/>
                <a:gd name="T3" fmla="*/ 1417 h 4701"/>
                <a:gd name="T4" fmla="*/ 2500 w 3635"/>
                <a:gd name="T5" fmla="*/ 1414 h 4701"/>
                <a:gd name="T6" fmla="*/ 3193 w 3635"/>
                <a:gd name="T7" fmla="*/ 1490 h 4701"/>
                <a:gd name="T8" fmla="*/ 3332 w 3635"/>
                <a:gd name="T9" fmla="*/ 1453 h 4701"/>
                <a:gd name="T10" fmla="*/ 2904 w 3635"/>
                <a:gd name="T11" fmla="*/ 1344 h 4701"/>
                <a:gd name="T12" fmla="*/ 2345 w 3635"/>
                <a:gd name="T13" fmla="*/ 1358 h 4701"/>
                <a:gd name="T14" fmla="*/ 2555 w 3635"/>
                <a:gd name="T15" fmla="*/ 1321 h 4701"/>
                <a:gd name="T16" fmla="*/ 3115 w 3635"/>
                <a:gd name="T17" fmla="*/ 1087 h 4701"/>
                <a:gd name="T18" fmla="*/ 3164 w 3635"/>
                <a:gd name="T19" fmla="*/ 986 h 4701"/>
                <a:gd name="T20" fmla="*/ 2816 w 3635"/>
                <a:gd name="T21" fmla="*/ 1081 h 4701"/>
                <a:gd name="T22" fmla="*/ 2629 w 3635"/>
                <a:gd name="T23" fmla="*/ 1209 h 4701"/>
                <a:gd name="T24" fmla="*/ 2181 w 3635"/>
                <a:gd name="T25" fmla="*/ 1292 h 4701"/>
                <a:gd name="T26" fmla="*/ 2603 w 3635"/>
                <a:gd name="T27" fmla="*/ 126 h 4701"/>
                <a:gd name="T28" fmla="*/ 2312 w 3635"/>
                <a:gd name="T29" fmla="*/ 78 h 4701"/>
                <a:gd name="T30" fmla="*/ 1847 w 3635"/>
                <a:gd name="T31" fmla="*/ 174 h 4701"/>
                <a:gd name="T32" fmla="*/ 1664 w 3635"/>
                <a:gd name="T33" fmla="*/ 170 h 4701"/>
                <a:gd name="T34" fmla="*/ 1483 w 3635"/>
                <a:gd name="T35" fmla="*/ 165 h 4701"/>
                <a:gd name="T36" fmla="*/ 893 w 3635"/>
                <a:gd name="T37" fmla="*/ 359 h 4701"/>
                <a:gd name="T38" fmla="*/ 1466 w 3635"/>
                <a:gd name="T39" fmla="*/ 1398 h 4701"/>
                <a:gd name="T40" fmla="*/ 115 w 3635"/>
                <a:gd name="T41" fmla="*/ 2775 h 4701"/>
                <a:gd name="T42" fmla="*/ 402 w 3635"/>
                <a:gd name="T43" fmla="*/ 4149 h 4701"/>
                <a:gd name="T44" fmla="*/ 1817 w 3635"/>
                <a:gd name="T45" fmla="*/ 4701 h 4701"/>
                <a:gd name="T46" fmla="*/ 3515 w 3635"/>
                <a:gd name="T47" fmla="*/ 3556 h 4701"/>
                <a:gd name="T48" fmla="*/ 3250 w 3635"/>
                <a:gd name="T49" fmla="*/ 2043 h 4701"/>
                <a:gd name="T50" fmla="*/ 1605 w 3635"/>
                <a:gd name="T51" fmla="*/ 329 h 4701"/>
                <a:gd name="T52" fmla="*/ 1781 w 3635"/>
                <a:gd name="T53" fmla="*/ 333 h 4701"/>
                <a:gd name="T54" fmla="*/ 1970 w 3635"/>
                <a:gd name="T55" fmla="*/ 338 h 4701"/>
                <a:gd name="T56" fmla="*/ 2287 w 3635"/>
                <a:gd name="T57" fmla="*/ 306 h 4701"/>
                <a:gd name="T58" fmla="*/ 2077 w 3635"/>
                <a:gd name="T59" fmla="*/ 444 h 4701"/>
                <a:gd name="T60" fmla="*/ 1157 w 3635"/>
                <a:gd name="T61" fmla="*/ 446 h 4701"/>
                <a:gd name="T62" fmla="*/ 1605 w 3635"/>
                <a:gd name="T63" fmla="*/ 329 h 4701"/>
                <a:gd name="T64" fmla="*/ 1874 w 3635"/>
                <a:gd name="T65" fmla="*/ 3776 h 4701"/>
                <a:gd name="T66" fmla="*/ 1874 w 3635"/>
                <a:gd name="T67" fmla="*/ 4034 h 4701"/>
                <a:gd name="T68" fmla="*/ 1717 w 3635"/>
                <a:gd name="T69" fmla="*/ 4034 h 4701"/>
                <a:gd name="T70" fmla="*/ 1717 w 3635"/>
                <a:gd name="T71" fmla="*/ 3786 h 4701"/>
                <a:gd name="T72" fmla="*/ 1340 w 3635"/>
                <a:gd name="T73" fmla="*/ 3677 h 4701"/>
                <a:gd name="T74" fmla="*/ 1400 w 3635"/>
                <a:gd name="T75" fmla="*/ 3510 h 4701"/>
                <a:gd name="T76" fmla="*/ 1755 w 3635"/>
                <a:gd name="T77" fmla="*/ 3617 h 4701"/>
                <a:gd name="T78" fmla="*/ 2034 w 3635"/>
                <a:gd name="T79" fmla="*/ 3374 h 4701"/>
                <a:gd name="T80" fmla="*/ 1769 w 3635"/>
                <a:gd name="T81" fmla="*/ 3079 h 4701"/>
                <a:gd name="T82" fmla="*/ 1360 w 3635"/>
                <a:gd name="T83" fmla="*/ 2647 h 4701"/>
                <a:gd name="T84" fmla="*/ 1732 w 3635"/>
                <a:gd name="T85" fmla="*/ 2248 h 4701"/>
                <a:gd name="T86" fmla="*/ 1732 w 3635"/>
                <a:gd name="T87" fmla="*/ 2000 h 4701"/>
                <a:gd name="T88" fmla="*/ 1889 w 3635"/>
                <a:gd name="T89" fmla="*/ 2000 h 4701"/>
                <a:gd name="T90" fmla="*/ 1888 w 3635"/>
                <a:gd name="T91" fmla="*/ 2240 h 4701"/>
                <a:gd name="T92" fmla="*/ 2211 w 3635"/>
                <a:gd name="T93" fmla="*/ 2327 h 4701"/>
                <a:gd name="T94" fmla="*/ 2149 w 3635"/>
                <a:gd name="T95" fmla="*/ 2491 h 4701"/>
                <a:gd name="T96" fmla="*/ 1836 w 3635"/>
                <a:gd name="T97" fmla="*/ 2404 h 4701"/>
                <a:gd name="T98" fmla="*/ 1589 w 3635"/>
                <a:gd name="T99" fmla="*/ 2620 h 4701"/>
                <a:gd name="T100" fmla="*/ 1881 w 3635"/>
                <a:gd name="T101" fmla="*/ 2902 h 4701"/>
                <a:gd name="T102" fmla="*/ 2265 w 3635"/>
                <a:gd name="T103" fmla="*/ 3354 h 4701"/>
                <a:gd name="T104" fmla="*/ 1874 w 3635"/>
                <a:gd name="T105" fmla="*/ 3776 h 4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635" h="4701">
                  <a:moveTo>
                    <a:pt x="3250" y="2043"/>
                  </a:moveTo>
                  <a:cubicBezTo>
                    <a:pt x="3034" y="1723"/>
                    <a:pt x="2729" y="1509"/>
                    <a:pt x="2365" y="1417"/>
                  </a:cubicBezTo>
                  <a:cubicBezTo>
                    <a:pt x="2410" y="1417"/>
                    <a:pt x="2456" y="1416"/>
                    <a:pt x="2500" y="1414"/>
                  </a:cubicBezTo>
                  <a:cubicBezTo>
                    <a:pt x="2679" y="1408"/>
                    <a:pt x="3072" y="1316"/>
                    <a:pt x="3193" y="1490"/>
                  </a:cubicBezTo>
                  <a:cubicBezTo>
                    <a:pt x="3217" y="1524"/>
                    <a:pt x="3342" y="1468"/>
                    <a:pt x="3332" y="1453"/>
                  </a:cubicBezTo>
                  <a:cubicBezTo>
                    <a:pt x="3242" y="1324"/>
                    <a:pt x="3042" y="1341"/>
                    <a:pt x="2904" y="1344"/>
                  </a:cubicBezTo>
                  <a:cubicBezTo>
                    <a:pt x="2730" y="1349"/>
                    <a:pt x="2528" y="1384"/>
                    <a:pt x="2345" y="1358"/>
                  </a:cubicBezTo>
                  <a:cubicBezTo>
                    <a:pt x="2415" y="1351"/>
                    <a:pt x="2485" y="1340"/>
                    <a:pt x="2555" y="1321"/>
                  </a:cubicBezTo>
                  <a:cubicBezTo>
                    <a:pt x="2757" y="1266"/>
                    <a:pt x="2892" y="1086"/>
                    <a:pt x="3115" y="1087"/>
                  </a:cubicBezTo>
                  <a:cubicBezTo>
                    <a:pt x="3139" y="1081"/>
                    <a:pt x="3202" y="987"/>
                    <a:pt x="3164" y="986"/>
                  </a:cubicBezTo>
                  <a:cubicBezTo>
                    <a:pt x="3034" y="986"/>
                    <a:pt x="2929" y="1016"/>
                    <a:pt x="2816" y="1081"/>
                  </a:cubicBezTo>
                  <a:cubicBezTo>
                    <a:pt x="2751" y="1118"/>
                    <a:pt x="2692" y="1168"/>
                    <a:pt x="2629" y="1209"/>
                  </a:cubicBezTo>
                  <a:cubicBezTo>
                    <a:pt x="2499" y="1292"/>
                    <a:pt x="2336" y="1296"/>
                    <a:pt x="2181" y="1292"/>
                  </a:cubicBezTo>
                  <a:cubicBezTo>
                    <a:pt x="2457" y="910"/>
                    <a:pt x="2694" y="338"/>
                    <a:pt x="2603" y="126"/>
                  </a:cubicBezTo>
                  <a:cubicBezTo>
                    <a:pt x="2560" y="25"/>
                    <a:pt x="2452" y="0"/>
                    <a:pt x="2312" y="78"/>
                  </a:cubicBezTo>
                  <a:cubicBezTo>
                    <a:pt x="2162" y="163"/>
                    <a:pt x="1992" y="174"/>
                    <a:pt x="1847" y="174"/>
                  </a:cubicBezTo>
                  <a:cubicBezTo>
                    <a:pt x="1786" y="174"/>
                    <a:pt x="1724" y="172"/>
                    <a:pt x="1664" y="170"/>
                  </a:cubicBezTo>
                  <a:cubicBezTo>
                    <a:pt x="1603" y="167"/>
                    <a:pt x="1542" y="165"/>
                    <a:pt x="1483" y="165"/>
                  </a:cubicBezTo>
                  <a:cubicBezTo>
                    <a:pt x="1287" y="165"/>
                    <a:pt x="1064" y="188"/>
                    <a:pt x="893" y="359"/>
                  </a:cubicBezTo>
                  <a:cubicBezTo>
                    <a:pt x="759" y="498"/>
                    <a:pt x="939" y="1065"/>
                    <a:pt x="1466" y="1398"/>
                  </a:cubicBezTo>
                  <a:cubicBezTo>
                    <a:pt x="532" y="1536"/>
                    <a:pt x="256" y="2162"/>
                    <a:pt x="115" y="2775"/>
                  </a:cubicBezTo>
                  <a:cubicBezTo>
                    <a:pt x="0" y="3275"/>
                    <a:pt x="105" y="3776"/>
                    <a:pt x="402" y="4149"/>
                  </a:cubicBezTo>
                  <a:cubicBezTo>
                    <a:pt x="686" y="4505"/>
                    <a:pt x="1337" y="4701"/>
                    <a:pt x="1817" y="4701"/>
                  </a:cubicBezTo>
                  <a:cubicBezTo>
                    <a:pt x="2946" y="4701"/>
                    <a:pt x="3375" y="4232"/>
                    <a:pt x="3515" y="3556"/>
                  </a:cubicBezTo>
                  <a:cubicBezTo>
                    <a:pt x="3635" y="3033"/>
                    <a:pt x="3536" y="2467"/>
                    <a:pt x="3250" y="2043"/>
                  </a:cubicBezTo>
                  <a:close/>
                  <a:moveTo>
                    <a:pt x="1605" y="329"/>
                  </a:moveTo>
                  <a:cubicBezTo>
                    <a:pt x="1663" y="329"/>
                    <a:pt x="1722" y="331"/>
                    <a:pt x="1781" y="333"/>
                  </a:cubicBezTo>
                  <a:cubicBezTo>
                    <a:pt x="1844" y="335"/>
                    <a:pt x="1907" y="338"/>
                    <a:pt x="1970" y="338"/>
                  </a:cubicBezTo>
                  <a:cubicBezTo>
                    <a:pt x="2064" y="338"/>
                    <a:pt x="2174" y="332"/>
                    <a:pt x="2287" y="306"/>
                  </a:cubicBezTo>
                  <a:cubicBezTo>
                    <a:pt x="2216" y="349"/>
                    <a:pt x="2145" y="396"/>
                    <a:pt x="2077" y="444"/>
                  </a:cubicBezTo>
                  <a:cubicBezTo>
                    <a:pt x="1745" y="672"/>
                    <a:pt x="1482" y="852"/>
                    <a:pt x="1157" y="446"/>
                  </a:cubicBezTo>
                  <a:cubicBezTo>
                    <a:pt x="1285" y="345"/>
                    <a:pt x="1447" y="329"/>
                    <a:pt x="1605" y="329"/>
                  </a:cubicBezTo>
                  <a:close/>
                  <a:moveTo>
                    <a:pt x="1874" y="3776"/>
                  </a:moveTo>
                  <a:lnTo>
                    <a:pt x="1874" y="4034"/>
                  </a:lnTo>
                  <a:lnTo>
                    <a:pt x="1717" y="4034"/>
                  </a:lnTo>
                  <a:lnTo>
                    <a:pt x="1717" y="3786"/>
                  </a:lnTo>
                  <a:cubicBezTo>
                    <a:pt x="1574" y="3783"/>
                    <a:pt x="1427" y="3738"/>
                    <a:pt x="1340" y="3677"/>
                  </a:cubicBezTo>
                  <a:lnTo>
                    <a:pt x="1400" y="3510"/>
                  </a:lnTo>
                  <a:cubicBezTo>
                    <a:pt x="1487" y="3567"/>
                    <a:pt x="1616" y="3617"/>
                    <a:pt x="1755" y="3617"/>
                  </a:cubicBezTo>
                  <a:cubicBezTo>
                    <a:pt x="1930" y="3617"/>
                    <a:pt x="2034" y="3515"/>
                    <a:pt x="2034" y="3374"/>
                  </a:cubicBezTo>
                  <a:cubicBezTo>
                    <a:pt x="2034" y="3238"/>
                    <a:pt x="1953" y="3153"/>
                    <a:pt x="1769" y="3079"/>
                  </a:cubicBezTo>
                  <a:cubicBezTo>
                    <a:pt x="1517" y="2979"/>
                    <a:pt x="1360" y="2863"/>
                    <a:pt x="1360" y="2647"/>
                  </a:cubicBezTo>
                  <a:cubicBezTo>
                    <a:pt x="1360" y="2441"/>
                    <a:pt x="1506" y="2285"/>
                    <a:pt x="1732" y="2248"/>
                  </a:cubicBezTo>
                  <a:lnTo>
                    <a:pt x="1732" y="2000"/>
                  </a:lnTo>
                  <a:lnTo>
                    <a:pt x="1889" y="2000"/>
                  </a:lnTo>
                  <a:lnTo>
                    <a:pt x="1888" y="2240"/>
                  </a:lnTo>
                  <a:cubicBezTo>
                    <a:pt x="2035" y="2245"/>
                    <a:pt x="2136" y="2285"/>
                    <a:pt x="2211" y="2327"/>
                  </a:cubicBezTo>
                  <a:lnTo>
                    <a:pt x="2149" y="2491"/>
                  </a:lnTo>
                  <a:cubicBezTo>
                    <a:pt x="2097" y="2461"/>
                    <a:pt x="1995" y="2404"/>
                    <a:pt x="1836" y="2404"/>
                  </a:cubicBezTo>
                  <a:cubicBezTo>
                    <a:pt x="1645" y="2404"/>
                    <a:pt x="1589" y="2518"/>
                    <a:pt x="1589" y="2620"/>
                  </a:cubicBezTo>
                  <a:cubicBezTo>
                    <a:pt x="1589" y="2746"/>
                    <a:pt x="1665" y="2811"/>
                    <a:pt x="1881" y="2902"/>
                  </a:cubicBezTo>
                  <a:cubicBezTo>
                    <a:pt x="2136" y="3007"/>
                    <a:pt x="2265" y="3133"/>
                    <a:pt x="2265" y="3354"/>
                  </a:cubicBezTo>
                  <a:cubicBezTo>
                    <a:pt x="2265" y="3552"/>
                    <a:pt x="2129" y="3736"/>
                    <a:pt x="1874" y="377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组合 5"/>
          <p:cNvGrpSpPr/>
          <p:nvPr/>
        </p:nvGrpSpPr>
        <p:grpSpPr>
          <a:xfrm>
            <a:off x="193291" y="317173"/>
            <a:ext cx="5179768" cy="871755"/>
            <a:chOff x="193291" y="317173"/>
            <a:chExt cx="5179768" cy="871755"/>
          </a:xfrm>
        </p:grpSpPr>
        <p:sp>
          <p:nvSpPr>
            <p:cNvPr id="8" name="文本框 7"/>
            <p:cNvSpPr txBox="1"/>
            <p:nvPr/>
          </p:nvSpPr>
          <p:spPr>
            <a:xfrm>
              <a:off x="1059985" y="357880"/>
              <a:ext cx="4313074" cy="688073"/>
            </a:xfrm>
            <a:prstGeom prst="rect">
              <a:avLst/>
            </a:prstGeom>
            <a:noFill/>
          </p:spPr>
          <p:txBody>
            <a:bodyPr wrap="square" rtlCol="0">
              <a:spAutoFit/>
            </a:bodyPr>
            <a:lstStyle/>
            <a:p>
              <a:pPr lvl="0">
                <a:lnSpc>
                  <a:spcPct val="130000"/>
                </a:lnSpc>
                <a:defRPr/>
              </a:pPr>
              <a:r>
                <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rPr>
                <a:t>研究成果展示应用</a:t>
              </a:r>
              <a:endPar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endParaRPr>
            </a:p>
          </p:txBody>
        </p:sp>
        <p:pic>
          <p:nvPicPr>
            <p:cNvPr id="34" name="图片 33"/>
            <p:cNvPicPr>
              <a:picLocks noChangeAspect="1"/>
            </p:cNvPicPr>
            <p:nvPr/>
          </p:nvPicPr>
          <p:blipFill>
            <a:blip r:embed="rId1">
              <a:duotone>
                <a:schemeClr val="accent1">
                  <a:shade val="45000"/>
                  <a:satMod val="135000"/>
                </a:schemeClr>
                <a:prstClr val="white"/>
              </a:duotone>
              <a:extLst>
                <a:ext uri="{28A0092B-C50C-407E-A947-70E740481C1C}">
                  <a14:useLocalDpi xmlns:a14="http://schemas.microsoft.com/office/drawing/2010/main" val="0"/>
                </a:ext>
              </a:extLst>
            </a:blip>
            <a:srcRect l="24588" t="52000" r="15417" b="10555"/>
            <a:stretch>
              <a:fillRect/>
            </a:stretch>
          </p:blipFill>
          <p:spPr>
            <a:xfrm>
              <a:off x="193291" y="317173"/>
              <a:ext cx="931043" cy="871755"/>
            </a:xfrm>
            <a:prstGeom prst="rect">
              <a:avLst/>
            </a:prstGeom>
          </p:spPr>
        </p:pic>
      </p:grpSp>
      <p:pic>
        <p:nvPicPr>
          <p:cNvPr id="36" name="图片 35"/>
          <p:cNvPicPr>
            <a:picLocks noChangeAspect="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rcRect l="10873" r="50000" b="65926"/>
          <a:stretch>
            <a:fillRect/>
          </a:stretch>
        </p:blipFill>
        <p:spPr>
          <a:xfrm>
            <a:off x="1059985" y="1538327"/>
            <a:ext cx="3264035" cy="2842492"/>
          </a:xfrm>
          <a:prstGeom prst="rect">
            <a:avLst/>
          </a:prstGeom>
        </p:spPr>
      </p:pic>
      <p:pic>
        <p:nvPicPr>
          <p:cNvPr id="37" name="图片 36"/>
          <p:cNvPicPr>
            <a:picLocks noChangeAspect="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rcRect l="54995" t="33364" r="5878" b="35271"/>
          <a:stretch>
            <a:fillRect/>
          </a:stretch>
        </p:blipFill>
        <p:spPr>
          <a:xfrm>
            <a:off x="4120358" y="1196321"/>
            <a:ext cx="3878259" cy="3108887"/>
          </a:xfrm>
          <a:prstGeom prst="rect">
            <a:avLst/>
          </a:prstGeom>
        </p:spPr>
      </p:pic>
      <p:pic>
        <p:nvPicPr>
          <p:cNvPr id="38" name="图片 37"/>
          <p:cNvPicPr>
            <a:picLocks noChangeAspect="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rcRect l="46518" t="62880" r="6331" b="2773"/>
          <a:stretch>
            <a:fillRect/>
          </a:stretch>
        </p:blipFill>
        <p:spPr>
          <a:xfrm>
            <a:off x="8237941" y="1847471"/>
            <a:ext cx="3280959" cy="2390004"/>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barn(inVertical)">
                                      <p:cBhvr>
                                        <p:cTn id="7" dur="500"/>
                                        <p:tgtEl>
                                          <p:spTgt spid="4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arn(inVertical)">
                                      <p:cBhvr>
                                        <p:cTn id="10" dur="500"/>
                                        <p:tgtEl>
                                          <p:spTgt spid="10"/>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arn(inVertical)">
                                      <p:cBhvr>
                                        <p:cTn id="13" dur="500"/>
                                        <p:tgtEl>
                                          <p:spTgt spid="11"/>
                                        </p:tgtEl>
                                      </p:cBhvr>
                                    </p:animEffect>
                                  </p:childTnLst>
                                </p:cTn>
                              </p:par>
                              <p:par>
                                <p:cTn id="14" presetID="16" presetClass="entr" presetSubtype="21"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arn(inVertical)">
                                      <p:cBhvr>
                                        <p:cTn id="16" dur="500"/>
                                        <p:tgtEl>
                                          <p:spTgt spid="12"/>
                                        </p:tgtEl>
                                      </p:cBhvr>
                                    </p:animEffect>
                                  </p:childTnLst>
                                </p:cTn>
                              </p:par>
                              <p:par>
                                <p:cTn id="17" presetID="16" presetClass="entr" presetSubtype="21"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barn(inVertical)">
                                      <p:cBhvr>
                                        <p:cTn id="19" dur="500"/>
                                        <p:tgtEl>
                                          <p:spTgt spid="15"/>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arn(inVertical)">
                                      <p:cBhvr>
                                        <p:cTn id="22" dur="500"/>
                                        <p:tgtEl>
                                          <p:spTgt spid="18"/>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barn(inVertical)">
                                      <p:cBhvr>
                                        <p:cTn id="25" dur="500"/>
                                        <p:tgtEl>
                                          <p:spTgt spid="19"/>
                                        </p:tgtEl>
                                      </p:cBhvr>
                                    </p:animEffect>
                                  </p:childTnLst>
                                </p:cTn>
                              </p:par>
                              <p:par>
                                <p:cTn id="26" presetID="16" presetClass="entr" presetSubtype="21"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barn(inVertical)">
                                      <p:cBhvr>
                                        <p:cTn id="28" dur="500"/>
                                        <p:tgtEl>
                                          <p:spTgt spid="20"/>
                                        </p:tgtEl>
                                      </p:cBhvr>
                                    </p:animEffect>
                                  </p:childTnLst>
                                </p:cTn>
                              </p:par>
                              <p:par>
                                <p:cTn id="29" presetID="16" presetClass="entr" presetSubtype="21"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barn(inVertical)">
                                      <p:cBhvr>
                                        <p:cTn id="31" dur="500"/>
                                        <p:tgtEl>
                                          <p:spTgt spid="23"/>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barn(inVertical)">
                                      <p:cBhvr>
                                        <p:cTn id="34" dur="500"/>
                                        <p:tgtEl>
                                          <p:spTgt spid="26"/>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barn(inVertical)">
                                      <p:cBhvr>
                                        <p:cTn id="37" dur="500"/>
                                        <p:tgtEl>
                                          <p:spTgt spid="27"/>
                                        </p:tgtEl>
                                      </p:cBhvr>
                                    </p:animEffect>
                                  </p:childTnLst>
                                </p:cTn>
                              </p:par>
                              <p:par>
                                <p:cTn id="38" presetID="16" presetClass="entr" presetSubtype="21" fill="hold"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barn(inVertical)">
                                      <p:cBhvr>
                                        <p:cTn id="40" dur="500"/>
                                        <p:tgtEl>
                                          <p:spTgt spid="28"/>
                                        </p:tgtEl>
                                      </p:cBhvr>
                                    </p:animEffect>
                                  </p:childTnLst>
                                </p:cTn>
                              </p:par>
                              <p:par>
                                <p:cTn id="41" presetID="16" presetClass="entr" presetSubtype="21" fill="hold"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barn(inVertical)">
                                      <p:cBhvr>
                                        <p:cTn id="4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10" grpId="0"/>
      <p:bldP spid="11" grpId="0"/>
      <p:bldP spid="18" grpId="0"/>
      <p:bldP spid="19" grpId="0"/>
      <p:bldP spid="26" grpId="0"/>
      <p:bldP spid="2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0" y="4737100"/>
            <a:ext cx="12192000" cy="21209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 name="Straight Connector 8"/>
          <p:cNvCxnSpPr/>
          <p:nvPr/>
        </p:nvCxnSpPr>
        <p:spPr>
          <a:xfrm>
            <a:off x="2080017" y="1989628"/>
            <a:ext cx="10111983" cy="0"/>
          </a:xfrm>
          <a:prstGeom prst="line">
            <a:avLst/>
          </a:prstGeom>
          <a:ln w="25400">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sp>
        <p:nvSpPr>
          <p:cNvPr id="3" name="Oval 10"/>
          <p:cNvSpPr/>
          <p:nvPr/>
        </p:nvSpPr>
        <p:spPr>
          <a:xfrm>
            <a:off x="1435376" y="1539337"/>
            <a:ext cx="884172" cy="884172"/>
          </a:xfrm>
          <a:prstGeom prst="ellipse">
            <a:avLst/>
          </a:prstGeom>
          <a:solidFill>
            <a:schemeClr val="bg1"/>
          </a:solidFill>
          <a:ln w="25400">
            <a:solidFill>
              <a:schemeClr val="accent1"/>
            </a:solidFill>
          </a:ln>
          <a:effectLst>
            <a:outerShdw blurRad="38100" dist="25400" dir="5400000" algn="t"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tIns="91440" bIns="91440" rtlCol="0" anchor="ctr"/>
          <a:lstStyle/>
          <a:p>
            <a:pPr algn="ctr">
              <a:lnSpc>
                <a:spcPct val="120000"/>
              </a:lnSpc>
            </a:pPr>
            <a:r>
              <a:rPr lang="en-US" b="1">
                <a:solidFill>
                  <a:schemeClr val="accent1"/>
                </a:solidFill>
                <a:latin typeface="思源宋体 Heavy" panose="02020900000000000000" charset="-122"/>
                <a:ea typeface="思源宋体 Heavy" panose="02020900000000000000" charset="-122"/>
                <a:cs typeface="思源宋体 Heavy" panose="02020900000000000000" charset="-122"/>
              </a:rPr>
              <a:t>01</a:t>
            </a:r>
            <a:endParaRPr lang="en-US" sz="3600">
              <a:solidFill>
                <a:schemeClr val="accent1"/>
              </a:solidFill>
              <a:latin typeface="思源宋体 Heavy" panose="02020900000000000000" charset="-122"/>
              <a:ea typeface="思源宋体 Heavy" panose="02020900000000000000" charset="-122"/>
              <a:cs typeface="思源宋体 Heavy" panose="02020900000000000000" charset="-122"/>
            </a:endParaRPr>
          </a:p>
        </p:txBody>
      </p:sp>
      <p:sp>
        <p:nvSpPr>
          <p:cNvPr id="5" name="Freeform 4"/>
          <p:cNvSpPr/>
          <p:nvPr/>
        </p:nvSpPr>
        <p:spPr>
          <a:xfrm>
            <a:off x="1567806" y="2752215"/>
            <a:ext cx="2150754" cy="3318385"/>
          </a:xfrm>
          <a:custGeom>
            <a:avLst/>
            <a:gdLst>
              <a:gd name="connsiteX0" fmla="*/ 367014 w 2589152"/>
              <a:gd name="connsiteY0" fmla="*/ 0 h 2907149"/>
              <a:gd name="connsiteX1" fmla="*/ 491570 w 2589152"/>
              <a:gd name="connsiteY1" fmla="*/ 124556 h 2907149"/>
              <a:gd name="connsiteX2" fmla="*/ 2557280 w 2589152"/>
              <a:gd name="connsiteY2" fmla="*/ 124556 h 2907149"/>
              <a:gd name="connsiteX3" fmla="*/ 2589152 w 2589152"/>
              <a:gd name="connsiteY3" fmla="*/ 156428 h 2907149"/>
              <a:gd name="connsiteX4" fmla="*/ 2589152 w 2589152"/>
              <a:gd name="connsiteY4" fmla="*/ 2875277 h 2907149"/>
              <a:gd name="connsiteX5" fmla="*/ 2557280 w 2589152"/>
              <a:gd name="connsiteY5" fmla="*/ 2907149 h 2907149"/>
              <a:gd name="connsiteX6" fmla="*/ 31872 w 2589152"/>
              <a:gd name="connsiteY6" fmla="*/ 2907149 h 2907149"/>
              <a:gd name="connsiteX7" fmla="*/ 0 w 2589152"/>
              <a:gd name="connsiteY7" fmla="*/ 2875277 h 2907149"/>
              <a:gd name="connsiteX8" fmla="*/ 0 w 2589152"/>
              <a:gd name="connsiteY8" fmla="*/ 156428 h 2907149"/>
              <a:gd name="connsiteX9" fmla="*/ 31872 w 2589152"/>
              <a:gd name="connsiteY9" fmla="*/ 124556 h 2907149"/>
              <a:gd name="connsiteX10" fmla="*/ 242458 w 2589152"/>
              <a:gd name="connsiteY10" fmla="*/ 124556 h 290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9152" h="2907149">
                <a:moveTo>
                  <a:pt x="367014" y="0"/>
                </a:moveTo>
                <a:lnTo>
                  <a:pt x="491570" y="124556"/>
                </a:lnTo>
                <a:lnTo>
                  <a:pt x="2557280" y="124556"/>
                </a:lnTo>
                <a:cubicBezTo>
                  <a:pt x="2574882" y="124556"/>
                  <a:pt x="2589152" y="138826"/>
                  <a:pt x="2589152" y="156428"/>
                </a:cubicBezTo>
                <a:lnTo>
                  <a:pt x="2589152" y="2875277"/>
                </a:lnTo>
                <a:cubicBezTo>
                  <a:pt x="2589152" y="2892879"/>
                  <a:pt x="2574882" y="2907149"/>
                  <a:pt x="2557280" y="2907149"/>
                </a:cubicBezTo>
                <a:lnTo>
                  <a:pt x="31872" y="2907149"/>
                </a:lnTo>
                <a:cubicBezTo>
                  <a:pt x="14270" y="2907149"/>
                  <a:pt x="0" y="2892879"/>
                  <a:pt x="0" y="2875277"/>
                </a:cubicBezTo>
                <a:lnTo>
                  <a:pt x="0" y="156428"/>
                </a:lnTo>
                <a:cubicBezTo>
                  <a:pt x="0" y="138826"/>
                  <a:pt x="14270" y="124556"/>
                  <a:pt x="31872" y="124556"/>
                </a:cubicBezTo>
                <a:lnTo>
                  <a:pt x="242458" y="124556"/>
                </a:lnTo>
                <a:close/>
              </a:path>
            </a:pathLst>
          </a:custGeom>
          <a:solidFill>
            <a:schemeClr val="bg1"/>
          </a:solidFill>
          <a:ln>
            <a:noFill/>
          </a:ln>
          <a:effectLst>
            <a:outerShdw blurRad="381000" dist="254000" dir="5400000" algn="t"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9"/>
          <p:cNvSpPr>
            <a:spLocks noChangeAspect="1"/>
          </p:cNvSpPr>
          <p:nvPr/>
        </p:nvSpPr>
        <p:spPr>
          <a:xfrm>
            <a:off x="1818751" y="2364798"/>
            <a:ext cx="117422" cy="117422"/>
          </a:xfrm>
          <a:prstGeom prst="ellipse">
            <a:avLst/>
          </a:prstGeom>
          <a:solidFill>
            <a:schemeClr val="bg1"/>
          </a:solidFill>
          <a:ln w="12700">
            <a:solidFill>
              <a:schemeClr val="accent1"/>
            </a:solidFill>
          </a:ln>
          <a:effectLst>
            <a:outerShdw blurRad="88900" dist="38100" dir="5400000" algn="t" rotWithShape="0">
              <a:prstClr val="black">
                <a:alpha val="1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思源宋体 Heavy" panose="02020900000000000000" charset="-122"/>
              <a:ea typeface="思源宋体 Heavy" panose="02020900000000000000" charset="-122"/>
              <a:cs typeface="思源宋体 Heavy" panose="02020900000000000000" charset="-122"/>
            </a:endParaRPr>
          </a:p>
        </p:txBody>
      </p:sp>
      <p:sp>
        <p:nvSpPr>
          <p:cNvPr id="10" name="Oval 19"/>
          <p:cNvSpPr/>
          <p:nvPr/>
        </p:nvSpPr>
        <p:spPr>
          <a:xfrm>
            <a:off x="3934736" y="1539337"/>
            <a:ext cx="884172" cy="884172"/>
          </a:xfrm>
          <a:prstGeom prst="ellipse">
            <a:avLst/>
          </a:prstGeom>
          <a:solidFill>
            <a:schemeClr val="bg1"/>
          </a:solidFill>
          <a:ln w="25400">
            <a:solidFill>
              <a:schemeClr val="accent2"/>
            </a:solidFill>
          </a:ln>
          <a:effectLst>
            <a:outerShdw blurRad="38100" dist="25400" dir="5400000" algn="t"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tIns="91440" bIns="91440" rtlCol="0" anchor="ctr"/>
          <a:lstStyle/>
          <a:p>
            <a:pPr algn="ctr">
              <a:lnSpc>
                <a:spcPct val="120000"/>
              </a:lnSpc>
            </a:pPr>
            <a:r>
              <a:rPr lang="en-US" b="1">
                <a:solidFill>
                  <a:schemeClr val="accent2"/>
                </a:solidFill>
                <a:latin typeface="思源宋体 Heavy" panose="02020900000000000000" charset="-122"/>
                <a:ea typeface="思源宋体 Heavy" panose="02020900000000000000" charset="-122"/>
                <a:cs typeface="思源宋体 Heavy" panose="02020900000000000000" charset="-122"/>
              </a:rPr>
              <a:t>02</a:t>
            </a:r>
            <a:endParaRPr lang="en-US" sz="3600">
              <a:solidFill>
                <a:schemeClr val="accent2"/>
              </a:solidFill>
              <a:latin typeface="思源宋体 Heavy" panose="02020900000000000000" charset="-122"/>
              <a:ea typeface="思源宋体 Heavy" panose="02020900000000000000" charset="-122"/>
              <a:cs typeface="思源宋体 Heavy" panose="02020900000000000000" charset="-122"/>
            </a:endParaRPr>
          </a:p>
        </p:txBody>
      </p:sp>
      <p:sp>
        <p:nvSpPr>
          <p:cNvPr id="12" name="Freeform 21"/>
          <p:cNvSpPr/>
          <p:nvPr/>
        </p:nvSpPr>
        <p:spPr>
          <a:xfrm>
            <a:off x="4067166" y="2752215"/>
            <a:ext cx="2150754" cy="3318385"/>
          </a:xfrm>
          <a:custGeom>
            <a:avLst/>
            <a:gdLst>
              <a:gd name="connsiteX0" fmla="*/ 367014 w 2589152"/>
              <a:gd name="connsiteY0" fmla="*/ 0 h 2907149"/>
              <a:gd name="connsiteX1" fmla="*/ 491570 w 2589152"/>
              <a:gd name="connsiteY1" fmla="*/ 124556 h 2907149"/>
              <a:gd name="connsiteX2" fmla="*/ 2557280 w 2589152"/>
              <a:gd name="connsiteY2" fmla="*/ 124556 h 2907149"/>
              <a:gd name="connsiteX3" fmla="*/ 2589152 w 2589152"/>
              <a:gd name="connsiteY3" fmla="*/ 156428 h 2907149"/>
              <a:gd name="connsiteX4" fmla="*/ 2589152 w 2589152"/>
              <a:gd name="connsiteY4" fmla="*/ 2875277 h 2907149"/>
              <a:gd name="connsiteX5" fmla="*/ 2557280 w 2589152"/>
              <a:gd name="connsiteY5" fmla="*/ 2907149 h 2907149"/>
              <a:gd name="connsiteX6" fmla="*/ 31872 w 2589152"/>
              <a:gd name="connsiteY6" fmla="*/ 2907149 h 2907149"/>
              <a:gd name="connsiteX7" fmla="*/ 0 w 2589152"/>
              <a:gd name="connsiteY7" fmla="*/ 2875277 h 2907149"/>
              <a:gd name="connsiteX8" fmla="*/ 0 w 2589152"/>
              <a:gd name="connsiteY8" fmla="*/ 156428 h 2907149"/>
              <a:gd name="connsiteX9" fmla="*/ 31872 w 2589152"/>
              <a:gd name="connsiteY9" fmla="*/ 124556 h 2907149"/>
              <a:gd name="connsiteX10" fmla="*/ 242458 w 2589152"/>
              <a:gd name="connsiteY10" fmla="*/ 124556 h 290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9152" h="2907149">
                <a:moveTo>
                  <a:pt x="367014" y="0"/>
                </a:moveTo>
                <a:lnTo>
                  <a:pt x="491570" y="124556"/>
                </a:lnTo>
                <a:lnTo>
                  <a:pt x="2557280" y="124556"/>
                </a:lnTo>
                <a:cubicBezTo>
                  <a:pt x="2574882" y="124556"/>
                  <a:pt x="2589152" y="138826"/>
                  <a:pt x="2589152" y="156428"/>
                </a:cubicBezTo>
                <a:lnTo>
                  <a:pt x="2589152" y="2875277"/>
                </a:lnTo>
                <a:cubicBezTo>
                  <a:pt x="2589152" y="2892879"/>
                  <a:pt x="2574882" y="2907149"/>
                  <a:pt x="2557280" y="2907149"/>
                </a:cubicBezTo>
                <a:lnTo>
                  <a:pt x="31872" y="2907149"/>
                </a:lnTo>
                <a:cubicBezTo>
                  <a:pt x="14270" y="2907149"/>
                  <a:pt x="0" y="2892879"/>
                  <a:pt x="0" y="2875277"/>
                </a:cubicBezTo>
                <a:lnTo>
                  <a:pt x="0" y="156428"/>
                </a:lnTo>
                <a:cubicBezTo>
                  <a:pt x="0" y="138826"/>
                  <a:pt x="14270" y="124556"/>
                  <a:pt x="31872" y="124556"/>
                </a:cubicBezTo>
                <a:lnTo>
                  <a:pt x="242458" y="124556"/>
                </a:lnTo>
                <a:close/>
              </a:path>
            </a:pathLst>
          </a:custGeom>
          <a:solidFill>
            <a:schemeClr val="bg1"/>
          </a:solidFill>
          <a:ln>
            <a:noFill/>
          </a:ln>
          <a:effectLst>
            <a:outerShdw blurRad="381000" dist="254000" dir="5400000" algn="t"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Oval 25"/>
          <p:cNvSpPr>
            <a:spLocks noChangeAspect="1"/>
          </p:cNvSpPr>
          <p:nvPr/>
        </p:nvSpPr>
        <p:spPr>
          <a:xfrm>
            <a:off x="4318111" y="2364798"/>
            <a:ext cx="117422" cy="117422"/>
          </a:xfrm>
          <a:prstGeom prst="ellipse">
            <a:avLst/>
          </a:prstGeom>
          <a:solidFill>
            <a:schemeClr val="bg1"/>
          </a:solidFill>
          <a:ln w="12700">
            <a:solidFill>
              <a:schemeClr val="accent2"/>
            </a:solidFill>
          </a:ln>
          <a:effectLst>
            <a:outerShdw blurRad="88900" dist="38100" dir="5400000" algn="t" rotWithShape="0">
              <a:prstClr val="black">
                <a:alpha val="1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思源宋体 Heavy" panose="02020900000000000000" charset="-122"/>
              <a:ea typeface="思源宋体 Heavy" panose="02020900000000000000" charset="-122"/>
              <a:cs typeface="思源宋体 Heavy" panose="02020900000000000000" charset="-122"/>
            </a:endParaRPr>
          </a:p>
        </p:txBody>
      </p:sp>
      <p:sp>
        <p:nvSpPr>
          <p:cNvPr id="17" name="Oval 26"/>
          <p:cNvSpPr/>
          <p:nvPr/>
        </p:nvSpPr>
        <p:spPr>
          <a:xfrm>
            <a:off x="6433655" y="1480089"/>
            <a:ext cx="884172" cy="884172"/>
          </a:xfrm>
          <a:prstGeom prst="ellipse">
            <a:avLst/>
          </a:prstGeom>
          <a:solidFill>
            <a:schemeClr val="bg1"/>
          </a:solidFill>
          <a:ln w="25400">
            <a:solidFill>
              <a:schemeClr val="accent3"/>
            </a:solidFill>
          </a:ln>
          <a:effectLst>
            <a:outerShdw blurRad="38100" dist="25400" dir="5400000" algn="t"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tIns="91440" bIns="91440" rtlCol="0" anchor="ctr"/>
          <a:lstStyle/>
          <a:p>
            <a:pPr algn="ctr">
              <a:lnSpc>
                <a:spcPct val="120000"/>
              </a:lnSpc>
            </a:pPr>
            <a:r>
              <a:rPr lang="en-US" b="1">
                <a:solidFill>
                  <a:schemeClr val="accent3"/>
                </a:solidFill>
                <a:latin typeface="思源宋体 Heavy" panose="02020900000000000000" charset="-122"/>
                <a:ea typeface="思源宋体 Heavy" panose="02020900000000000000" charset="-122"/>
                <a:cs typeface="思源宋体 Heavy" panose="02020900000000000000" charset="-122"/>
              </a:rPr>
              <a:t>03</a:t>
            </a:r>
            <a:endParaRPr lang="en-US" sz="3600">
              <a:solidFill>
                <a:schemeClr val="accent3"/>
              </a:solidFill>
              <a:latin typeface="思源宋体 Heavy" panose="02020900000000000000" charset="-122"/>
              <a:ea typeface="思源宋体 Heavy" panose="02020900000000000000" charset="-122"/>
              <a:cs typeface="思源宋体 Heavy" panose="02020900000000000000" charset="-122"/>
            </a:endParaRPr>
          </a:p>
        </p:txBody>
      </p:sp>
      <p:sp>
        <p:nvSpPr>
          <p:cNvPr id="19" name="Freeform 28"/>
          <p:cNvSpPr/>
          <p:nvPr/>
        </p:nvSpPr>
        <p:spPr>
          <a:xfrm>
            <a:off x="6566085" y="2752215"/>
            <a:ext cx="2150754" cy="3318385"/>
          </a:xfrm>
          <a:custGeom>
            <a:avLst/>
            <a:gdLst>
              <a:gd name="connsiteX0" fmla="*/ 367014 w 2589152"/>
              <a:gd name="connsiteY0" fmla="*/ 0 h 2907149"/>
              <a:gd name="connsiteX1" fmla="*/ 491570 w 2589152"/>
              <a:gd name="connsiteY1" fmla="*/ 124556 h 2907149"/>
              <a:gd name="connsiteX2" fmla="*/ 2557280 w 2589152"/>
              <a:gd name="connsiteY2" fmla="*/ 124556 h 2907149"/>
              <a:gd name="connsiteX3" fmla="*/ 2589152 w 2589152"/>
              <a:gd name="connsiteY3" fmla="*/ 156428 h 2907149"/>
              <a:gd name="connsiteX4" fmla="*/ 2589152 w 2589152"/>
              <a:gd name="connsiteY4" fmla="*/ 2875277 h 2907149"/>
              <a:gd name="connsiteX5" fmla="*/ 2557280 w 2589152"/>
              <a:gd name="connsiteY5" fmla="*/ 2907149 h 2907149"/>
              <a:gd name="connsiteX6" fmla="*/ 31872 w 2589152"/>
              <a:gd name="connsiteY6" fmla="*/ 2907149 h 2907149"/>
              <a:gd name="connsiteX7" fmla="*/ 0 w 2589152"/>
              <a:gd name="connsiteY7" fmla="*/ 2875277 h 2907149"/>
              <a:gd name="connsiteX8" fmla="*/ 0 w 2589152"/>
              <a:gd name="connsiteY8" fmla="*/ 156428 h 2907149"/>
              <a:gd name="connsiteX9" fmla="*/ 31872 w 2589152"/>
              <a:gd name="connsiteY9" fmla="*/ 124556 h 2907149"/>
              <a:gd name="connsiteX10" fmla="*/ 242458 w 2589152"/>
              <a:gd name="connsiteY10" fmla="*/ 124556 h 290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9152" h="2907149">
                <a:moveTo>
                  <a:pt x="367014" y="0"/>
                </a:moveTo>
                <a:lnTo>
                  <a:pt x="491570" y="124556"/>
                </a:lnTo>
                <a:lnTo>
                  <a:pt x="2557280" y="124556"/>
                </a:lnTo>
                <a:cubicBezTo>
                  <a:pt x="2574882" y="124556"/>
                  <a:pt x="2589152" y="138826"/>
                  <a:pt x="2589152" y="156428"/>
                </a:cubicBezTo>
                <a:lnTo>
                  <a:pt x="2589152" y="2875277"/>
                </a:lnTo>
                <a:cubicBezTo>
                  <a:pt x="2589152" y="2892879"/>
                  <a:pt x="2574882" y="2907149"/>
                  <a:pt x="2557280" y="2907149"/>
                </a:cubicBezTo>
                <a:lnTo>
                  <a:pt x="31872" y="2907149"/>
                </a:lnTo>
                <a:cubicBezTo>
                  <a:pt x="14270" y="2907149"/>
                  <a:pt x="0" y="2892879"/>
                  <a:pt x="0" y="2875277"/>
                </a:cubicBezTo>
                <a:lnTo>
                  <a:pt x="0" y="156428"/>
                </a:lnTo>
                <a:cubicBezTo>
                  <a:pt x="0" y="138826"/>
                  <a:pt x="14270" y="124556"/>
                  <a:pt x="31872" y="124556"/>
                </a:cubicBezTo>
                <a:lnTo>
                  <a:pt x="242458" y="124556"/>
                </a:lnTo>
                <a:close/>
              </a:path>
            </a:pathLst>
          </a:custGeom>
          <a:solidFill>
            <a:schemeClr val="bg1"/>
          </a:solidFill>
          <a:ln>
            <a:noFill/>
          </a:ln>
          <a:effectLst>
            <a:outerShdw blurRad="381000" dist="254000" dir="5400000" algn="t"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32"/>
          <p:cNvSpPr>
            <a:spLocks noChangeAspect="1"/>
          </p:cNvSpPr>
          <p:nvPr/>
        </p:nvSpPr>
        <p:spPr>
          <a:xfrm>
            <a:off x="6817030" y="2364798"/>
            <a:ext cx="117422" cy="117422"/>
          </a:xfrm>
          <a:prstGeom prst="ellipse">
            <a:avLst/>
          </a:prstGeom>
          <a:solidFill>
            <a:schemeClr val="bg1"/>
          </a:solidFill>
          <a:ln w="12700">
            <a:solidFill>
              <a:schemeClr val="accent3"/>
            </a:solidFill>
          </a:ln>
          <a:effectLst>
            <a:outerShdw blurRad="88900" dist="38100" dir="5400000" algn="t" rotWithShape="0">
              <a:prstClr val="black">
                <a:alpha val="1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思源宋体 Heavy" panose="02020900000000000000" charset="-122"/>
              <a:ea typeface="思源宋体 Heavy" panose="02020900000000000000" charset="-122"/>
              <a:cs typeface="思源宋体 Heavy" panose="02020900000000000000" charset="-122"/>
            </a:endParaRPr>
          </a:p>
        </p:txBody>
      </p:sp>
      <p:sp>
        <p:nvSpPr>
          <p:cNvPr id="24" name="Oval 33"/>
          <p:cNvSpPr/>
          <p:nvPr/>
        </p:nvSpPr>
        <p:spPr>
          <a:xfrm>
            <a:off x="8932574" y="1480089"/>
            <a:ext cx="884172" cy="884172"/>
          </a:xfrm>
          <a:prstGeom prst="ellipse">
            <a:avLst/>
          </a:prstGeom>
          <a:solidFill>
            <a:schemeClr val="bg1"/>
          </a:solidFill>
          <a:ln w="25400">
            <a:solidFill>
              <a:schemeClr val="accent4"/>
            </a:solidFill>
          </a:ln>
          <a:effectLst>
            <a:outerShdw blurRad="38100" dist="25400" dir="5400000" algn="t"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tIns="91440" bIns="91440" rtlCol="0" anchor="ctr"/>
          <a:lstStyle/>
          <a:p>
            <a:pPr algn="ctr">
              <a:lnSpc>
                <a:spcPct val="120000"/>
              </a:lnSpc>
            </a:pPr>
            <a:r>
              <a:rPr lang="en-US" b="1">
                <a:solidFill>
                  <a:schemeClr val="accent4"/>
                </a:solidFill>
                <a:latin typeface="思源宋体 Heavy" panose="02020900000000000000" charset="-122"/>
                <a:ea typeface="思源宋体 Heavy" panose="02020900000000000000" charset="-122"/>
                <a:cs typeface="思源宋体 Heavy" panose="02020900000000000000" charset="-122"/>
              </a:rPr>
              <a:t>04</a:t>
            </a:r>
            <a:endParaRPr lang="en-US" sz="3600">
              <a:solidFill>
                <a:schemeClr val="accent4"/>
              </a:solidFill>
              <a:latin typeface="思源宋体 Heavy" panose="02020900000000000000" charset="-122"/>
              <a:ea typeface="思源宋体 Heavy" panose="02020900000000000000" charset="-122"/>
              <a:cs typeface="思源宋体 Heavy" panose="02020900000000000000" charset="-122"/>
            </a:endParaRPr>
          </a:p>
        </p:txBody>
      </p:sp>
      <p:sp>
        <p:nvSpPr>
          <p:cNvPr id="26" name="Freeform 35"/>
          <p:cNvSpPr/>
          <p:nvPr/>
        </p:nvSpPr>
        <p:spPr>
          <a:xfrm>
            <a:off x="9065004" y="2752215"/>
            <a:ext cx="2150754" cy="3318385"/>
          </a:xfrm>
          <a:custGeom>
            <a:avLst/>
            <a:gdLst>
              <a:gd name="connsiteX0" fmla="*/ 367014 w 2589152"/>
              <a:gd name="connsiteY0" fmla="*/ 0 h 2907149"/>
              <a:gd name="connsiteX1" fmla="*/ 491570 w 2589152"/>
              <a:gd name="connsiteY1" fmla="*/ 124556 h 2907149"/>
              <a:gd name="connsiteX2" fmla="*/ 2557280 w 2589152"/>
              <a:gd name="connsiteY2" fmla="*/ 124556 h 2907149"/>
              <a:gd name="connsiteX3" fmla="*/ 2589152 w 2589152"/>
              <a:gd name="connsiteY3" fmla="*/ 156428 h 2907149"/>
              <a:gd name="connsiteX4" fmla="*/ 2589152 w 2589152"/>
              <a:gd name="connsiteY4" fmla="*/ 2875277 h 2907149"/>
              <a:gd name="connsiteX5" fmla="*/ 2557280 w 2589152"/>
              <a:gd name="connsiteY5" fmla="*/ 2907149 h 2907149"/>
              <a:gd name="connsiteX6" fmla="*/ 31872 w 2589152"/>
              <a:gd name="connsiteY6" fmla="*/ 2907149 h 2907149"/>
              <a:gd name="connsiteX7" fmla="*/ 0 w 2589152"/>
              <a:gd name="connsiteY7" fmla="*/ 2875277 h 2907149"/>
              <a:gd name="connsiteX8" fmla="*/ 0 w 2589152"/>
              <a:gd name="connsiteY8" fmla="*/ 156428 h 2907149"/>
              <a:gd name="connsiteX9" fmla="*/ 31872 w 2589152"/>
              <a:gd name="connsiteY9" fmla="*/ 124556 h 2907149"/>
              <a:gd name="connsiteX10" fmla="*/ 242458 w 2589152"/>
              <a:gd name="connsiteY10" fmla="*/ 124556 h 290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9152" h="2907149">
                <a:moveTo>
                  <a:pt x="367014" y="0"/>
                </a:moveTo>
                <a:lnTo>
                  <a:pt x="491570" y="124556"/>
                </a:lnTo>
                <a:lnTo>
                  <a:pt x="2557280" y="124556"/>
                </a:lnTo>
                <a:cubicBezTo>
                  <a:pt x="2574882" y="124556"/>
                  <a:pt x="2589152" y="138826"/>
                  <a:pt x="2589152" y="156428"/>
                </a:cubicBezTo>
                <a:lnTo>
                  <a:pt x="2589152" y="2875277"/>
                </a:lnTo>
                <a:cubicBezTo>
                  <a:pt x="2589152" y="2892879"/>
                  <a:pt x="2574882" y="2907149"/>
                  <a:pt x="2557280" y="2907149"/>
                </a:cubicBezTo>
                <a:lnTo>
                  <a:pt x="31872" y="2907149"/>
                </a:lnTo>
                <a:cubicBezTo>
                  <a:pt x="14270" y="2907149"/>
                  <a:pt x="0" y="2892879"/>
                  <a:pt x="0" y="2875277"/>
                </a:cubicBezTo>
                <a:lnTo>
                  <a:pt x="0" y="156428"/>
                </a:lnTo>
                <a:cubicBezTo>
                  <a:pt x="0" y="138826"/>
                  <a:pt x="14270" y="124556"/>
                  <a:pt x="31872" y="124556"/>
                </a:cubicBezTo>
                <a:lnTo>
                  <a:pt x="242458" y="124556"/>
                </a:lnTo>
                <a:close/>
              </a:path>
            </a:pathLst>
          </a:custGeom>
          <a:solidFill>
            <a:schemeClr val="bg1"/>
          </a:solidFill>
          <a:ln>
            <a:noFill/>
          </a:ln>
          <a:effectLst>
            <a:outerShdw blurRad="381000" dist="254000" dir="5400000" algn="t"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Oval 39"/>
          <p:cNvSpPr>
            <a:spLocks noChangeAspect="1"/>
          </p:cNvSpPr>
          <p:nvPr/>
        </p:nvSpPr>
        <p:spPr>
          <a:xfrm>
            <a:off x="9315949" y="2364798"/>
            <a:ext cx="117422" cy="117422"/>
          </a:xfrm>
          <a:prstGeom prst="ellipse">
            <a:avLst/>
          </a:prstGeom>
          <a:solidFill>
            <a:schemeClr val="bg1"/>
          </a:solidFill>
          <a:ln w="12700">
            <a:solidFill>
              <a:schemeClr val="accent4"/>
            </a:solidFill>
          </a:ln>
          <a:effectLst>
            <a:outerShdw blurRad="88900" dist="38100" dir="5400000" algn="t" rotWithShape="0">
              <a:prstClr val="black">
                <a:alpha val="1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思源宋体 Heavy" panose="02020900000000000000" charset="-122"/>
              <a:ea typeface="思源宋体 Heavy" panose="02020900000000000000" charset="-122"/>
              <a:cs typeface="思源宋体 Heavy" panose="02020900000000000000" charset="-122"/>
            </a:endParaRPr>
          </a:p>
        </p:txBody>
      </p:sp>
      <p:sp>
        <p:nvSpPr>
          <p:cNvPr id="33" name="dollar-bag_17794"/>
          <p:cNvSpPr/>
          <p:nvPr/>
        </p:nvSpPr>
        <p:spPr>
          <a:xfrm>
            <a:off x="1918386" y="3276600"/>
            <a:ext cx="272666" cy="343466"/>
          </a:xfrm>
          <a:custGeom>
            <a:avLst/>
            <a:gdLst>
              <a:gd name="T0" fmla="*/ 3250 w 3635"/>
              <a:gd name="T1" fmla="*/ 2043 h 4701"/>
              <a:gd name="T2" fmla="*/ 2365 w 3635"/>
              <a:gd name="T3" fmla="*/ 1417 h 4701"/>
              <a:gd name="T4" fmla="*/ 2500 w 3635"/>
              <a:gd name="T5" fmla="*/ 1414 h 4701"/>
              <a:gd name="T6" fmla="*/ 3193 w 3635"/>
              <a:gd name="T7" fmla="*/ 1490 h 4701"/>
              <a:gd name="T8" fmla="*/ 3332 w 3635"/>
              <a:gd name="T9" fmla="*/ 1453 h 4701"/>
              <a:gd name="T10" fmla="*/ 2904 w 3635"/>
              <a:gd name="T11" fmla="*/ 1344 h 4701"/>
              <a:gd name="T12" fmla="*/ 2345 w 3635"/>
              <a:gd name="T13" fmla="*/ 1358 h 4701"/>
              <a:gd name="T14" fmla="*/ 2555 w 3635"/>
              <a:gd name="T15" fmla="*/ 1321 h 4701"/>
              <a:gd name="T16" fmla="*/ 3115 w 3635"/>
              <a:gd name="T17" fmla="*/ 1087 h 4701"/>
              <a:gd name="T18" fmla="*/ 3164 w 3635"/>
              <a:gd name="T19" fmla="*/ 986 h 4701"/>
              <a:gd name="T20" fmla="*/ 2816 w 3635"/>
              <a:gd name="T21" fmla="*/ 1081 h 4701"/>
              <a:gd name="T22" fmla="*/ 2629 w 3635"/>
              <a:gd name="T23" fmla="*/ 1209 h 4701"/>
              <a:gd name="T24" fmla="*/ 2181 w 3635"/>
              <a:gd name="T25" fmla="*/ 1292 h 4701"/>
              <a:gd name="T26" fmla="*/ 2603 w 3635"/>
              <a:gd name="T27" fmla="*/ 126 h 4701"/>
              <a:gd name="T28" fmla="*/ 2312 w 3635"/>
              <a:gd name="T29" fmla="*/ 78 h 4701"/>
              <a:gd name="T30" fmla="*/ 1847 w 3635"/>
              <a:gd name="T31" fmla="*/ 174 h 4701"/>
              <a:gd name="T32" fmla="*/ 1664 w 3635"/>
              <a:gd name="T33" fmla="*/ 170 h 4701"/>
              <a:gd name="T34" fmla="*/ 1483 w 3635"/>
              <a:gd name="T35" fmla="*/ 165 h 4701"/>
              <a:gd name="T36" fmla="*/ 893 w 3635"/>
              <a:gd name="T37" fmla="*/ 359 h 4701"/>
              <a:gd name="T38" fmla="*/ 1466 w 3635"/>
              <a:gd name="T39" fmla="*/ 1398 h 4701"/>
              <a:gd name="T40" fmla="*/ 115 w 3635"/>
              <a:gd name="T41" fmla="*/ 2775 h 4701"/>
              <a:gd name="T42" fmla="*/ 402 w 3635"/>
              <a:gd name="T43" fmla="*/ 4149 h 4701"/>
              <a:gd name="T44" fmla="*/ 1817 w 3635"/>
              <a:gd name="T45" fmla="*/ 4701 h 4701"/>
              <a:gd name="T46" fmla="*/ 3515 w 3635"/>
              <a:gd name="T47" fmla="*/ 3556 h 4701"/>
              <a:gd name="T48" fmla="*/ 3250 w 3635"/>
              <a:gd name="T49" fmla="*/ 2043 h 4701"/>
              <a:gd name="T50" fmla="*/ 1605 w 3635"/>
              <a:gd name="T51" fmla="*/ 329 h 4701"/>
              <a:gd name="T52" fmla="*/ 1781 w 3635"/>
              <a:gd name="T53" fmla="*/ 333 h 4701"/>
              <a:gd name="T54" fmla="*/ 1970 w 3635"/>
              <a:gd name="T55" fmla="*/ 338 h 4701"/>
              <a:gd name="T56" fmla="*/ 2287 w 3635"/>
              <a:gd name="T57" fmla="*/ 306 h 4701"/>
              <a:gd name="T58" fmla="*/ 2077 w 3635"/>
              <a:gd name="T59" fmla="*/ 444 h 4701"/>
              <a:gd name="T60" fmla="*/ 1157 w 3635"/>
              <a:gd name="T61" fmla="*/ 446 h 4701"/>
              <a:gd name="T62" fmla="*/ 1605 w 3635"/>
              <a:gd name="T63" fmla="*/ 329 h 4701"/>
              <a:gd name="T64" fmla="*/ 1874 w 3635"/>
              <a:gd name="T65" fmla="*/ 3776 h 4701"/>
              <a:gd name="T66" fmla="*/ 1874 w 3635"/>
              <a:gd name="T67" fmla="*/ 4034 h 4701"/>
              <a:gd name="T68" fmla="*/ 1717 w 3635"/>
              <a:gd name="T69" fmla="*/ 4034 h 4701"/>
              <a:gd name="T70" fmla="*/ 1717 w 3635"/>
              <a:gd name="T71" fmla="*/ 3786 h 4701"/>
              <a:gd name="T72" fmla="*/ 1340 w 3635"/>
              <a:gd name="T73" fmla="*/ 3677 h 4701"/>
              <a:gd name="T74" fmla="*/ 1400 w 3635"/>
              <a:gd name="T75" fmla="*/ 3510 h 4701"/>
              <a:gd name="T76" fmla="*/ 1755 w 3635"/>
              <a:gd name="T77" fmla="*/ 3617 h 4701"/>
              <a:gd name="T78" fmla="*/ 2034 w 3635"/>
              <a:gd name="T79" fmla="*/ 3374 h 4701"/>
              <a:gd name="T80" fmla="*/ 1769 w 3635"/>
              <a:gd name="T81" fmla="*/ 3079 h 4701"/>
              <a:gd name="T82" fmla="*/ 1360 w 3635"/>
              <a:gd name="T83" fmla="*/ 2647 h 4701"/>
              <a:gd name="T84" fmla="*/ 1732 w 3635"/>
              <a:gd name="T85" fmla="*/ 2248 h 4701"/>
              <a:gd name="T86" fmla="*/ 1732 w 3635"/>
              <a:gd name="T87" fmla="*/ 2000 h 4701"/>
              <a:gd name="T88" fmla="*/ 1889 w 3635"/>
              <a:gd name="T89" fmla="*/ 2000 h 4701"/>
              <a:gd name="T90" fmla="*/ 1888 w 3635"/>
              <a:gd name="T91" fmla="*/ 2240 h 4701"/>
              <a:gd name="T92" fmla="*/ 2211 w 3635"/>
              <a:gd name="T93" fmla="*/ 2327 h 4701"/>
              <a:gd name="T94" fmla="*/ 2149 w 3635"/>
              <a:gd name="T95" fmla="*/ 2491 h 4701"/>
              <a:gd name="T96" fmla="*/ 1836 w 3635"/>
              <a:gd name="T97" fmla="*/ 2404 h 4701"/>
              <a:gd name="T98" fmla="*/ 1589 w 3635"/>
              <a:gd name="T99" fmla="*/ 2620 h 4701"/>
              <a:gd name="T100" fmla="*/ 1881 w 3635"/>
              <a:gd name="T101" fmla="*/ 2902 h 4701"/>
              <a:gd name="T102" fmla="*/ 2265 w 3635"/>
              <a:gd name="T103" fmla="*/ 3354 h 4701"/>
              <a:gd name="T104" fmla="*/ 1874 w 3635"/>
              <a:gd name="T105" fmla="*/ 3776 h 4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635" h="4701">
                <a:moveTo>
                  <a:pt x="3250" y="2043"/>
                </a:moveTo>
                <a:cubicBezTo>
                  <a:pt x="3034" y="1723"/>
                  <a:pt x="2729" y="1509"/>
                  <a:pt x="2365" y="1417"/>
                </a:cubicBezTo>
                <a:cubicBezTo>
                  <a:pt x="2410" y="1417"/>
                  <a:pt x="2456" y="1416"/>
                  <a:pt x="2500" y="1414"/>
                </a:cubicBezTo>
                <a:cubicBezTo>
                  <a:pt x="2679" y="1408"/>
                  <a:pt x="3072" y="1316"/>
                  <a:pt x="3193" y="1490"/>
                </a:cubicBezTo>
                <a:cubicBezTo>
                  <a:pt x="3217" y="1524"/>
                  <a:pt x="3342" y="1468"/>
                  <a:pt x="3332" y="1453"/>
                </a:cubicBezTo>
                <a:cubicBezTo>
                  <a:pt x="3242" y="1324"/>
                  <a:pt x="3042" y="1341"/>
                  <a:pt x="2904" y="1344"/>
                </a:cubicBezTo>
                <a:cubicBezTo>
                  <a:pt x="2730" y="1349"/>
                  <a:pt x="2528" y="1384"/>
                  <a:pt x="2345" y="1358"/>
                </a:cubicBezTo>
                <a:cubicBezTo>
                  <a:pt x="2415" y="1351"/>
                  <a:pt x="2485" y="1340"/>
                  <a:pt x="2555" y="1321"/>
                </a:cubicBezTo>
                <a:cubicBezTo>
                  <a:pt x="2757" y="1266"/>
                  <a:pt x="2892" y="1086"/>
                  <a:pt x="3115" y="1087"/>
                </a:cubicBezTo>
                <a:cubicBezTo>
                  <a:pt x="3139" y="1081"/>
                  <a:pt x="3202" y="987"/>
                  <a:pt x="3164" y="986"/>
                </a:cubicBezTo>
                <a:cubicBezTo>
                  <a:pt x="3034" y="986"/>
                  <a:pt x="2929" y="1016"/>
                  <a:pt x="2816" y="1081"/>
                </a:cubicBezTo>
                <a:cubicBezTo>
                  <a:pt x="2751" y="1118"/>
                  <a:pt x="2692" y="1168"/>
                  <a:pt x="2629" y="1209"/>
                </a:cubicBezTo>
                <a:cubicBezTo>
                  <a:pt x="2499" y="1292"/>
                  <a:pt x="2336" y="1296"/>
                  <a:pt x="2181" y="1292"/>
                </a:cubicBezTo>
                <a:cubicBezTo>
                  <a:pt x="2457" y="910"/>
                  <a:pt x="2694" y="338"/>
                  <a:pt x="2603" y="126"/>
                </a:cubicBezTo>
                <a:cubicBezTo>
                  <a:pt x="2560" y="25"/>
                  <a:pt x="2452" y="0"/>
                  <a:pt x="2312" y="78"/>
                </a:cubicBezTo>
                <a:cubicBezTo>
                  <a:pt x="2162" y="163"/>
                  <a:pt x="1992" y="174"/>
                  <a:pt x="1847" y="174"/>
                </a:cubicBezTo>
                <a:cubicBezTo>
                  <a:pt x="1786" y="174"/>
                  <a:pt x="1724" y="172"/>
                  <a:pt x="1664" y="170"/>
                </a:cubicBezTo>
                <a:cubicBezTo>
                  <a:pt x="1603" y="167"/>
                  <a:pt x="1542" y="165"/>
                  <a:pt x="1483" y="165"/>
                </a:cubicBezTo>
                <a:cubicBezTo>
                  <a:pt x="1287" y="165"/>
                  <a:pt x="1064" y="188"/>
                  <a:pt x="893" y="359"/>
                </a:cubicBezTo>
                <a:cubicBezTo>
                  <a:pt x="759" y="498"/>
                  <a:pt x="939" y="1065"/>
                  <a:pt x="1466" y="1398"/>
                </a:cubicBezTo>
                <a:cubicBezTo>
                  <a:pt x="532" y="1536"/>
                  <a:pt x="256" y="2162"/>
                  <a:pt x="115" y="2775"/>
                </a:cubicBezTo>
                <a:cubicBezTo>
                  <a:pt x="0" y="3275"/>
                  <a:pt x="105" y="3776"/>
                  <a:pt x="402" y="4149"/>
                </a:cubicBezTo>
                <a:cubicBezTo>
                  <a:pt x="686" y="4505"/>
                  <a:pt x="1337" y="4701"/>
                  <a:pt x="1817" y="4701"/>
                </a:cubicBezTo>
                <a:cubicBezTo>
                  <a:pt x="2946" y="4701"/>
                  <a:pt x="3375" y="4232"/>
                  <a:pt x="3515" y="3556"/>
                </a:cubicBezTo>
                <a:cubicBezTo>
                  <a:pt x="3635" y="3033"/>
                  <a:pt x="3536" y="2467"/>
                  <a:pt x="3250" y="2043"/>
                </a:cubicBezTo>
                <a:close/>
                <a:moveTo>
                  <a:pt x="1605" y="329"/>
                </a:moveTo>
                <a:cubicBezTo>
                  <a:pt x="1663" y="329"/>
                  <a:pt x="1722" y="331"/>
                  <a:pt x="1781" y="333"/>
                </a:cubicBezTo>
                <a:cubicBezTo>
                  <a:pt x="1844" y="335"/>
                  <a:pt x="1907" y="338"/>
                  <a:pt x="1970" y="338"/>
                </a:cubicBezTo>
                <a:cubicBezTo>
                  <a:pt x="2064" y="338"/>
                  <a:pt x="2174" y="332"/>
                  <a:pt x="2287" y="306"/>
                </a:cubicBezTo>
                <a:cubicBezTo>
                  <a:pt x="2216" y="349"/>
                  <a:pt x="2145" y="396"/>
                  <a:pt x="2077" y="444"/>
                </a:cubicBezTo>
                <a:cubicBezTo>
                  <a:pt x="1745" y="672"/>
                  <a:pt x="1482" y="852"/>
                  <a:pt x="1157" y="446"/>
                </a:cubicBezTo>
                <a:cubicBezTo>
                  <a:pt x="1285" y="345"/>
                  <a:pt x="1447" y="329"/>
                  <a:pt x="1605" y="329"/>
                </a:cubicBezTo>
                <a:close/>
                <a:moveTo>
                  <a:pt x="1874" y="3776"/>
                </a:moveTo>
                <a:lnTo>
                  <a:pt x="1874" y="4034"/>
                </a:lnTo>
                <a:lnTo>
                  <a:pt x="1717" y="4034"/>
                </a:lnTo>
                <a:lnTo>
                  <a:pt x="1717" y="3786"/>
                </a:lnTo>
                <a:cubicBezTo>
                  <a:pt x="1574" y="3783"/>
                  <a:pt x="1427" y="3738"/>
                  <a:pt x="1340" y="3677"/>
                </a:cubicBezTo>
                <a:lnTo>
                  <a:pt x="1400" y="3510"/>
                </a:lnTo>
                <a:cubicBezTo>
                  <a:pt x="1487" y="3567"/>
                  <a:pt x="1616" y="3617"/>
                  <a:pt x="1755" y="3617"/>
                </a:cubicBezTo>
                <a:cubicBezTo>
                  <a:pt x="1930" y="3617"/>
                  <a:pt x="2034" y="3515"/>
                  <a:pt x="2034" y="3374"/>
                </a:cubicBezTo>
                <a:cubicBezTo>
                  <a:pt x="2034" y="3238"/>
                  <a:pt x="1953" y="3153"/>
                  <a:pt x="1769" y="3079"/>
                </a:cubicBezTo>
                <a:cubicBezTo>
                  <a:pt x="1517" y="2979"/>
                  <a:pt x="1360" y="2863"/>
                  <a:pt x="1360" y="2647"/>
                </a:cubicBezTo>
                <a:cubicBezTo>
                  <a:pt x="1360" y="2441"/>
                  <a:pt x="1506" y="2285"/>
                  <a:pt x="1732" y="2248"/>
                </a:cubicBezTo>
                <a:lnTo>
                  <a:pt x="1732" y="2000"/>
                </a:lnTo>
                <a:lnTo>
                  <a:pt x="1889" y="2000"/>
                </a:lnTo>
                <a:lnTo>
                  <a:pt x="1888" y="2240"/>
                </a:lnTo>
                <a:cubicBezTo>
                  <a:pt x="2035" y="2245"/>
                  <a:pt x="2136" y="2285"/>
                  <a:pt x="2211" y="2327"/>
                </a:cubicBezTo>
                <a:lnTo>
                  <a:pt x="2149" y="2491"/>
                </a:lnTo>
                <a:cubicBezTo>
                  <a:pt x="2097" y="2461"/>
                  <a:pt x="1995" y="2404"/>
                  <a:pt x="1836" y="2404"/>
                </a:cubicBezTo>
                <a:cubicBezTo>
                  <a:pt x="1645" y="2404"/>
                  <a:pt x="1589" y="2518"/>
                  <a:pt x="1589" y="2620"/>
                </a:cubicBezTo>
                <a:cubicBezTo>
                  <a:pt x="1589" y="2746"/>
                  <a:pt x="1665" y="2811"/>
                  <a:pt x="1881" y="2902"/>
                </a:cubicBezTo>
                <a:cubicBezTo>
                  <a:pt x="2136" y="3007"/>
                  <a:pt x="2265" y="3133"/>
                  <a:pt x="2265" y="3354"/>
                </a:cubicBezTo>
                <a:cubicBezTo>
                  <a:pt x="2265" y="3552"/>
                  <a:pt x="2129" y="3736"/>
                  <a:pt x="1874" y="377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组合 33"/>
          <p:cNvGrpSpPr/>
          <p:nvPr/>
        </p:nvGrpSpPr>
        <p:grpSpPr>
          <a:xfrm>
            <a:off x="1818751" y="3808984"/>
            <a:ext cx="2006849" cy="1932432"/>
            <a:chOff x="1375224" y="2315200"/>
            <a:chExt cx="2006849" cy="1932432"/>
          </a:xfrm>
        </p:grpSpPr>
        <p:sp>
          <p:nvSpPr>
            <p:cNvPr id="35" name="文本框 34"/>
            <p:cNvSpPr txBox="1"/>
            <p:nvPr/>
          </p:nvSpPr>
          <p:spPr>
            <a:xfrm>
              <a:off x="1375224" y="3211707"/>
              <a:ext cx="1718199" cy="1035925"/>
            </a:xfrm>
            <a:prstGeom prst="rect">
              <a:avLst/>
            </a:prstGeom>
            <a:noFill/>
          </p:spPr>
          <p:txBody>
            <a:bodyPr wrap="square">
              <a:spAutoFit/>
            </a:bodyPr>
            <a:lstStyle/>
            <a:p>
              <a:pPr algn="just">
                <a:lnSpc>
                  <a:spcPct val="130000"/>
                </a:lnSpc>
              </a:pPr>
              <a:r>
                <a:rPr lang="zh-CN" altLang="en-US" sz="1200">
                  <a:solidFill>
                    <a:schemeClr val="tx1">
                      <a:lumMod val="50000"/>
                      <a:lumOff val="50000"/>
                    </a:schemeClr>
                  </a:solidFill>
                  <a:latin typeface="思源宋体 Heavy" panose="02020900000000000000" charset="-122"/>
                  <a:ea typeface="思源宋体 Heavy" panose="02020900000000000000" charset="-122"/>
                </a:rPr>
                <a:t>点此输入内容或者复制您的内容在这里，通过复制您的文本后在此框中选择粘贴</a:t>
              </a:r>
              <a:endParaRPr lang="en-US" altLang="zh-CN" sz="1200">
                <a:solidFill>
                  <a:schemeClr val="tx1">
                    <a:lumMod val="50000"/>
                    <a:lumOff val="50000"/>
                  </a:schemeClr>
                </a:solidFill>
                <a:latin typeface="思源宋体 Heavy" panose="02020900000000000000" charset="-122"/>
                <a:ea typeface="思源宋体 Heavy" panose="02020900000000000000" charset="-122"/>
              </a:endParaRPr>
            </a:p>
          </p:txBody>
        </p:sp>
        <p:sp>
          <p:nvSpPr>
            <p:cNvPr id="36" name="文本框 35"/>
            <p:cNvSpPr txBox="1"/>
            <p:nvPr/>
          </p:nvSpPr>
          <p:spPr>
            <a:xfrm>
              <a:off x="1375225" y="2520669"/>
              <a:ext cx="2006848" cy="406650"/>
            </a:xfrm>
            <a:prstGeom prst="rect">
              <a:avLst/>
            </a:prstGeom>
            <a:noFill/>
          </p:spPr>
          <p:txBody>
            <a:bodyPr wrap="square">
              <a:spAutoFit/>
            </a:bodyPr>
            <a:lstStyle/>
            <a:p>
              <a:pPr algn="just">
                <a:lnSpc>
                  <a:spcPct val="120000"/>
                </a:lnSpc>
              </a:pPr>
              <a:r>
                <a:rPr lang="zh-CN" altLang="en-US" b="1">
                  <a:solidFill>
                    <a:schemeClr val="tx1">
                      <a:lumMod val="75000"/>
                      <a:lumOff val="25000"/>
                    </a:schemeClr>
                  </a:solidFill>
                  <a:latin typeface="思源宋体 Heavy" panose="02020900000000000000" charset="-122"/>
                  <a:ea typeface="思源宋体 Heavy" panose="02020900000000000000" charset="-122"/>
                </a:rPr>
                <a:t>单击输入标题</a:t>
              </a:r>
              <a:endParaRPr lang="en-US" altLang="zh-CN" b="1">
                <a:solidFill>
                  <a:schemeClr val="tx1">
                    <a:lumMod val="75000"/>
                    <a:lumOff val="25000"/>
                  </a:schemeClr>
                </a:solidFill>
                <a:latin typeface="思源宋体 Heavy" panose="02020900000000000000" charset="-122"/>
                <a:ea typeface="思源宋体 Heavy" panose="02020900000000000000" charset="-122"/>
              </a:endParaRPr>
            </a:p>
          </p:txBody>
        </p:sp>
        <p:sp>
          <p:nvSpPr>
            <p:cNvPr id="37" name="文本框 36"/>
            <p:cNvSpPr txBox="1"/>
            <p:nvPr/>
          </p:nvSpPr>
          <p:spPr>
            <a:xfrm>
              <a:off x="1375225" y="2315200"/>
              <a:ext cx="2006848" cy="300082"/>
            </a:xfrm>
            <a:prstGeom prst="rect">
              <a:avLst/>
            </a:prstGeom>
            <a:noFill/>
          </p:spPr>
          <p:txBody>
            <a:bodyPr wrap="square">
              <a:spAutoFit/>
            </a:bodyPr>
            <a:lstStyle/>
            <a:p>
              <a:pPr algn="just">
                <a:lnSpc>
                  <a:spcPct val="120000"/>
                </a:lnSpc>
              </a:pPr>
              <a:r>
                <a:rPr lang="en-US" altLang="zh-CN" sz="1200">
                  <a:solidFill>
                    <a:schemeClr val="bg1">
                      <a:lumMod val="65000"/>
                    </a:schemeClr>
                  </a:solidFill>
                  <a:latin typeface="思源宋体 Heavy" panose="02020900000000000000" charset="-122"/>
                  <a:ea typeface="思源宋体 Heavy" panose="02020900000000000000" charset="-122"/>
                </a:rPr>
                <a:t>ENTER THE TITLE</a:t>
              </a:r>
              <a:endParaRPr lang="en-US" altLang="zh-CN" sz="1200">
                <a:solidFill>
                  <a:schemeClr val="bg1">
                    <a:lumMod val="65000"/>
                  </a:schemeClr>
                </a:solidFill>
                <a:latin typeface="思源宋体 Heavy" panose="02020900000000000000" charset="-122"/>
                <a:ea typeface="思源宋体 Heavy" panose="02020900000000000000" charset="-122"/>
              </a:endParaRPr>
            </a:p>
          </p:txBody>
        </p:sp>
        <p:sp>
          <p:nvSpPr>
            <p:cNvPr id="38" name="矩形: 圆角 37"/>
            <p:cNvSpPr/>
            <p:nvPr/>
          </p:nvSpPr>
          <p:spPr>
            <a:xfrm>
              <a:off x="1477525" y="3042630"/>
              <a:ext cx="540000" cy="45719"/>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dollar-bag_17794"/>
          <p:cNvSpPr/>
          <p:nvPr/>
        </p:nvSpPr>
        <p:spPr>
          <a:xfrm>
            <a:off x="4382576" y="3276600"/>
            <a:ext cx="272666" cy="343466"/>
          </a:xfrm>
          <a:custGeom>
            <a:avLst/>
            <a:gdLst>
              <a:gd name="T0" fmla="*/ 3250 w 3635"/>
              <a:gd name="T1" fmla="*/ 2043 h 4701"/>
              <a:gd name="T2" fmla="*/ 2365 w 3635"/>
              <a:gd name="T3" fmla="*/ 1417 h 4701"/>
              <a:gd name="T4" fmla="*/ 2500 w 3635"/>
              <a:gd name="T5" fmla="*/ 1414 h 4701"/>
              <a:gd name="T6" fmla="*/ 3193 w 3635"/>
              <a:gd name="T7" fmla="*/ 1490 h 4701"/>
              <a:gd name="T8" fmla="*/ 3332 w 3635"/>
              <a:gd name="T9" fmla="*/ 1453 h 4701"/>
              <a:gd name="T10" fmla="*/ 2904 w 3635"/>
              <a:gd name="T11" fmla="*/ 1344 h 4701"/>
              <a:gd name="T12" fmla="*/ 2345 w 3635"/>
              <a:gd name="T13" fmla="*/ 1358 h 4701"/>
              <a:gd name="T14" fmla="*/ 2555 w 3635"/>
              <a:gd name="T15" fmla="*/ 1321 h 4701"/>
              <a:gd name="T16" fmla="*/ 3115 w 3635"/>
              <a:gd name="T17" fmla="*/ 1087 h 4701"/>
              <a:gd name="T18" fmla="*/ 3164 w 3635"/>
              <a:gd name="T19" fmla="*/ 986 h 4701"/>
              <a:gd name="T20" fmla="*/ 2816 w 3635"/>
              <a:gd name="T21" fmla="*/ 1081 h 4701"/>
              <a:gd name="T22" fmla="*/ 2629 w 3635"/>
              <a:gd name="T23" fmla="*/ 1209 h 4701"/>
              <a:gd name="T24" fmla="*/ 2181 w 3635"/>
              <a:gd name="T25" fmla="*/ 1292 h 4701"/>
              <a:gd name="T26" fmla="*/ 2603 w 3635"/>
              <a:gd name="T27" fmla="*/ 126 h 4701"/>
              <a:gd name="T28" fmla="*/ 2312 w 3635"/>
              <a:gd name="T29" fmla="*/ 78 h 4701"/>
              <a:gd name="T30" fmla="*/ 1847 w 3635"/>
              <a:gd name="T31" fmla="*/ 174 h 4701"/>
              <a:gd name="T32" fmla="*/ 1664 w 3635"/>
              <a:gd name="T33" fmla="*/ 170 h 4701"/>
              <a:gd name="T34" fmla="*/ 1483 w 3635"/>
              <a:gd name="T35" fmla="*/ 165 h 4701"/>
              <a:gd name="T36" fmla="*/ 893 w 3635"/>
              <a:gd name="T37" fmla="*/ 359 h 4701"/>
              <a:gd name="T38" fmla="*/ 1466 w 3635"/>
              <a:gd name="T39" fmla="*/ 1398 h 4701"/>
              <a:gd name="T40" fmla="*/ 115 w 3635"/>
              <a:gd name="T41" fmla="*/ 2775 h 4701"/>
              <a:gd name="T42" fmla="*/ 402 w 3635"/>
              <a:gd name="T43" fmla="*/ 4149 h 4701"/>
              <a:gd name="T44" fmla="*/ 1817 w 3635"/>
              <a:gd name="T45" fmla="*/ 4701 h 4701"/>
              <a:gd name="T46" fmla="*/ 3515 w 3635"/>
              <a:gd name="T47" fmla="*/ 3556 h 4701"/>
              <a:gd name="T48" fmla="*/ 3250 w 3635"/>
              <a:gd name="T49" fmla="*/ 2043 h 4701"/>
              <a:gd name="T50" fmla="*/ 1605 w 3635"/>
              <a:gd name="T51" fmla="*/ 329 h 4701"/>
              <a:gd name="T52" fmla="*/ 1781 w 3635"/>
              <a:gd name="T53" fmla="*/ 333 h 4701"/>
              <a:gd name="T54" fmla="*/ 1970 w 3635"/>
              <a:gd name="T55" fmla="*/ 338 h 4701"/>
              <a:gd name="T56" fmla="*/ 2287 w 3635"/>
              <a:gd name="T57" fmla="*/ 306 h 4701"/>
              <a:gd name="T58" fmla="*/ 2077 w 3635"/>
              <a:gd name="T59" fmla="*/ 444 h 4701"/>
              <a:gd name="T60" fmla="*/ 1157 w 3635"/>
              <a:gd name="T61" fmla="*/ 446 h 4701"/>
              <a:gd name="T62" fmla="*/ 1605 w 3635"/>
              <a:gd name="T63" fmla="*/ 329 h 4701"/>
              <a:gd name="T64" fmla="*/ 1874 w 3635"/>
              <a:gd name="T65" fmla="*/ 3776 h 4701"/>
              <a:gd name="T66" fmla="*/ 1874 w 3635"/>
              <a:gd name="T67" fmla="*/ 4034 h 4701"/>
              <a:gd name="T68" fmla="*/ 1717 w 3635"/>
              <a:gd name="T69" fmla="*/ 4034 h 4701"/>
              <a:gd name="T70" fmla="*/ 1717 w 3635"/>
              <a:gd name="T71" fmla="*/ 3786 h 4701"/>
              <a:gd name="T72" fmla="*/ 1340 w 3635"/>
              <a:gd name="T73" fmla="*/ 3677 h 4701"/>
              <a:gd name="T74" fmla="*/ 1400 w 3635"/>
              <a:gd name="T75" fmla="*/ 3510 h 4701"/>
              <a:gd name="T76" fmla="*/ 1755 w 3635"/>
              <a:gd name="T77" fmla="*/ 3617 h 4701"/>
              <a:gd name="T78" fmla="*/ 2034 w 3635"/>
              <a:gd name="T79" fmla="*/ 3374 h 4701"/>
              <a:gd name="T80" fmla="*/ 1769 w 3635"/>
              <a:gd name="T81" fmla="*/ 3079 h 4701"/>
              <a:gd name="T82" fmla="*/ 1360 w 3635"/>
              <a:gd name="T83" fmla="*/ 2647 h 4701"/>
              <a:gd name="T84" fmla="*/ 1732 w 3635"/>
              <a:gd name="T85" fmla="*/ 2248 h 4701"/>
              <a:gd name="T86" fmla="*/ 1732 w 3635"/>
              <a:gd name="T87" fmla="*/ 2000 h 4701"/>
              <a:gd name="T88" fmla="*/ 1889 w 3635"/>
              <a:gd name="T89" fmla="*/ 2000 h 4701"/>
              <a:gd name="T90" fmla="*/ 1888 w 3635"/>
              <a:gd name="T91" fmla="*/ 2240 h 4701"/>
              <a:gd name="T92" fmla="*/ 2211 w 3635"/>
              <a:gd name="T93" fmla="*/ 2327 h 4701"/>
              <a:gd name="T94" fmla="*/ 2149 w 3635"/>
              <a:gd name="T95" fmla="*/ 2491 h 4701"/>
              <a:gd name="T96" fmla="*/ 1836 w 3635"/>
              <a:gd name="T97" fmla="*/ 2404 h 4701"/>
              <a:gd name="T98" fmla="*/ 1589 w 3635"/>
              <a:gd name="T99" fmla="*/ 2620 h 4701"/>
              <a:gd name="T100" fmla="*/ 1881 w 3635"/>
              <a:gd name="T101" fmla="*/ 2902 h 4701"/>
              <a:gd name="T102" fmla="*/ 2265 w 3635"/>
              <a:gd name="T103" fmla="*/ 3354 h 4701"/>
              <a:gd name="T104" fmla="*/ 1874 w 3635"/>
              <a:gd name="T105" fmla="*/ 3776 h 4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635" h="4701">
                <a:moveTo>
                  <a:pt x="3250" y="2043"/>
                </a:moveTo>
                <a:cubicBezTo>
                  <a:pt x="3034" y="1723"/>
                  <a:pt x="2729" y="1509"/>
                  <a:pt x="2365" y="1417"/>
                </a:cubicBezTo>
                <a:cubicBezTo>
                  <a:pt x="2410" y="1417"/>
                  <a:pt x="2456" y="1416"/>
                  <a:pt x="2500" y="1414"/>
                </a:cubicBezTo>
                <a:cubicBezTo>
                  <a:pt x="2679" y="1408"/>
                  <a:pt x="3072" y="1316"/>
                  <a:pt x="3193" y="1490"/>
                </a:cubicBezTo>
                <a:cubicBezTo>
                  <a:pt x="3217" y="1524"/>
                  <a:pt x="3342" y="1468"/>
                  <a:pt x="3332" y="1453"/>
                </a:cubicBezTo>
                <a:cubicBezTo>
                  <a:pt x="3242" y="1324"/>
                  <a:pt x="3042" y="1341"/>
                  <a:pt x="2904" y="1344"/>
                </a:cubicBezTo>
                <a:cubicBezTo>
                  <a:pt x="2730" y="1349"/>
                  <a:pt x="2528" y="1384"/>
                  <a:pt x="2345" y="1358"/>
                </a:cubicBezTo>
                <a:cubicBezTo>
                  <a:pt x="2415" y="1351"/>
                  <a:pt x="2485" y="1340"/>
                  <a:pt x="2555" y="1321"/>
                </a:cubicBezTo>
                <a:cubicBezTo>
                  <a:pt x="2757" y="1266"/>
                  <a:pt x="2892" y="1086"/>
                  <a:pt x="3115" y="1087"/>
                </a:cubicBezTo>
                <a:cubicBezTo>
                  <a:pt x="3139" y="1081"/>
                  <a:pt x="3202" y="987"/>
                  <a:pt x="3164" y="986"/>
                </a:cubicBezTo>
                <a:cubicBezTo>
                  <a:pt x="3034" y="986"/>
                  <a:pt x="2929" y="1016"/>
                  <a:pt x="2816" y="1081"/>
                </a:cubicBezTo>
                <a:cubicBezTo>
                  <a:pt x="2751" y="1118"/>
                  <a:pt x="2692" y="1168"/>
                  <a:pt x="2629" y="1209"/>
                </a:cubicBezTo>
                <a:cubicBezTo>
                  <a:pt x="2499" y="1292"/>
                  <a:pt x="2336" y="1296"/>
                  <a:pt x="2181" y="1292"/>
                </a:cubicBezTo>
                <a:cubicBezTo>
                  <a:pt x="2457" y="910"/>
                  <a:pt x="2694" y="338"/>
                  <a:pt x="2603" y="126"/>
                </a:cubicBezTo>
                <a:cubicBezTo>
                  <a:pt x="2560" y="25"/>
                  <a:pt x="2452" y="0"/>
                  <a:pt x="2312" y="78"/>
                </a:cubicBezTo>
                <a:cubicBezTo>
                  <a:pt x="2162" y="163"/>
                  <a:pt x="1992" y="174"/>
                  <a:pt x="1847" y="174"/>
                </a:cubicBezTo>
                <a:cubicBezTo>
                  <a:pt x="1786" y="174"/>
                  <a:pt x="1724" y="172"/>
                  <a:pt x="1664" y="170"/>
                </a:cubicBezTo>
                <a:cubicBezTo>
                  <a:pt x="1603" y="167"/>
                  <a:pt x="1542" y="165"/>
                  <a:pt x="1483" y="165"/>
                </a:cubicBezTo>
                <a:cubicBezTo>
                  <a:pt x="1287" y="165"/>
                  <a:pt x="1064" y="188"/>
                  <a:pt x="893" y="359"/>
                </a:cubicBezTo>
                <a:cubicBezTo>
                  <a:pt x="759" y="498"/>
                  <a:pt x="939" y="1065"/>
                  <a:pt x="1466" y="1398"/>
                </a:cubicBezTo>
                <a:cubicBezTo>
                  <a:pt x="532" y="1536"/>
                  <a:pt x="256" y="2162"/>
                  <a:pt x="115" y="2775"/>
                </a:cubicBezTo>
                <a:cubicBezTo>
                  <a:pt x="0" y="3275"/>
                  <a:pt x="105" y="3776"/>
                  <a:pt x="402" y="4149"/>
                </a:cubicBezTo>
                <a:cubicBezTo>
                  <a:pt x="686" y="4505"/>
                  <a:pt x="1337" y="4701"/>
                  <a:pt x="1817" y="4701"/>
                </a:cubicBezTo>
                <a:cubicBezTo>
                  <a:pt x="2946" y="4701"/>
                  <a:pt x="3375" y="4232"/>
                  <a:pt x="3515" y="3556"/>
                </a:cubicBezTo>
                <a:cubicBezTo>
                  <a:pt x="3635" y="3033"/>
                  <a:pt x="3536" y="2467"/>
                  <a:pt x="3250" y="2043"/>
                </a:cubicBezTo>
                <a:close/>
                <a:moveTo>
                  <a:pt x="1605" y="329"/>
                </a:moveTo>
                <a:cubicBezTo>
                  <a:pt x="1663" y="329"/>
                  <a:pt x="1722" y="331"/>
                  <a:pt x="1781" y="333"/>
                </a:cubicBezTo>
                <a:cubicBezTo>
                  <a:pt x="1844" y="335"/>
                  <a:pt x="1907" y="338"/>
                  <a:pt x="1970" y="338"/>
                </a:cubicBezTo>
                <a:cubicBezTo>
                  <a:pt x="2064" y="338"/>
                  <a:pt x="2174" y="332"/>
                  <a:pt x="2287" y="306"/>
                </a:cubicBezTo>
                <a:cubicBezTo>
                  <a:pt x="2216" y="349"/>
                  <a:pt x="2145" y="396"/>
                  <a:pt x="2077" y="444"/>
                </a:cubicBezTo>
                <a:cubicBezTo>
                  <a:pt x="1745" y="672"/>
                  <a:pt x="1482" y="852"/>
                  <a:pt x="1157" y="446"/>
                </a:cubicBezTo>
                <a:cubicBezTo>
                  <a:pt x="1285" y="345"/>
                  <a:pt x="1447" y="329"/>
                  <a:pt x="1605" y="329"/>
                </a:cubicBezTo>
                <a:close/>
                <a:moveTo>
                  <a:pt x="1874" y="3776"/>
                </a:moveTo>
                <a:lnTo>
                  <a:pt x="1874" y="4034"/>
                </a:lnTo>
                <a:lnTo>
                  <a:pt x="1717" y="4034"/>
                </a:lnTo>
                <a:lnTo>
                  <a:pt x="1717" y="3786"/>
                </a:lnTo>
                <a:cubicBezTo>
                  <a:pt x="1574" y="3783"/>
                  <a:pt x="1427" y="3738"/>
                  <a:pt x="1340" y="3677"/>
                </a:cubicBezTo>
                <a:lnTo>
                  <a:pt x="1400" y="3510"/>
                </a:lnTo>
                <a:cubicBezTo>
                  <a:pt x="1487" y="3567"/>
                  <a:pt x="1616" y="3617"/>
                  <a:pt x="1755" y="3617"/>
                </a:cubicBezTo>
                <a:cubicBezTo>
                  <a:pt x="1930" y="3617"/>
                  <a:pt x="2034" y="3515"/>
                  <a:pt x="2034" y="3374"/>
                </a:cubicBezTo>
                <a:cubicBezTo>
                  <a:pt x="2034" y="3238"/>
                  <a:pt x="1953" y="3153"/>
                  <a:pt x="1769" y="3079"/>
                </a:cubicBezTo>
                <a:cubicBezTo>
                  <a:pt x="1517" y="2979"/>
                  <a:pt x="1360" y="2863"/>
                  <a:pt x="1360" y="2647"/>
                </a:cubicBezTo>
                <a:cubicBezTo>
                  <a:pt x="1360" y="2441"/>
                  <a:pt x="1506" y="2285"/>
                  <a:pt x="1732" y="2248"/>
                </a:cubicBezTo>
                <a:lnTo>
                  <a:pt x="1732" y="2000"/>
                </a:lnTo>
                <a:lnTo>
                  <a:pt x="1889" y="2000"/>
                </a:lnTo>
                <a:lnTo>
                  <a:pt x="1888" y="2240"/>
                </a:lnTo>
                <a:cubicBezTo>
                  <a:pt x="2035" y="2245"/>
                  <a:pt x="2136" y="2285"/>
                  <a:pt x="2211" y="2327"/>
                </a:cubicBezTo>
                <a:lnTo>
                  <a:pt x="2149" y="2491"/>
                </a:lnTo>
                <a:cubicBezTo>
                  <a:pt x="2097" y="2461"/>
                  <a:pt x="1995" y="2404"/>
                  <a:pt x="1836" y="2404"/>
                </a:cubicBezTo>
                <a:cubicBezTo>
                  <a:pt x="1645" y="2404"/>
                  <a:pt x="1589" y="2518"/>
                  <a:pt x="1589" y="2620"/>
                </a:cubicBezTo>
                <a:cubicBezTo>
                  <a:pt x="1589" y="2746"/>
                  <a:pt x="1665" y="2811"/>
                  <a:pt x="1881" y="2902"/>
                </a:cubicBezTo>
                <a:cubicBezTo>
                  <a:pt x="2136" y="3007"/>
                  <a:pt x="2265" y="3133"/>
                  <a:pt x="2265" y="3354"/>
                </a:cubicBezTo>
                <a:cubicBezTo>
                  <a:pt x="2265" y="3552"/>
                  <a:pt x="2129" y="3736"/>
                  <a:pt x="1874" y="377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组合 39"/>
          <p:cNvGrpSpPr/>
          <p:nvPr/>
        </p:nvGrpSpPr>
        <p:grpSpPr>
          <a:xfrm>
            <a:off x="4282941" y="3808984"/>
            <a:ext cx="2006849" cy="1932432"/>
            <a:chOff x="1375224" y="2315200"/>
            <a:chExt cx="2006849" cy="1932432"/>
          </a:xfrm>
        </p:grpSpPr>
        <p:sp>
          <p:nvSpPr>
            <p:cNvPr id="41" name="文本框 40"/>
            <p:cNvSpPr txBox="1"/>
            <p:nvPr/>
          </p:nvSpPr>
          <p:spPr>
            <a:xfrm>
              <a:off x="1375224" y="3211707"/>
              <a:ext cx="1718199" cy="1035925"/>
            </a:xfrm>
            <a:prstGeom prst="rect">
              <a:avLst/>
            </a:prstGeom>
            <a:noFill/>
          </p:spPr>
          <p:txBody>
            <a:bodyPr wrap="square">
              <a:spAutoFit/>
            </a:bodyPr>
            <a:lstStyle/>
            <a:p>
              <a:pPr algn="just">
                <a:lnSpc>
                  <a:spcPct val="130000"/>
                </a:lnSpc>
              </a:pPr>
              <a:r>
                <a:rPr lang="zh-CN" altLang="en-US" sz="1200">
                  <a:solidFill>
                    <a:schemeClr val="tx1">
                      <a:lumMod val="50000"/>
                      <a:lumOff val="50000"/>
                    </a:schemeClr>
                  </a:solidFill>
                  <a:latin typeface="思源宋体 Heavy" panose="02020900000000000000" charset="-122"/>
                  <a:ea typeface="思源宋体 Heavy" panose="02020900000000000000" charset="-122"/>
                </a:rPr>
                <a:t>点此输入内容或者复制您的内容在这里，通过复制您的文本后在此框中选择粘贴</a:t>
              </a:r>
              <a:endParaRPr lang="en-US" altLang="zh-CN" sz="1200">
                <a:solidFill>
                  <a:schemeClr val="tx1">
                    <a:lumMod val="50000"/>
                    <a:lumOff val="50000"/>
                  </a:schemeClr>
                </a:solidFill>
                <a:latin typeface="思源宋体 Heavy" panose="02020900000000000000" charset="-122"/>
                <a:ea typeface="思源宋体 Heavy" panose="02020900000000000000" charset="-122"/>
              </a:endParaRPr>
            </a:p>
          </p:txBody>
        </p:sp>
        <p:sp>
          <p:nvSpPr>
            <p:cNvPr id="42" name="文本框 41"/>
            <p:cNvSpPr txBox="1"/>
            <p:nvPr/>
          </p:nvSpPr>
          <p:spPr>
            <a:xfrm>
              <a:off x="1375225" y="2520669"/>
              <a:ext cx="2006848" cy="406650"/>
            </a:xfrm>
            <a:prstGeom prst="rect">
              <a:avLst/>
            </a:prstGeom>
            <a:noFill/>
          </p:spPr>
          <p:txBody>
            <a:bodyPr wrap="square">
              <a:spAutoFit/>
            </a:bodyPr>
            <a:lstStyle/>
            <a:p>
              <a:pPr algn="just">
                <a:lnSpc>
                  <a:spcPct val="120000"/>
                </a:lnSpc>
              </a:pPr>
              <a:r>
                <a:rPr lang="zh-CN" altLang="en-US" b="1">
                  <a:solidFill>
                    <a:schemeClr val="tx1">
                      <a:lumMod val="75000"/>
                      <a:lumOff val="25000"/>
                    </a:schemeClr>
                  </a:solidFill>
                  <a:latin typeface="思源宋体 Heavy" panose="02020900000000000000" charset="-122"/>
                  <a:ea typeface="思源宋体 Heavy" panose="02020900000000000000" charset="-122"/>
                </a:rPr>
                <a:t>单击输入标题</a:t>
              </a:r>
              <a:endParaRPr lang="en-US" altLang="zh-CN" b="1">
                <a:solidFill>
                  <a:schemeClr val="tx1">
                    <a:lumMod val="75000"/>
                    <a:lumOff val="25000"/>
                  </a:schemeClr>
                </a:solidFill>
                <a:latin typeface="思源宋体 Heavy" panose="02020900000000000000" charset="-122"/>
                <a:ea typeface="思源宋体 Heavy" panose="02020900000000000000" charset="-122"/>
              </a:endParaRPr>
            </a:p>
          </p:txBody>
        </p:sp>
        <p:sp>
          <p:nvSpPr>
            <p:cNvPr id="43" name="文本框 42"/>
            <p:cNvSpPr txBox="1"/>
            <p:nvPr/>
          </p:nvSpPr>
          <p:spPr>
            <a:xfrm>
              <a:off x="1375225" y="2315200"/>
              <a:ext cx="2006848" cy="300082"/>
            </a:xfrm>
            <a:prstGeom prst="rect">
              <a:avLst/>
            </a:prstGeom>
            <a:noFill/>
          </p:spPr>
          <p:txBody>
            <a:bodyPr wrap="square">
              <a:spAutoFit/>
            </a:bodyPr>
            <a:lstStyle/>
            <a:p>
              <a:pPr algn="just">
                <a:lnSpc>
                  <a:spcPct val="120000"/>
                </a:lnSpc>
              </a:pPr>
              <a:r>
                <a:rPr lang="en-US" altLang="zh-CN" sz="1200">
                  <a:solidFill>
                    <a:schemeClr val="bg1">
                      <a:lumMod val="65000"/>
                    </a:schemeClr>
                  </a:solidFill>
                  <a:latin typeface="思源宋体 Heavy" panose="02020900000000000000" charset="-122"/>
                  <a:ea typeface="思源宋体 Heavy" panose="02020900000000000000" charset="-122"/>
                </a:rPr>
                <a:t>ENTER THE TITLE</a:t>
              </a:r>
              <a:endParaRPr lang="en-US" altLang="zh-CN" sz="1200">
                <a:solidFill>
                  <a:schemeClr val="bg1">
                    <a:lumMod val="65000"/>
                  </a:schemeClr>
                </a:solidFill>
                <a:latin typeface="思源宋体 Heavy" panose="02020900000000000000" charset="-122"/>
                <a:ea typeface="思源宋体 Heavy" panose="02020900000000000000" charset="-122"/>
              </a:endParaRPr>
            </a:p>
          </p:txBody>
        </p:sp>
        <p:sp>
          <p:nvSpPr>
            <p:cNvPr id="44" name="矩形: 圆角 43"/>
            <p:cNvSpPr/>
            <p:nvPr/>
          </p:nvSpPr>
          <p:spPr>
            <a:xfrm>
              <a:off x="1477525" y="3042630"/>
              <a:ext cx="540000" cy="45719"/>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dollar-bag_17794"/>
          <p:cNvSpPr/>
          <p:nvPr/>
        </p:nvSpPr>
        <p:spPr>
          <a:xfrm>
            <a:off x="6916665" y="3276600"/>
            <a:ext cx="272666" cy="343466"/>
          </a:xfrm>
          <a:custGeom>
            <a:avLst/>
            <a:gdLst>
              <a:gd name="T0" fmla="*/ 3250 w 3635"/>
              <a:gd name="T1" fmla="*/ 2043 h 4701"/>
              <a:gd name="T2" fmla="*/ 2365 w 3635"/>
              <a:gd name="T3" fmla="*/ 1417 h 4701"/>
              <a:gd name="T4" fmla="*/ 2500 w 3635"/>
              <a:gd name="T5" fmla="*/ 1414 h 4701"/>
              <a:gd name="T6" fmla="*/ 3193 w 3635"/>
              <a:gd name="T7" fmla="*/ 1490 h 4701"/>
              <a:gd name="T8" fmla="*/ 3332 w 3635"/>
              <a:gd name="T9" fmla="*/ 1453 h 4701"/>
              <a:gd name="T10" fmla="*/ 2904 w 3635"/>
              <a:gd name="T11" fmla="*/ 1344 h 4701"/>
              <a:gd name="T12" fmla="*/ 2345 w 3635"/>
              <a:gd name="T13" fmla="*/ 1358 h 4701"/>
              <a:gd name="T14" fmla="*/ 2555 w 3635"/>
              <a:gd name="T15" fmla="*/ 1321 h 4701"/>
              <a:gd name="T16" fmla="*/ 3115 w 3635"/>
              <a:gd name="T17" fmla="*/ 1087 h 4701"/>
              <a:gd name="T18" fmla="*/ 3164 w 3635"/>
              <a:gd name="T19" fmla="*/ 986 h 4701"/>
              <a:gd name="T20" fmla="*/ 2816 w 3635"/>
              <a:gd name="T21" fmla="*/ 1081 h 4701"/>
              <a:gd name="T22" fmla="*/ 2629 w 3635"/>
              <a:gd name="T23" fmla="*/ 1209 h 4701"/>
              <a:gd name="T24" fmla="*/ 2181 w 3635"/>
              <a:gd name="T25" fmla="*/ 1292 h 4701"/>
              <a:gd name="T26" fmla="*/ 2603 w 3635"/>
              <a:gd name="T27" fmla="*/ 126 h 4701"/>
              <a:gd name="T28" fmla="*/ 2312 w 3635"/>
              <a:gd name="T29" fmla="*/ 78 h 4701"/>
              <a:gd name="T30" fmla="*/ 1847 w 3635"/>
              <a:gd name="T31" fmla="*/ 174 h 4701"/>
              <a:gd name="T32" fmla="*/ 1664 w 3635"/>
              <a:gd name="T33" fmla="*/ 170 h 4701"/>
              <a:gd name="T34" fmla="*/ 1483 w 3635"/>
              <a:gd name="T35" fmla="*/ 165 h 4701"/>
              <a:gd name="T36" fmla="*/ 893 w 3635"/>
              <a:gd name="T37" fmla="*/ 359 h 4701"/>
              <a:gd name="T38" fmla="*/ 1466 w 3635"/>
              <a:gd name="T39" fmla="*/ 1398 h 4701"/>
              <a:gd name="T40" fmla="*/ 115 w 3635"/>
              <a:gd name="T41" fmla="*/ 2775 h 4701"/>
              <a:gd name="T42" fmla="*/ 402 w 3635"/>
              <a:gd name="T43" fmla="*/ 4149 h 4701"/>
              <a:gd name="T44" fmla="*/ 1817 w 3635"/>
              <a:gd name="T45" fmla="*/ 4701 h 4701"/>
              <a:gd name="T46" fmla="*/ 3515 w 3635"/>
              <a:gd name="T47" fmla="*/ 3556 h 4701"/>
              <a:gd name="T48" fmla="*/ 3250 w 3635"/>
              <a:gd name="T49" fmla="*/ 2043 h 4701"/>
              <a:gd name="T50" fmla="*/ 1605 w 3635"/>
              <a:gd name="T51" fmla="*/ 329 h 4701"/>
              <a:gd name="T52" fmla="*/ 1781 w 3635"/>
              <a:gd name="T53" fmla="*/ 333 h 4701"/>
              <a:gd name="T54" fmla="*/ 1970 w 3635"/>
              <a:gd name="T55" fmla="*/ 338 h 4701"/>
              <a:gd name="T56" fmla="*/ 2287 w 3635"/>
              <a:gd name="T57" fmla="*/ 306 h 4701"/>
              <a:gd name="T58" fmla="*/ 2077 w 3635"/>
              <a:gd name="T59" fmla="*/ 444 h 4701"/>
              <a:gd name="T60" fmla="*/ 1157 w 3635"/>
              <a:gd name="T61" fmla="*/ 446 h 4701"/>
              <a:gd name="T62" fmla="*/ 1605 w 3635"/>
              <a:gd name="T63" fmla="*/ 329 h 4701"/>
              <a:gd name="T64" fmla="*/ 1874 w 3635"/>
              <a:gd name="T65" fmla="*/ 3776 h 4701"/>
              <a:gd name="T66" fmla="*/ 1874 w 3635"/>
              <a:gd name="T67" fmla="*/ 4034 h 4701"/>
              <a:gd name="T68" fmla="*/ 1717 w 3635"/>
              <a:gd name="T69" fmla="*/ 4034 h 4701"/>
              <a:gd name="T70" fmla="*/ 1717 w 3635"/>
              <a:gd name="T71" fmla="*/ 3786 h 4701"/>
              <a:gd name="T72" fmla="*/ 1340 w 3635"/>
              <a:gd name="T73" fmla="*/ 3677 h 4701"/>
              <a:gd name="T74" fmla="*/ 1400 w 3635"/>
              <a:gd name="T75" fmla="*/ 3510 h 4701"/>
              <a:gd name="T76" fmla="*/ 1755 w 3635"/>
              <a:gd name="T77" fmla="*/ 3617 h 4701"/>
              <a:gd name="T78" fmla="*/ 2034 w 3635"/>
              <a:gd name="T79" fmla="*/ 3374 h 4701"/>
              <a:gd name="T80" fmla="*/ 1769 w 3635"/>
              <a:gd name="T81" fmla="*/ 3079 h 4701"/>
              <a:gd name="T82" fmla="*/ 1360 w 3635"/>
              <a:gd name="T83" fmla="*/ 2647 h 4701"/>
              <a:gd name="T84" fmla="*/ 1732 w 3635"/>
              <a:gd name="T85" fmla="*/ 2248 h 4701"/>
              <a:gd name="T86" fmla="*/ 1732 w 3635"/>
              <a:gd name="T87" fmla="*/ 2000 h 4701"/>
              <a:gd name="T88" fmla="*/ 1889 w 3635"/>
              <a:gd name="T89" fmla="*/ 2000 h 4701"/>
              <a:gd name="T90" fmla="*/ 1888 w 3635"/>
              <a:gd name="T91" fmla="*/ 2240 h 4701"/>
              <a:gd name="T92" fmla="*/ 2211 w 3635"/>
              <a:gd name="T93" fmla="*/ 2327 h 4701"/>
              <a:gd name="T94" fmla="*/ 2149 w 3635"/>
              <a:gd name="T95" fmla="*/ 2491 h 4701"/>
              <a:gd name="T96" fmla="*/ 1836 w 3635"/>
              <a:gd name="T97" fmla="*/ 2404 h 4701"/>
              <a:gd name="T98" fmla="*/ 1589 w 3635"/>
              <a:gd name="T99" fmla="*/ 2620 h 4701"/>
              <a:gd name="T100" fmla="*/ 1881 w 3635"/>
              <a:gd name="T101" fmla="*/ 2902 h 4701"/>
              <a:gd name="T102" fmla="*/ 2265 w 3635"/>
              <a:gd name="T103" fmla="*/ 3354 h 4701"/>
              <a:gd name="T104" fmla="*/ 1874 w 3635"/>
              <a:gd name="T105" fmla="*/ 3776 h 4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635" h="4701">
                <a:moveTo>
                  <a:pt x="3250" y="2043"/>
                </a:moveTo>
                <a:cubicBezTo>
                  <a:pt x="3034" y="1723"/>
                  <a:pt x="2729" y="1509"/>
                  <a:pt x="2365" y="1417"/>
                </a:cubicBezTo>
                <a:cubicBezTo>
                  <a:pt x="2410" y="1417"/>
                  <a:pt x="2456" y="1416"/>
                  <a:pt x="2500" y="1414"/>
                </a:cubicBezTo>
                <a:cubicBezTo>
                  <a:pt x="2679" y="1408"/>
                  <a:pt x="3072" y="1316"/>
                  <a:pt x="3193" y="1490"/>
                </a:cubicBezTo>
                <a:cubicBezTo>
                  <a:pt x="3217" y="1524"/>
                  <a:pt x="3342" y="1468"/>
                  <a:pt x="3332" y="1453"/>
                </a:cubicBezTo>
                <a:cubicBezTo>
                  <a:pt x="3242" y="1324"/>
                  <a:pt x="3042" y="1341"/>
                  <a:pt x="2904" y="1344"/>
                </a:cubicBezTo>
                <a:cubicBezTo>
                  <a:pt x="2730" y="1349"/>
                  <a:pt x="2528" y="1384"/>
                  <a:pt x="2345" y="1358"/>
                </a:cubicBezTo>
                <a:cubicBezTo>
                  <a:pt x="2415" y="1351"/>
                  <a:pt x="2485" y="1340"/>
                  <a:pt x="2555" y="1321"/>
                </a:cubicBezTo>
                <a:cubicBezTo>
                  <a:pt x="2757" y="1266"/>
                  <a:pt x="2892" y="1086"/>
                  <a:pt x="3115" y="1087"/>
                </a:cubicBezTo>
                <a:cubicBezTo>
                  <a:pt x="3139" y="1081"/>
                  <a:pt x="3202" y="987"/>
                  <a:pt x="3164" y="986"/>
                </a:cubicBezTo>
                <a:cubicBezTo>
                  <a:pt x="3034" y="986"/>
                  <a:pt x="2929" y="1016"/>
                  <a:pt x="2816" y="1081"/>
                </a:cubicBezTo>
                <a:cubicBezTo>
                  <a:pt x="2751" y="1118"/>
                  <a:pt x="2692" y="1168"/>
                  <a:pt x="2629" y="1209"/>
                </a:cubicBezTo>
                <a:cubicBezTo>
                  <a:pt x="2499" y="1292"/>
                  <a:pt x="2336" y="1296"/>
                  <a:pt x="2181" y="1292"/>
                </a:cubicBezTo>
                <a:cubicBezTo>
                  <a:pt x="2457" y="910"/>
                  <a:pt x="2694" y="338"/>
                  <a:pt x="2603" y="126"/>
                </a:cubicBezTo>
                <a:cubicBezTo>
                  <a:pt x="2560" y="25"/>
                  <a:pt x="2452" y="0"/>
                  <a:pt x="2312" y="78"/>
                </a:cubicBezTo>
                <a:cubicBezTo>
                  <a:pt x="2162" y="163"/>
                  <a:pt x="1992" y="174"/>
                  <a:pt x="1847" y="174"/>
                </a:cubicBezTo>
                <a:cubicBezTo>
                  <a:pt x="1786" y="174"/>
                  <a:pt x="1724" y="172"/>
                  <a:pt x="1664" y="170"/>
                </a:cubicBezTo>
                <a:cubicBezTo>
                  <a:pt x="1603" y="167"/>
                  <a:pt x="1542" y="165"/>
                  <a:pt x="1483" y="165"/>
                </a:cubicBezTo>
                <a:cubicBezTo>
                  <a:pt x="1287" y="165"/>
                  <a:pt x="1064" y="188"/>
                  <a:pt x="893" y="359"/>
                </a:cubicBezTo>
                <a:cubicBezTo>
                  <a:pt x="759" y="498"/>
                  <a:pt x="939" y="1065"/>
                  <a:pt x="1466" y="1398"/>
                </a:cubicBezTo>
                <a:cubicBezTo>
                  <a:pt x="532" y="1536"/>
                  <a:pt x="256" y="2162"/>
                  <a:pt x="115" y="2775"/>
                </a:cubicBezTo>
                <a:cubicBezTo>
                  <a:pt x="0" y="3275"/>
                  <a:pt x="105" y="3776"/>
                  <a:pt x="402" y="4149"/>
                </a:cubicBezTo>
                <a:cubicBezTo>
                  <a:pt x="686" y="4505"/>
                  <a:pt x="1337" y="4701"/>
                  <a:pt x="1817" y="4701"/>
                </a:cubicBezTo>
                <a:cubicBezTo>
                  <a:pt x="2946" y="4701"/>
                  <a:pt x="3375" y="4232"/>
                  <a:pt x="3515" y="3556"/>
                </a:cubicBezTo>
                <a:cubicBezTo>
                  <a:pt x="3635" y="3033"/>
                  <a:pt x="3536" y="2467"/>
                  <a:pt x="3250" y="2043"/>
                </a:cubicBezTo>
                <a:close/>
                <a:moveTo>
                  <a:pt x="1605" y="329"/>
                </a:moveTo>
                <a:cubicBezTo>
                  <a:pt x="1663" y="329"/>
                  <a:pt x="1722" y="331"/>
                  <a:pt x="1781" y="333"/>
                </a:cubicBezTo>
                <a:cubicBezTo>
                  <a:pt x="1844" y="335"/>
                  <a:pt x="1907" y="338"/>
                  <a:pt x="1970" y="338"/>
                </a:cubicBezTo>
                <a:cubicBezTo>
                  <a:pt x="2064" y="338"/>
                  <a:pt x="2174" y="332"/>
                  <a:pt x="2287" y="306"/>
                </a:cubicBezTo>
                <a:cubicBezTo>
                  <a:pt x="2216" y="349"/>
                  <a:pt x="2145" y="396"/>
                  <a:pt x="2077" y="444"/>
                </a:cubicBezTo>
                <a:cubicBezTo>
                  <a:pt x="1745" y="672"/>
                  <a:pt x="1482" y="852"/>
                  <a:pt x="1157" y="446"/>
                </a:cubicBezTo>
                <a:cubicBezTo>
                  <a:pt x="1285" y="345"/>
                  <a:pt x="1447" y="329"/>
                  <a:pt x="1605" y="329"/>
                </a:cubicBezTo>
                <a:close/>
                <a:moveTo>
                  <a:pt x="1874" y="3776"/>
                </a:moveTo>
                <a:lnTo>
                  <a:pt x="1874" y="4034"/>
                </a:lnTo>
                <a:lnTo>
                  <a:pt x="1717" y="4034"/>
                </a:lnTo>
                <a:lnTo>
                  <a:pt x="1717" y="3786"/>
                </a:lnTo>
                <a:cubicBezTo>
                  <a:pt x="1574" y="3783"/>
                  <a:pt x="1427" y="3738"/>
                  <a:pt x="1340" y="3677"/>
                </a:cubicBezTo>
                <a:lnTo>
                  <a:pt x="1400" y="3510"/>
                </a:lnTo>
                <a:cubicBezTo>
                  <a:pt x="1487" y="3567"/>
                  <a:pt x="1616" y="3617"/>
                  <a:pt x="1755" y="3617"/>
                </a:cubicBezTo>
                <a:cubicBezTo>
                  <a:pt x="1930" y="3617"/>
                  <a:pt x="2034" y="3515"/>
                  <a:pt x="2034" y="3374"/>
                </a:cubicBezTo>
                <a:cubicBezTo>
                  <a:pt x="2034" y="3238"/>
                  <a:pt x="1953" y="3153"/>
                  <a:pt x="1769" y="3079"/>
                </a:cubicBezTo>
                <a:cubicBezTo>
                  <a:pt x="1517" y="2979"/>
                  <a:pt x="1360" y="2863"/>
                  <a:pt x="1360" y="2647"/>
                </a:cubicBezTo>
                <a:cubicBezTo>
                  <a:pt x="1360" y="2441"/>
                  <a:pt x="1506" y="2285"/>
                  <a:pt x="1732" y="2248"/>
                </a:cubicBezTo>
                <a:lnTo>
                  <a:pt x="1732" y="2000"/>
                </a:lnTo>
                <a:lnTo>
                  <a:pt x="1889" y="2000"/>
                </a:lnTo>
                <a:lnTo>
                  <a:pt x="1888" y="2240"/>
                </a:lnTo>
                <a:cubicBezTo>
                  <a:pt x="2035" y="2245"/>
                  <a:pt x="2136" y="2285"/>
                  <a:pt x="2211" y="2327"/>
                </a:cubicBezTo>
                <a:lnTo>
                  <a:pt x="2149" y="2491"/>
                </a:lnTo>
                <a:cubicBezTo>
                  <a:pt x="2097" y="2461"/>
                  <a:pt x="1995" y="2404"/>
                  <a:pt x="1836" y="2404"/>
                </a:cubicBezTo>
                <a:cubicBezTo>
                  <a:pt x="1645" y="2404"/>
                  <a:pt x="1589" y="2518"/>
                  <a:pt x="1589" y="2620"/>
                </a:cubicBezTo>
                <a:cubicBezTo>
                  <a:pt x="1589" y="2746"/>
                  <a:pt x="1665" y="2811"/>
                  <a:pt x="1881" y="2902"/>
                </a:cubicBezTo>
                <a:cubicBezTo>
                  <a:pt x="2136" y="3007"/>
                  <a:pt x="2265" y="3133"/>
                  <a:pt x="2265" y="3354"/>
                </a:cubicBezTo>
                <a:cubicBezTo>
                  <a:pt x="2265" y="3552"/>
                  <a:pt x="2129" y="3736"/>
                  <a:pt x="1874" y="377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组合 45"/>
          <p:cNvGrpSpPr/>
          <p:nvPr/>
        </p:nvGrpSpPr>
        <p:grpSpPr>
          <a:xfrm>
            <a:off x="6817030" y="3808984"/>
            <a:ext cx="2006849" cy="1932432"/>
            <a:chOff x="1375224" y="2315200"/>
            <a:chExt cx="2006849" cy="1932432"/>
          </a:xfrm>
        </p:grpSpPr>
        <p:sp>
          <p:nvSpPr>
            <p:cNvPr id="47" name="文本框 46"/>
            <p:cNvSpPr txBox="1"/>
            <p:nvPr/>
          </p:nvSpPr>
          <p:spPr>
            <a:xfrm>
              <a:off x="1375224" y="3211707"/>
              <a:ext cx="1718199" cy="1035925"/>
            </a:xfrm>
            <a:prstGeom prst="rect">
              <a:avLst/>
            </a:prstGeom>
            <a:noFill/>
          </p:spPr>
          <p:txBody>
            <a:bodyPr wrap="square">
              <a:spAutoFit/>
            </a:bodyPr>
            <a:lstStyle/>
            <a:p>
              <a:pPr algn="just">
                <a:lnSpc>
                  <a:spcPct val="130000"/>
                </a:lnSpc>
              </a:pPr>
              <a:r>
                <a:rPr lang="zh-CN" altLang="en-US" sz="1200">
                  <a:solidFill>
                    <a:schemeClr val="tx1">
                      <a:lumMod val="50000"/>
                      <a:lumOff val="50000"/>
                    </a:schemeClr>
                  </a:solidFill>
                  <a:latin typeface="思源宋体 Heavy" panose="02020900000000000000" charset="-122"/>
                  <a:ea typeface="思源宋体 Heavy" panose="02020900000000000000" charset="-122"/>
                </a:rPr>
                <a:t>点此输入内容或者复制您的内容在这里，通过复制您的文本后在此框中选择粘贴</a:t>
              </a:r>
              <a:endParaRPr lang="en-US" altLang="zh-CN" sz="1200">
                <a:solidFill>
                  <a:schemeClr val="tx1">
                    <a:lumMod val="50000"/>
                    <a:lumOff val="50000"/>
                  </a:schemeClr>
                </a:solidFill>
                <a:latin typeface="思源宋体 Heavy" panose="02020900000000000000" charset="-122"/>
                <a:ea typeface="思源宋体 Heavy" panose="02020900000000000000" charset="-122"/>
              </a:endParaRPr>
            </a:p>
          </p:txBody>
        </p:sp>
        <p:sp>
          <p:nvSpPr>
            <p:cNvPr id="48" name="文本框 47"/>
            <p:cNvSpPr txBox="1"/>
            <p:nvPr/>
          </p:nvSpPr>
          <p:spPr>
            <a:xfrm>
              <a:off x="1375225" y="2520669"/>
              <a:ext cx="2006848" cy="406650"/>
            </a:xfrm>
            <a:prstGeom prst="rect">
              <a:avLst/>
            </a:prstGeom>
            <a:noFill/>
          </p:spPr>
          <p:txBody>
            <a:bodyPr wrap="square">
              <a:spAutoFit/>
            </a:bodyPr>
            <a:lstStyle/>
            <a:p>
              <a:pPr algn="just">
                <a:lnSpc>
                  <a:spcPct val="120000"/>
                </a:lnSpc>
              </a:pPr>
              <a:r>
                <a:rPr lang="zh-CN" altLang="en-US" b="1">
                  <a:solidFill>
                    <a:schemeClr val="tx1">
                      <a:lumMod val="75000"/>
                      <a:lumOff val="25000"/>
                    </a:schemeClr>
                  </a:solidFill>
                  <a:latin typeface="思源宋体 Heavy" panose="02020900000000000000" charset="-122"/>
                  <a:ea typeface="思源宋体 Heavy" panose="02020900000000000000" charset="-122"/>
                </a:rPr>
                <a:t>单击输入标题</a:t>
              </a:r>
              <a:endParaRPr lang="en-US" altLang="zh-CN" b="1">
                <a:solidFill>
                  <a:schemeClr val="tx1">
                    <a:lumMod val="75000"/>
                    <a:lumOff val="25000"/>
                  </a:schemeClr>
                </a:solidFill>
                <a:latin typeface="思源宋体 Heavy" panose="02020900000000000000" charset="-122"/>
                <a:ea typeface="思源宋体 Heavy" panose="02020900000000000000" charset="-122"/>
              </a:endParaRPr>
            </a:p>
          </p:txBody>
        </p:sp>
        <p:sp>
          <p:nvSpPr>
            <p:cNvPr id="49" name="文本框 48"/>
            <p:cNvSpPr txBox="1"/>
            <p:nvPr/>
          </p:nvSpPr>
          <p:spPr>
            <a:xfrm>
              <a:off x="1375225" y="2315200"/>
              <a:ext cx="2006848" cy="300082"/>
            </a:xfrm>
            <a:prstGeom prst="rect">
              <a:avLst/>
            </a:prstGeom>
            <a:noFill/>
          </p:spPr>
          <p:txBody>
            <a:bodyPr wrap="square">
              <a:spAutoFit/>
            </a:bodyPr>
            <a:lstStyle/>
            <a:p>
              <a:pPr algn="just">
                <a:lnSpc>
                  <a:spcPct val="120000"/>
                </a:lnSpc>
              </a:pPr>
              <a:r>
                <a:rPr lang="en-US" altLang="zh-CN" sz="1200">
                  <a:solidFill>
                    <a:schemeClr val="bg1">
                      <a:lumMod val="65000"/>
                    </a:schemeClr>
                  </a:solidFill>
                  <a:latin typeface="思源宋体 Heavy" panose="02020900000000000000" charset="-122"/>
                  <a:ea typeface="思源宋体 Heavy" panose="02020900000000000000" charset="-122"/>
                </a:rPr>
                <a:t>ENTER THE TITLE</a:t>
              </a:r>
              <a:endParaRPr lang="en-US" altLang="zh-CN" sz="1200">
                <a:solidFill>
                  <a:schemeClr val="bg1">
                    <a:lumMod val="65000"/>
                  </a:schemeClr>
                </a:solidFill>
                <a:latin typeface="思源宋体 Heavy" panose="02020900000000000000" charset="-122"/>
                <a:ea typeface="思源宋体 Heavy" panose="02020900000000000000" charset="-122"/>
              </a:endParaRPr>
            </a:p>
          </p:txBody>
        </p:sp>
        <p:sp>
          <p:nvSpPr>
            <p:cNvPr id="50" name="矩形: 圆角 49"/>
            <p:cNvSpPr/>
            <p:nvPr/>
          </p:nvSpPr>
          <p:spPr>
            <a:xfrm>
              <a:off x="1477525" y="3042630"/>
              <a:ext cx="540000" cy="45719"/>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1" name="Freeform 28"/>
          <p:cNvSpPr/>
          <p:nvPr/>
        </p:nvSpPr>
        <p:spPr>
          <a:xfrm>
            <a:off x="9033132" y="2752215"/>
            <a:ext cx="2150754" cy="3318385"/>
          </a:xfrm>
          <a:custGeom>
            <a:avLst/>
            <a:gdLst>
              <a:gd name="connsiteX0" fmla="*/ 367014 w 2589152"/>
              <a:gd name="connsiteY0" fmla="*/ 0 h 2907149"/>
              <a:gd name="connsiteX1" fmla="*/ 491570 w 2589152"/>
              <a:gd name="connsiteY1" fmla="*/ 124556 h 2907149"/>
              <a:gd name="connsiteX2" fmla="*/ 2557280 w 2589152"/>
              <a:gd name="connsiteY2" fmla="*/ 124556 h 2907149"/>
              <a:gd name="connsiteX3" fmla="*/ 2589152 w 2589152"/>
              <a:gd name="connsiteY3" fmla="*/ 156428 h 2907149"/>
              <a:gd name="connsiteX4" fmla="*/ 2589152 w 2589152"/>
              <a:gd name="connsiteY4" fmla="*/ 2875277 h 2907149"/>
              <a:gd name="connsiteX5" fmla="*/ 2557280 w 2589152"/>
              <a:gd name="connsiteY5" fmla="*/ 2907149 h 2907149"/>
              <a:gd name="connsiteX6" fmla="*/ 31872 w 2589152"/>
              <a:gd name="connsiteY6" fmla="*/ 2907149 h 2907149"/>
              <a:gd name="connsiteX7" fmla="*/ 0 w 2589152"/>
              <a:gd name="connsiteY7" fmla="*/ 2875277 h 2907149"/>
              <a:gd name="connsiteX8" fmla="*/ 0 w 2589152"/>
              <a:gd name="connsiteY8" fmla="*/ 156428 h 2907149"/>
              <a:gd name="connsiteX9" fmla="*/ 31872 w 2589152"/>
              <a:gd name="connsiteY9" fmla="*/ 124556 h 2907149"/>
              <a:gd name="connsiteX10" fmla="*/ 242458 w 2589152"/>
              <a:gd name="connsiteY10" fmla="*/ 124556 h 290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9152" h="2907149">
                <a:moveTo>
                  <a:pt x="367014" y="0"/>
                </a:moveTo>
                <a:lnTo>
                  <a:pt x="491570" y="124556"/>
                </a:lnTo>
                <a:lnTo>
                  <a:pt x="2557280" y="124556"/>
                </a:lnTo>
                <a:cubicBezTo>
                  <a:pt x="2574882" y="124556"/>
                  <a:pt x="2589152" y="138826"/>
                  <a:pt x="2589152" y="156428"/>
                </a:cubicBezTo>
                <a:lnTo>
                  <a:pt x="2589152" y="2875277"/>
                </a:lnTo>
                <a:cubicBezTo>
                  <a:pt x="2589152" y="2892879"/>
                  <a:pt x="2574882" y="2907149"/>
                  <a:pt x="2557280" y="2907149"/>
                </a:cubicBezTo>
                <a:lnTo>
                  <a:pt x="31872" y="2907149"/>
                </a:lnTo>
                <a:cubicBezTo>
                  <a:pt x="14270" y="2907149"/>
                  <a:pt x="0" y="2892879"/>
                  <a:pt x="0" y="2875277"/>
                </a:cubicBezTo>
                <a:lnTo>
                  <a:pt x="0" y="156428"/>
                </a:lnTo>
                <a:cubicBezTo>
                  <a:pt x="0" y="138826"/>
                  <a:pt x="14270" y="124556"/>
                  <a:pt x="31872" y="124556"/>
                </a:cubicBezTo>
                <a:lnTo>
                  <a:pt x="242458" y="124556"/>
                </a:lnTo>
                <a:close/>
              </a:path>
            </a:pathLst>
          </a:custGeom>
          <a:solidFill>
            <a:schemeClr val="bg1"/>
          </a:solidFill>
          <a:ln>
            <a:noFill/>
          </a:ln>
          <a:effectLst>
            <a:outerShdw blurRad="381000" dist="254000" dir="5400000" algn="t"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dollar-bag_17794"/>
          <p:cNvSpPr/>
          <p:nvPr/>
        </p:nvSpPr>
        <p:spPr>
          <a:xfrm>
            <a:off x="9383712" y="3276600"/>
            <a:ext cx="272666" cy="343466"/>
          </a:xfrm>
          <a:custGeom>
            <a:avLst/>
            <a:gdLst>
              <a:gd name="T0" fmla="*/ 3250 w 3635"/>
              <a:gd name="T1" fmla="*/ 2043 h 4701"/>
              <a:gd name="T2" fmla="*/ 2365 w 3635"/>
              <a:gd name="T3" fmla="*/ 1417 h 4701"/>
              <a:gd name="T4" fmla="*/ 2500 w 3635"/>
              <a:gd name="T5" fmla="*/ 1414 h 4701"/>
              <a:gd name="T6" fmla="*/ 3193 w 3635"/>
              <a:gd name="T7" fmla="*/ 1490 h 4701"/>
              <a:gd name="T8" fmla="*/ 3332 w 3635"/>
              <a:gd name="T9" fmla="*/ 1453 h 4701"/>
              <a:gd name="T10" fmla="*/ 2904 w 3635"/>
              <a:gd name="T11" fmla="*/ 1344 h 4701"/>
              <a:gd name="T12" fmla="*/ 2345 w 3635"/>
              <a:gd name="T13" fmla="*/ 1358 h 4701"/>
              <a:gd name="T14" fmla="*/ 2555 w 3635"/>
              <a:gd name="T15" fmla="*/ 1321 h 4701"/>
              <a:gd name="T16" fmla="*/ 3115 w 3635"/>
              <a:gd name="T17" fmla="*/ 1087 h 4701"/>
              <a:gd name="T18" fmla="*/ 3164 w 3635"/>
              <a:gd name="T19" fmla="*/ 986 h 4701"/>
              <a:gd name="T20" fmla="*/ 2816 w 3635"/>
              <a:gd name="T21" fmla="*/ 1081 h 4701"/>
              <a:gd name="T22" fmla="*/ 2629 w 3635"/>
              <a:gd name="T23" fmla="*/ 1209 h 4701"/>
              <a:gd name="T24" fmla="*/ 2181 w 3635"/>
              <a:gd name="T25" fmla="*/ 1292 h 4701"/>
              <a:gd name="T26" fmla="*/ 2603 w 3635"/>
              <a:gd name="T27" fmla="*/ 126 h 4701"/>
              <a:gd name="T28" fmla="*/ 2312 w 3635"/>
              <a:gd name="T29" fmla="*/ 78 h 4701"/>
              <a:gd name="T30" fmla="*/ 1847 w 3635"/>
              <a:gd name="T31" fmla="*/ 174 h 4701"/>
              <a:gd name="T32" fmla="*/ 1664 w 3635"/>
              <a:gd name="T33" fmla="*/ 170 h 4701"/>
              <a:gd name="T34" fmla="*/ 1483 w 3635"/>
              <a:gd name="T35" fmla="*/ 165 h 4701"/>
              <a:gd name="T36" fmla="*/ 893 w 3635"/>
              <a:gd name="T37" fmla="*/ 359 h 4701"/>
              <a:gd name="T38" fmla="*/ 1466 w 3635"/>
              <a:gd name="T39" fmla="*/ 1398 h 4701"/>
              <a:gd name="T40" fmla="*/ 115 w 3635"/>
              <a:gd name="T41" fmla="*/ 2775 h 4701"/>
              <a:gd name="T42" fmla="*/ 402 w 3635"/>
              <a:gd name="T43" fmla="*/ 4149 h 4701"/>
              <a:gd name="T44" fmla="*/ 1817 w 3635"/>
              <a:gd name="T45" fmla="*/ 4701 h 4701"/>
              <a:gd name="T46" fmla="*/ 3515 w 3635"/>
              <a:gd name="T47" fmla="*/ 3556 h 4701"/>
              <a:gd name="T48" fmla="*/ 3250 w 3635"/>
              <a:gd name="T49" fmla="*/ 2043 h 4701"/>
              <a:gd name="T50" fmla="*/ 1605 w 3635"/>
              <a:gd name="T51" fmla="*/ 329 h 4701"/>
              <a:gd name="T52" fmla="*/ 1781 w 3635"/>
              <a:gd name="T53" fmla="*/ 333 h 4701"/>
              <a:gd name="T54" fmla="*/ 1970 w 3635"/>
              <a:gd name="T55" fmla="*/ 338 h 4701"/>
              <a:gd name="T56" fmla="*/ 2287 w 3635"/>
              <a:gd name="T57" fmla="*/ 306 h 4701"/>
              <a:gd name="T58" fmla="*/ 2077 w 3635"/>
              <a:gd name="T59" fmla="*/ 444 h 4701"/>
              <a:gd name="T60" fmla="*/ 1157 w 3635"/>
              <a:gd name="T61" fmla="*/ 446 h 4701"/>
              <a:gd name="T62" fmla="*/ 1605 w 3635"/>
              <a:gd name="T63" fmla="*/ 329 h 4701"/>
              <a:gd name="T64" fmla="*/ 1874 w 3635"/>
              <a:gd name="T65" fmla="*/ 3776 h 4701"/>
              <a:gd name="T66" fmla="*/ 1874 w 3635"/>
              <a:gd name="T67" fmla="*/ 4034 h 4701"/>
              <a:gd name="T68" fmla="*/ 1717 w 3635"/>
              <a:gd name="T69" fmla="*/ 4034 h 4701"/>
              <a:gd name="T70" fmla="*/ 1717 w 3635"/>
              <a:gd name="T71" fmla="*/ 3786 h 4701"/>
              <a:gd name="T72" fmla="*/ 1340 w 3635"/>
              <a:gd name="T73" fmla="*/ 3677 h 4701"/>
              <a:gd name="T74" fmla="*/ 1400 w 3635"/>
              <a:gd name="T75" fmla="*/ 3510 h 4701"/>
              <a:gd name="T76" fmla="*/ 1755 w 3635"/>
              <a:gd name="T77" fmla="*/ 3617 h 4701"/>
              <a:gd name="T78" fmla="*/ 2034 w 3635"/>
              <a:gd name="T79" fmla="*/ 3374 h 4701"/>
              <a:gd name="T80" fmla="*/ 1769 w 3635"/>
              <a:gd name="T81" fmla="*/ 3079 h 4701"/>
              <a:gd name="T82" fmla="*/ 1360 w 3635"/>
              <a:gd name="T83" fmla="*/ 2647 h 4701"/>
              <a:gd name="T84" fmla="*/ 1732 w 3635"/>
              <a:gd name="T85" fmla="*/ 2248 h 4701"/>
              <a:gd name="T86" fmla="*/ 1732 w 3635"/>
              <a:gd name="T87" fmla="*/ 2000 h 4701"/>
              <a:gd name="T88" fmla="*/ 1889 w 3635"/>
              <a:gd name="T89" fmla="*/ 2000 h 4701"/>
              <a:gd name="T90" fmla="*/ 1888 w 3635"/>
              <a:gd name="T91" fmla="*/ 2240 h 4701"/>
              <a:gd name="T92" fmla="*/ 2211 w 3635"/>
              <a:gd name="T93" fmla="*/ 2327 h 4701"/>
              <a:gd name="T94" fmla="*/ 2149 w 3635"/>
              <a:gd name="T95" fmla="*/ 2491 h 4701"/>
              <a:gd name="T96" fmla="*/ 1836 w 3635"/>
              <a:gd name="T97" fmla="*/ 2404 h 4701"/>
              <a:gd name="T98" fmla="*/ 1589 w 3635"/>
              <a:gd name="T99" fmla="*/ 2620 h 4701"/>
              <a:gd name="T100" fmla="*/ 1881 w 3635"/>
              <a:gd name="T101" fmla="*/ 2902 h 4701"/>
              <a:gd name="T102" fmla="*/ 2265 w 3635"/>
              <a:gd name="T103" fmla="*/ 3354 h 4701"/>
              <a:gd name="T104" fmla="*/ 1874 w 3635"/>
              <a:gd name="T105" fmla="*/ 3776 h 4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635" h="4701">
                <a:moveTo>
                  <a:pt x="3250" y="2043"/>
                </a:moveTo>
                <a:cubicBezTo>
                  <a:pt x="3034" y="1723"/>
                  <a:pt x="2729" y="1509"/>
                  <a:pt x="2365" y="1417"/>
                </a:cubicBezTo>
                <a:cubicBezTo>
                  <a:pt x="2410" y="1417"/>
                  <a:pt x="2456" y="1416"/>
                  <a:pt x="2500" y="1414"/>
                </a:cubicBezTo>
                <a:cubicBezTo>
                  <a:pt x="2679" y="1408"/>
                  <a:pt x="3072" y="1316"/>
                  <a:pt x="3193" y="1490"/>
                </a:cubicBezTo>
                <a:cubicBezTo>
                  <a:pt x="3217" y="1524"/>
                  <a:pt x="3342" y="1468"/>
                  <a:pt x="3332" y="1453"/>
                </a:cubicBezTo>
                <a:cubicBezTo>
                  <a:pt x="3242" y="1324"/>
                  <a:pt x="3042" y="1341"/>
                  <a:pt x="2904" y="1344"/>
                </a:cubicBezTo>
                <a:cubicBezTo>
                  <a:pt x="2730" y="1349"/>
                  <a:pt x="2528" y="1384"/>
                  <a:pt x="2345" y="1358"/>
                </a:cubicBezTo>
                <a:cubicBezTo>
                  <a:pt x="2415" y="1351"/>
                  <a:pt x="2485" y="1340"/>
                  <a:pt x="2555" y="1321"/>
                </a:cubicBezTo>
                <a:cubicBezTo>
                  <a:pt x="2757" y="1266"/>
                  <a:pt x="2892" y="1086"/>
                  <a:pt x="3115" y="1087"/>
                </a:cubicBezTo>
                <a:cubicBezTo>
                  <a:pt x="3139" y="1081"/>
                  <a:pt x="3202" y="987"/>
                  <a:pt x="3164" y="986"/>
                </a:cubicBezTo>
                <a:cubicBezTo>
                  <a:pt x="3034" y="986"/>
                  <a:pt x="2929" y="1016"/>
                  <a:pt x="2816" y="1081"/>
                </a:cubicBezTo>
                <a:cubicBezTo>
                  <a:pt x="2751" y="1118"/>
                  <a:pt x="2692" y="1168"/>
                  <a:pt x="2629" y="1209"/>
                </a:cubicBezTo>
                <a:cubicBezTo>
                  <a:pt x="2499" y="1292"/>
                  <a:pt x="2336" y="1296"/>
                  <a:pt x="2181" y="1292"/>
                </a:cubicBezTo>
                <a:cubicBezTo>
                  <a:pt x="2457" y="910"/>
                  <a:pt x="2694" y="338"/>
                  <a:pt x="2603" y="126"/>
                </a:cubicBezTo>
                <a:cubicBezTo>
                  <a:pt x="2560" y="25"/>
                  <a:pt x="2452" y="0"/>
                  <a:pt x="2312" y="78"/>
                </a:cubicBezTo>
                <a:cubicBezTo>
                  <a:pt x="2162" y="163"/>
                  <a:pt x="1992" y="174"/>
                  <a:pt x="1847" y="174"/>
                </a:cubicBezTo>
                <a:cubicBezTo>
                  <a:pt x="1786" y="174"/>
                  <a:pt x="1724" y="172"/>
                  <a:pt x="1664" y="170"/>
                </a:cubicBezTo>
                <a:cubicBezTo>
                  <a:pt x="1603" y="167"/>
                  <a:pt x="1542" y="165"/>
                  <a:pt x="1483" y="165"/>
                </a:cubicBezTo>
                <a:cubicBezTo>
                  <a:pt x="1287" y="165"/>
                  <a:pt x="1064" y="188"/>
                  <a:pt x="893" y="359"/>
                </a:cubicBezTo>
                <a:cubicBezTo>
                  <a:pt x="759" y="498"/>
                  <a:pt x="939" y="1065"/>
                  <a:pt x="1466" y="1398"/>
                </a:cubicBezTo>
                <a:cubicBezTo>
                  <a:pt x="532" y="1536"/>
                  <a:pt x="256" y="2162"/>
                  <a:pt x="115" y="2775"/>
                </a:cubicBezTo>
                <a:cubicBezTo>
                  <a:pt x="0" y="3275"/>
                  <a:pt x="105" y="3776"/>
                  <a:pt x="402" y="4149"/>
                </a:cubicBezTo>
                <a:cubicBezTo>
                  <a:pt x="686" y="4505"/>
                  <a:pt x="1337" y="4701"/>
                  <a:pt x="1817" y="4701"/>
                </a:cubicBezTo>
                <a:cubicBezTo>
                  <a:pt x="2946" y="4701"/>
                  <a:pt x="3375" y="4232"/>
                  <a:pt x="3515" y="3556"/>
                </a:cubicBezTo>
                <a:cubicBezTo>
                  <a:pt x="3635" y="3033"/>
                  <a:pt x="3536" y="2467"/>
                  <a:pt x="3250" y="2043"/>
                </a:cubicBezTo>
                <a:close/>
                <a:moveTo>
                  <a:pt x="1605" y="329"/>
                </a:moveTo>
                <a:cubicBezTo>
                  <a:pt x="1663" y="329"/>
                  <a:pt x="1722" y="331"/>
                  <a:pt x="1781" y="333"/>
                </a:cubicBezTo>
                <a:cubicBezTo>
                  <a:pt x="1844" y="335"/>
                  <a:pt x="1907" y="338"/>
                  <a:pt x="1970" y="338"/>
                </a:cubicBezTo>
                <a:cubicBezTo>
                  <a:pt x="2064" y="338"/>
                  <a:pt x="2174" y="332"/>
                  <a:pt x="2287" y="306"/>
                </a:cubicBezTo>
                <a:cubicBezTo>
                  <a:pt x="2216" y="349"/>
                  <a:pt x="2145" y="396"/>
                  <a:pt x="2077" y="444"/>
                </a:cubicBezTo>
                <a:cubicBezTo>
                  <a:pt x="1745" y="672"/>
                  <a:pt x="1482" y="852"/>
                  <a:pt x="1157" y="446"/>
                </a:cubicBezTo>
                <a:cubicBezTo>
                  <a:pt x="1285" y="345"/>
                  <a:pt x="1447" y="329"/>
                  <a:pt x="1605" y="329"/>
                </a:cubicBezTo>
                <a:close/>
                <a:moveTo>
                  <a:pt x="1874" y="3776"/>
                </a:moveTo>
                <a:lnTo>
                  <a:pt x="1874" y="4034"/>
                </a:lnTo>
                <a:lnTo>
                  <a:pt x="1717" y="4034"/>
                </a:lnTo>
                <a:lnTo>
                  <a:pt x="1717" y="3786"/>
                </a:lnTo>
                <a:cubicBezTo>
                  <a:pt x="1574" y="3783"/>
                  <a:pt x="1427" y="3738"/>
                  <a:pt x="1340" y="3677"/>
                </a:cubicBezTo>
                <a:lnTo>
                  <a:pt x="1400" y="3510"/>
                </a:lnTo>
                <a:cubicBezTo>
                  <a:pt x="1487" y="3567"/>
                  <a:pt x="1616" y="3617"/>
                  <a:pt x="1755" y="3617"/>
                </a:cubicBezTo>
                <a:cubicBezTo>
                  <a:pt x="1930" y="3617"/>
                  <a:pt x="2034" y="3515"/>
                  <a:pt x="2034" y="3374"/>
                </a:cubicBezTo>
                <a:cubicBezTo>
                  <a:pt x="2034" y="3238"/>
                  <a:pt x="1953" y="3153"/>
                  <a:pt x="1769" y="3079"/>
                </a:cubicBezTo>
                <a:cubicBezTo>
                  <a:pt x="1517" y="2979"/>
                  <a:pt x="1360" y="2863"/>
                  <a:pt x="1360" y="2647"/>
                </a:cubicBezTo>
                <a:cubicBezTo>
                  <a:pt x="1360" y="2441"/>
                  <a:pt x="1506" y="2285"/>
                  <a:pt x="1732" y="2248"/>
                </a:cubicBezTo>
                <a:lnTo>
                  <a:pt x="1732" y="2000"/>
                </a:lnTo>
                <a:lnTo>
                  <a:pt x="1889" y="2000"/>
                </a:lnTo>
                <a:lnTo>
                  <a:pt x="1888" y="2240"/>
                </a:lnTo>
                <a:cubicBezTo>
                  <a:pt x="2035" y="2245"/>
                  <a:pt x="2136" y="2285"/>
                  <a:pt x="2211" y="2327"/>
                </a:cubicBezTo>
                <a:lnTo>
                  <a:pt x="2149" y="2491"/>
                </a:lnTo>
                <a:cubicBezTo>
                  <a:pt x="2097" y="2461"/>
                  <a:pt x="1995" y="2404"/>
                  <a:pt x="1836" y="2404"/>
                </a:cubicBezTo>
                <a:cubicBezTo>
                  <a:pt x="1645" y="2404"/>
                  <a:pt x="1589" y="2518"/>
                  <a:pt x="1589" y="2620"/>
                </a:cubicBezTo>
                <a:cubicBezTo>
                  <a:pt x="1589" y="2746"/>
                  <a:pt x="1665" y="2811"/>
                  <a:pt x="1881" y="2902"/>
                </a:cubicBezTo>
                <a:cubicBezTo>
                  <a:pt x="2136" y="3007"/>
                  <a:pt x="2265" y="3133"/>
                  <a:pt x="2265" y="3354"/>
                </a:cubicBezTo>
                <a:cubicBezTo>
                  <a:pt x="2265" y="3552"/>
                  <a:pt x="2129" y="3736"/>
                  <a:pt x="1874" y="377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3" name="组合 52"/>
          <p:cNvGrpSpPr/>
          <p:nvPr/>
        </p:nvGrpSpPr>
        <p:grpSpPr>
          <a:xfrm>
            <a:off x="9284077" y="3808984"/>
            <a:ext cx="2006849" cy="1932432"/>
            <a:chOff x="1375224" y="2315200"/>
            <a:chExt cx="2006849" cy="1932432"/>
          </a:xfrm>
        </p:grpSpPr>
        <p:sp>
          <p:nvSpPr>
            <p:cNvPr id="54" name="文本框 53"/>
            <p:cNvSpPr txBox="1"/>
            <p:nvPr/>
          </p:nvSpPr>
          <p:spPr>
            <a:xfrm>
              <a:off x="1375224" y="3211707"/>
              <a:ext cx="1718199" cy="1035925"/>
            </a:xfrm>
            <a:prstGeom prst="rect">
              <a:avLst/>
            </a:prstGeom>
            <a:noFill/>
          </p:spPr>
          <p:txBody>
            <a:bodyPr wrap="square">
              <a:spAutoFit/>
            </a:bodyPr>
            <a:lstStyle/>
            <a:p>
              <a:pPr algn="just">
                <a:lnSpc>
                  <a:spcPct val="130000"/>
                </a:lnSpc>
              </a:pPr>
              <a:r>
                <a:rPr lang="zh-CN" altLang="en-US" sz="1200">
                  <a:solidFill>
                    <a:schemeClr val="tx1">
                      <a:lumMod val="50000"/>
                      <a:lumOff val="50000"/>
                    </a:schemeClr>
                  </a:solidFill>
                  <a:latin typeface="思源宋体 Heavy" panose="02020900000000000000" charset="-122"/>
                  <a:ea typeface="思源宋体 Heavy" panose="02020900000000000000" charset="-122"/>
                </a:rPr>
                <a:t>点此输入内容或者复制您的内容在这里，通过复制您的文本后在此框中选择粘贴</a:t>
              </a:r>
              <a:endParaRPr lang="en-US" altLang="zh-CN" sz="1200">
                <a:solidFill>
                  <a:schemeClr val="tx1">
                    <a:lumMod val="50000"/>
                    <a:lumOff val="50000"/>
                  </a:schemeClr>
                </a:solidFill>
                <a:latin typeface="思源宋体 Heavy" panose="02020900000000000000" charset="-122"/>
                <a:ea typeface="思源宋体 Heavy" panose="02020900000000000000" charset="-122"/>
              </a:endParaRPr>
            </a:p>
          </p:txBody>
        </p:sp>
        <p:sp>
          <p:nvSpPr>
            <p:cNvPr id="55" name="文本框 54"/>
            <p:cNvSpPr txBox="1"/>
            <p:nvPr/>
          </p:nvSpPr>
          <p:spPr>
            <a:xfrm>
              <a:off x="1375225" y="2520669"/>
              <a:ext cx="2006848" cy="406650"/>
            </a:xfrm>
            <a:prstGeom prst="rect">
              <a:avLst/>
            </a:prstGeom>
            <a:noFill/>
          </p:spPr>
          <p:txBody>
            <a:bodyPr wrap="square">
              <a:spAutoFit/>
            </a:bodyPr>
            <a:lstStyle/>
            <a:p>
              <a:pPr algn="just">
                <a:lnSpc>
                  <a:spcPct val="120000"/>
                </a:lnSpc>
              </a:pPr>
              <a:r>
                <a:rPr lang="zh-CN" altLang="en-US" b="1">
                  <a:solidFill>
                    <a:schemeClr val="tx1">
                      <a:lumMod val="75000"/>
                      <a:lumOff val="25000"/>
                    </a:schemeClr>
                  </a:solidFill>
                  <a:latin typeface="思源宋体 Heavy" panose="02020900000000000000" charset="-122"/>
                  <a:ea typeface="思源宋体 Heavy" panose="02020900000000000000" charset="-122"/>
                </a:rPr>
                <a:t>单击输入标题</a:t>
              </a:r>
              <a:endParaRPr lang="en-US" altLang="zh-CN" b="1">
                <a:solidFill>
                  <a:schemeClr val="tx1">
                    <a:lumMod val="75000"/>
                    <a:lumOff val="25000"/>
                  </a:schemeClr>
                </a:solidFill>
                <a:latin typeface="思源宋体 Heavy" panose="02020900000000000000" charset="-122"/>
                <a:ea typeface="思源宋体 Heavy" panose="02020900000000000000" charset="-122"/>
              </a:endParaRPr>
            </a:p>
          </p:txBody>
        </p:sp>
        <p:sp>
          <p:nvSpPr>
            <p:cNvPr id="56" name="文本框 55"/>
            <p:cNvSpPr txBox="1"/>
            <p:nvPr/>
          </p:nvSpPr>
          <p:spPr>
            <a:xfrm>
              <a:off x="1375225" y="2315200"/>
              <a:ext cx="2006848" cy="300082"/>
            </a:xfrm>
            <a:prstGeom prst="rect">
              <a:avLst/>
            </a:prstGeom>
            <a:noFill/>
          </p:spPr>
          <p:txBody>
            <a:bodyPr wrap="square">
              <a:spAutoFit/>
            </a:bodyPr>
            <a:lstStyle/>
            <a:p>
              <a:pPr algn="just">
                <a:lnSpc>
                  <a:spcPct val="120000"/>
                </a:lnSpc>
              </a:pPr>
              <a:r>
                <a:rPr lang="en-US" altLang="zh-CN" sz="1200">
                  <a:solidFill>
                    <a:schemeClr val="bg1">
                      <a:lumMod val="65000"/>
                    </a:schemeClr>
                  </a:solidFill>
                  <a:latin typeface="思源宋体 Heavy" panose="02020900000000000000" charset="-122"/>
                  <a:ea typeface="思源宋体 Heavy" panose="02020900000000000000" charset="-122"/>
                </a:rPr>
                <a:t>ENTER THE TITLE</a:t>
              </a:r>
              <a:endParaRPr lang="en-US" altLang="zh-CN" sz="1200">
                <a:solidFill>
                  <a:schemeClr val="bg1">
                    <a:lumMod val="65000"/>
                  </a:schemeClr>
                </a:solidFill>
                <a:latin typeface="思源宋体 Heavy" panose="02020900000000000000" charset="-122"/>
                <a:ea typeface="思源宋体 Heavy" panose="02020900000000000000" charset="-122"/>
              </a:endParaRPr>
            </a:p>
          </p:txBody>
        </p:sp>
        <p:sp>
          <p:nvSpPr>
            <p:cNvPr id="57" name="矩形: 圆角 56"/>
            <p:cNvSpPr/>
            <p:nvPr/>
          </p:nvSpPr>
          <p:spPr>
            <a:xfrm>
              <a:off x="1477525" y="3042630"/>
              <a:ext cx="540000" cy="45719"/>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193291" y="317173"/>
            <a:ext cx="5179768" cy="871755"/>
            <a:chOff x="193291" y="317173"/>
            <a:chExt cx="5179768" cy="871755"/>
          </a:xfrm>
        </p:grpSpPr>
        <p:sp>
          <p:nvSpPr>
            <p:cNvPr id="6" name="文本框 5"/>
            <p:cNvSpPr txBox="1"/>
            <p:nvPr/>
          </p:nvSpPr>
          <p:spPr>
            <a:xfrm>
              <a:off x="1059985" y="357880"/>
              <a:ext cx="4313074" cy="688073"/>
            </a:xfrm>
            <a:prstGeom prst="rect">
              <a:avLst/>
            </a:prstGeom>
            <a:noFill/>
          </p:spPr>
          <p:txBody>
            <a:bodyPr wrap="square" rtlCol="0">
              <a:spAutoFit/>
            </a:bodyPr>
            <a:lstStyle/>
            <a:p>
              <a:pPr lvl="0">
                <a:lnSpc>
                  <a:spcPct val="130000"/>
                </a:lnSpc>
                <a:defRPr/>
              </a:pPr>
              <a:r>
                <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rPr>
                <a:t>研究成果展示应用</a:t>
              </a:r>
              <a:endPar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endParaRPr>
            </a:p>
          </p:txBody>
        </p:sp>
        <p:pic>
          <p:nvPicPr>
            <p:cNvPr id="7" name="图片 6"/>
            <p:cNvPicPr>
              <a:picLocks noChangeAspect="1"/>
            </p:cNvPicPr>
            <p:nvPr/>
          </p:nvPicPr>
          <p:blipFill>
            <a:blip r:embed="rId1">
              <a:duotone>
                <a:schemeClr val="accent1">
                  <a:shade val="45000"/>
                  <a:satMod val="135000"/>
                </a:schemeClr>
                <a:prstClr val="white"/>
              </a:duotone>
              <a:extLst>
                <a:ext uri="{28A0092B-C50C-407E-A947-70E740481C1C}">
                  <a14:useLocalDpi xmlns:a14="http://schemas.microsoft.com/office/drawing/2010/main" val="0"/>
                </a:ext>
              </a:extLst>
            </a:blip>
            <a:srcRect l="24588" t="52000" r="15417" b="10555"/>
            <a:stretch>
              <a:fillRect/>
            </a:stretch>
          </p:blipFill>
          <p:spPr>
            <a:xfrm>
              <a:off x="193291" y="317173"/>
              <a:ext cx="931043" cy="871755"/>
            </a:xfrm>
            <a:prstGeom prst="rect">
              <a:avLst/>
            </a:prstGeom>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down)">
                                      <p:cBhvr>
                                        <p:cTn id="7" dur="500"/>
                                        <p:tgtEl>
                                          <p:spTgt spid="31"/>
                                        </p:tgtEl>
                                      </p:cBhvr>
                                    </p:animEffect>
                                  </p:childTnLst>
                                </p:cTn>
                              </p:par>
                              <p:par>
                                <p:cTn id="8" presetID="22" presetClass="entr" presetSubtype="4"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down)">
                                      <p:cBhvr>
                                        <p:cTn id="10" dur="500"/>
                                        <p:tgtEl>
                                          <p:spTgt spid="2"/>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500"/>
                                        <p:tgtEl>
                                          <p:spTgt spid="5"/>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down)">
                                      <p:cBhvr>
                                        <p:cTn id="25" dur="500"/>
                                        <p:tgtEl>
                                          <p:spTgt spid="12"/>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down)">
                                      <p:cBhvr>
                                        <p:cTn id="28" dur="500"/>
                                        <p:tgtEl>
                                          <p:spTgt spid="16"/>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down)">
                                      <p:cBhvr>
                                        <p:cTn id="31" dur="500"/>
                                        <p:tgtEl>
                                          <p:spTgt spid="17"/>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wipe(down)">
                                      <p:cBhvr>
                                        <p:cTn id="34" dur="500"/>
                                        <p:tgtEl>
                                          <p:spTgt spid="19"/>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down)">
                                      <p:cBhvr>
                                        <p:cTn id="37" dur="500"/>
                                        <p:tgtEl>
                                          <p:spTgt spid="23"/>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wipe(down)">
                                      <p:cBhvr>
                                        <p:cTn id="40" dur="500"/>
                                        <p:tgtEl>
                                          <p:spTgt spid="24"/>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down)">
                                      <p:cBhvr>
                                        <p:cTn id="43" dur="500"/>
                                        <p:tgtEl>
                                          <p:spTgt spid="26"/>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wipe(down)">
                                      <p:cBhvr>
                                        <p:cTn id="46" dur="500"/>
                                        <p:tgtEl>
                                          <p:spTgt spid="30"/>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wipe(down)">
                                      <p:cBhvr>
                                        <p:cTn id="49" dur="500"/>
                                        <p:tgtEl>
                                          <p:spTgt spid="33"/>
                                        </p:tgtEl>
                                      </p:cBhvr>
                                    </p:animEffect>
                                  </p:childTnLst>
                                </p:cTn>
                              </p:par>
                              <p:par>
                                <p:cTn id="50" presetID="22" presetClass="entr" presetSubtype="4" fill="hold"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wipe(down)">
                                      <p:cBhvr>
                                        <p:cTn id="52" dur="500"/>
                                        <p:tgtEl>
                                          <p:spTgt spid="34"/>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wipe(down)">
                                      <p:cBhvr>
                                        <p:cTn id="55" dur="500"/>
                                        <p:tgtEl>
                                          <p:spTgt spid="39"/>
                                        </p:tgtEl>
                                      </p:cBhvr>
                                    </p:animEffect>
                                  </p:childTnLst>
                                </p:cTn>
                              </p:par>
                              <p:par>
                                <p:cTn id="56" presetID="22" presetClass="entr" presetSubtype="4" fill="hold" nodeType="withEffect">
                                  <p:stCondLst>
                                    <p:cond delay="0"/>
                                  </p:stCondLst>
                                  <p:childTnLst>
                                    <p:set>
                                      <p:cBhvr>
                                        <p:cTn id="57" dur="1" fill="hold">
                                          <p:stCondLst>
                                            <p:cond delay="0"/>
                                          </p:stCondLst>
                                        </p:cTn>
                                        <p:tgtEl>
                                          <p:spTgt spid="40"/>
                                        </p:tgtEl>
                                        <p:attrNameLst>
                                          <p:attrName>style.visibility</p:attrName>
                                        </p:attrNameLst>
                                      </p:cBhvr>
                                      <p:to>
                                        <p:strVal val="visible"/>
                                      </p:to>
                                    </p:set>
                                    <p:animEffect transition="in" filter="wipe(down)">
                                      <p:cBhvr>
                                        <p:cTn id="58" dur="500"/>
                                        <p:tgtEl>
                                          <p:spTgt spid="40"/>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45"/>
                                        </p:tgtEl>
                                        <p:attrNameLst>
                                          <p:attrName>style.visibility</p:attrName>
                                        </p:attrNameLst>
                                      </p:cBhvr>
                                      <p:to>
                                        <p:strVal val="visible"/>
                                      </p:to>
                                    </p:set>
                                    <p:animEffect transition="in" filter="wipe(down)">
                                      <p:cBhvr>
                                        <p:cTn id="61" dur="500"/>
                                        <p:tgtEl>
                                          <p:spTgt spid="45"/>
                                        </p:tgtEl>
                                      </p:cBhvr>
                                    </p:animEffect>
                                  </p:childTnLst>
                                </p:cTn>
                              </p:par>
                              <p:par>
                                <p:cTn id="62" presetID="22" presetClass="entr" presetSubtype="4" fill="hold" nodeType="withEffect">
                                  <p:stCondLst>
                                    <p:cond delay="0"/>
                                  </p:stCondLst>
                                  <p:childTnLst>
                                    <p:set>
                                      <p:cBhvr>
                                        <p:cTn id="63" dur="1" fill="hold">
                                          <p:stCondLst>
                                            <p:cond delay="0"/>
                                          </p:stCondLst>
                                        </p:cTn>
                                        <p:tgtEl>
                                          <p:spTgt spid="46"/>
                                        </p:tgtEl>
                                        <p:attrNameLst>
                                          <p:attrName>style.visibility</p:attrName>
                                        </p:attrNameLst>
                                      </p:cBhvr>
                                      <p:to>
                                        <p:strVal val="visible"/>
                                      </p:to>
                                    </p:set>
                                    <p:animEffect transition="in" filter="wipe(down)">
                                      <p:cBhvr>
                                        <p:cTn id="64" dur="500"/>
                                        <p:tgtEl>
                                          <p:spTgt spid="46"/>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51"/>
                                        </p:tgtEl>
                                        <p:attrNameLst>
                                          <p:attrName>style.visibility</p:attrName>
                                        </p:attrNameLst>
                                      </p:cBhvr>
                                      <p:to>
                                        <p:strVal val="visible"/>
                                      </p:to>
                                    </p:set>
                                    <p:animEffect transition="in" filter="wipe(down)">
                                      <p:cBhvr>
                                        <p:cTn id="67" dur="500"/>
                                        <p:tgtEl>
                                          <p:spTgt spid="51"/>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52"/>
                                        </p:tgtEl>
                                        <p:attrNameLst>
                                          <p:attrName>style.visibility</p:attrName>
                                        </p:attrNameLst>
                                      </p:cBhvr>
                                      <p:to>
                                        <p:strVal val="visible"/>
                                      </p:to>
                                    </p:set>
                                    <p:animEffect transition="in" filter="wipe(down)">
                                      <p:cBhvr>
                                        <p:cTn id="70" dur="500"/>
                                        <p:tgtEl>
                                          <p:spTgt spid="52"/>
                                        </p:tgtEl>
                                      </p:cBhvr>
                                    </p:animEffect>
                                  </p:childTnLst>
                                </p:cTn>
                              </p:par>
                              <p:par>
                                <p:cTn id="71" presetID="22" presetClass="entr" presetSubtype="4" fill="hold" nodeType="withEffect">
                                  <p:stCondLst>
                                    <p:cond delay="0"/>
                                  </p:stCondLst>
                                  <p:childTnLst>
                                    <p:set>
                                      <p:cBhvr>
                                        <p:cTn id="72" dur="1" fill="hold">
                                          <p:stCondLst>
                                            <p:cond delay="0"/>
                                          </p:stCondLst>
                                        </p:cTn>
                                        <p:tgtEl>
                                          <p:spTgt spid="53"/>
                                        </p:tgtEl>
                                        <p:attrNameLst>
                                          <p:attrName>style.visibility</p:attrName>
                                        </p:attrNameLst>
                                      </p:cBhvr>
                                      <p:to>
                                        <p:strVal val="visible"/>
                                      </p:to>
                                    </p:set>
                                    <p:animEffect transition="in" filter="wipe(down)">
                                      <p:cBhvr>
                                        <p:cTn id="73"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 grpId="0" animBg="1"/>
      <p:bldP spid="5" grpId="0" animBg="1"/>
      <p:bldP spid="9" grpId="0" animBg="1"/>
      <p:bldP spid="10" grpId="0" animBg="1"/>
      <p:bldP spid="12" grpId="0" animBg="1"/>
      <p:bldP spid="16" grpId="0" animBg="1"/>
      <p:bldP spid="17" grpId="0" animBg="1"/>
      <p:bldP spid="19" grpId="0" animBg="1"/>
      <p:bldP spid="23" grpId="0" animBg="1"/>
      <p:bldP spid="24" grpId="0" animBg="1"/>
      <p:bldP spid="26" grpId="0" animBg="1"/>
      <p:bldP spid="30" grpId="0" animBg="1"/>
      <p:bldP spid="33" grpId="0" animBg="1"/>
      <p:bldP spid="39" grpId="0" animBg="1"/>
      <p:bldP spid="45" grpId="0" animBg="1"/>
      <p:bldP spid="51" grpId="0" animBg="1"/>
      <p:bldP spid="5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flipH="1">
            <a:off x="-1591964" y="-876586"/>
            <a:ext cx="14989699" cy="8732635"/>
            <a:chOff x="-1203344" y="-876586"/>
            <a:chExt cx="14989699" cy="8732635"/>
          </a:xfrm>
        </p:grpSpPr>
        <p:pic>
          <p:nvPicPr>
            <p:cNvPr id="9" name="图片 8"/>
            <p:cNvPicPr>
              <a:picLocks noChangeAspect="1"/>
            </p:cNvPicPr>
            <p:nvPr/>
          </p:nvPicPr>
          <p:blipFill>
            <a:blip r:embed="rId1">
              <a:duotone>
                <a:schemeClr val="accent6">
                  <a:shade val="45000"/>
                  <a:satMod val="135000"/>
                </a:schemeClr>
                <a:prstClr val="white"/>
              </a:duotone>
              <a:extLst>
                <a:ext uri="{28A0092B-C50C-407E-A947-70E740481C1C}">
                  <a14:useLocalDpi xmlns:a14="http://schemas.microsoft.com/office/drawing/2010/main" val="0"/>
                </a:ext>
              </a:extLst>
            </a:blip>
            <a:srcRect l="232" t="53976" r="3683"/>
            <a:stretch>
              <a:fillRect/>
            </a:stretch>
          </p:blipFill>
          <p:spPr>
            <a:xfrm rot="2199974">
              <a:off x="7196803" y="-876586"/>
              <a:ext cx="6589552" cy="3156346"/>
            </a:xfrm>
            <a:custGeom>
              <a:avLst/>
              <a:gdLst>
                <a:gd name="connsiteX0" fmla="*/ 0 w 6589552"/>
                <a:gd name="connsiteY0" fmla="*/ 3156346 h 3156346"/>
                <a:gd name="connsiteX1" fmla="*/ 4239776 w 6589552"/>
                <a:gd name="connsiteY1" fmla="*/ 0 h 3156346"/>
                <a:gd name="connsiteX2" fmla="*/ 6589552 w 6589552"/>
                <a:gd name="connsiteY2" fmla="*/ 3156346 h 3156346"/>
              </a:gdLst>
              <a:ahLst/>
              <a:cxnLst>
                <a:cxn ang="0">
                  <a:pos x="connsiteX0" y="connsiteY0"/>
                </a:cxn>
                <a:cxn ang="0">
                  <a:pos x="connsiteX1" y="connsiteY1"/>
                </a:cxn>
                <a:cxn ang="0">
                  <a:pos x="connsiteX2" y="connsiteY2"/>
                </a:cxn>
              </a:cxnLst>
              <a:rect l="l" t="t" r="r" b="b"/>
              <a:pathLst>
                <a:path w="6589552" h="3156346">
                  <a:moveTo>
                    <a:pt x="0" y="3156346"/>
                  </a:moveTo>
                  <a:lnTo>
                    <a:pt x="4239776" y="0"/>
                  </a:lnTo>
                  <a:lnTo>
                    <a:pt x="6589552" y="3156346"/>
                  </a:lnTo>
                  <a:close/>
                </a:path>
              </a:pathLst>
            </a:custGeom>
          </p:spPr>
        </p:pic>
        <p:pic>
          <p:nvPicPr>
            <p:cNvPr id="10" name="图片 9"/>
            <p:cNvPicPr>
              <a:picLocks noChangeAspect="1"/>
            </p:cNvPicPr>
            <p:nvPr/>
          </p:nvPicPr>
          <p:blipFill>
            <a:blip r:embed="rId1">
              <a:duotone>
                <a:schemeClr val="accent6">
                  <a:shade val="45000"/>
                  <a:satMod val="135000"/>
                </a:schemeClr>
                <a:prstClr val="white"/>
              </a:duotone>
              <a:extLst>
                <a:ext uri="{28A0092B-C50C-407E-A947-70E740481C1C}">
                  <a14:useLocalDpi xmlns:a14="http://schemas.microsoft.com/office/drawing/2010/main" val="0"/>
                </a:ext>
              </a:extLst>
            </a:blip>
            <a:srcRect l="54518" t="1392"/>
            <a:stretch>
              <a:fillRect/>
            </a:stretch>
          </p:blipFill>
          <p:spPr>
            <a:xfrm rot="17966596">
              <a:off x="618322" y="2915210"/>
              <a:ext cx="3119173" cy="6762505"/>
            </a:xfrm>
            <a:custGeom>
              <a:avLst/>
              <a:gdLst>
                <a:gd name="connsiteX0" fmla="*/ 3119173 w 3119173"/>
                <a:gd name="connsiteY0" fmla="*/ 0 h 6762505"/>
                <a:gd name="connsiteX1" fmla="*/ 3119173 w 3119173"/>
                <a:gd name="connsiteY1" fmla="*/ 6762505 h 6762505"/>
                <a:gd name="connsiteX2" fmla="*/ 2823369 w 3119173"/>
                <a:gd name="connsiteY2" fmla="*/ 6762505 h 6762505"/>
                <a:gd name="connsiteX3" fmla="*/ 0 w 3119173"/>
                <a:gd name="connsiteY3" fmla="*/ 1760668 h 6762505"/>
              </a:gdLst>
              <a:ahLst/>
              <a:cxnLst>
                <a:cxn ang="0">
                  <a:pos x="connsiteX0" y="connsiteY0"/>
                </a:cxn>
                <a:cxn ang="0">
                  <a:pos x="connsiteX1" y="connsiteY1"/>
                </a:cxn>
                <a:cxn ang="0">
                  <a:pos x="connsiteX2" y="connsiteY2"/>
                </a:cxn>
                <a:cxn ang="0">
                  <a:pos x="connsiteX3" y="connsiteY3"/>
                </a:cxn>
              </a:cxnLst>
              <a:rect l="l" t="t" r="r" b="b"/>
              <a:pathLst>
                <a:path w="3119173" h="6762505">
                  <a:moveTo>
                    <a:pt x="3119173" y="0"/>
                  </a:moveTo>
                  <a:lnTo>
                    <a:pt x="3119173" y="6762505"/>
                  </a:lnTo>
                  <a:lnTo>
                    <a:pt x="2823369" y="6762505"/>
                  </a:lnTo>
                  <a:lnTo>
                    <a:pt x="0" y="1760668"/>
                  </a:lnTo>
                  <a:close/>
                </a:path>
              </a:pathLst>
            </a:custGeom>
          </p:spPr>
        </p:pic>
      </p:grpSp>
      <p:sp>
        <p:nvSpPr>
          <p:cNvPr id="38" name="文本框 37"/>
          <p:cNvSpPr txBox="1"/>
          <p:nvPr/>
        </p:nvSpPr>
        <p:spPr>
          <a:xfrm>
            <a:off x="3544713" y="4434816"/>
            <a:ext cx="5102573" cy="451598"/>
          </a:xfrm>
          <a:prstGeom prst="rect">
            <a:avLst/>
          </a:prstGeom>
          <a:noFill/>
        </p:spPr>
        <p:txBody>
          <a:bodyPr wrap="square" rtlCol="0">
            <a:spAutoFit/>
            <a:scene3d>
              <a:camera prst="orthographicFront"/>
              <a:lightRig rig="threePt" dir="t"/>
            </a:scene3d>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en-US" altLang="zh-CN" sz="1000" b="0" i="0" u="none" strike="noStrike" kern="1200" cap="none" spc="0" normalizeH="0" noProof="0">
                <a:ln>
                  <a:noFill/>
                </a:ln>
                <a:solidFill>
                  <a:schemeClr val="tx1">
                    <a:lumMod val="50000"/>
                    <a:lumOff val="50000"/>
                  </a:schemeClr>
                </a:solidFill>
                <a:effectLst/>
                <a:uLnTx/>
                <a:uFillTx/>
                <a:latin typeface="思源宋体 Heavy" panose="02020900000000000000" charset="-122"/>
                <a:ea typeface="思源宋体 Heavy" panose="02020900000000000000" charset="-122"/>
                <a:sym typeface="Arial" panose="020B0604020202020204" pitchFamily="34" charset="0"/>
              </a:rPr>
              <a:t>The user can demonstrate on a projector or computer or print the it into a film to be used in a wider field</a:t>
            </a:r>
            <a:endParaRPr kumimoji="0" lang="en-US" altLang="zh-CN" sz="1000" b="0" i="0" u="none" strike="noStrike" kern="1200" cap="none" spc="0" normalizeH="0" noProof="0">
              <a:ln>
                <a:noFill/>
              </a:ln>
              <a:solidFill>
                <a:schemeClr val="tx1">
                  <a:lumMod val="50000"/>
                  <a:lumOff val="50000"/>
                </a:schemeClr>
              </a:solidFill>
              <a:effectLst/>
              <a:uLnTx/>
              <a:uFillTx/>
              <a:latin typeface="思源宋体 Heavy" panose="02020900000000000000" charset="-122"/>
              <a:ea typeface="思源宋体 Heavy" panose="02020900000000000000" charset="-122"/>
              <a:sym typeface="Arial" panose="020B0604020202020204" pitchFamily="34" charset="0"/>
            </a:endParaRPr>
          </a:p>
        </p:txBody>
      </p:sp>
      <p:sp>
        <p:nvSpPr>
          <p:cNvPr id="20" name="文本框 19"/>
          <p:cNvSpPr txBox="1"/>
          <p:nvPr/>
        </p:nvSpPr>
        <p:spPr>
          <a:xfrm>
            <a:off x="1887859" y="2273210"/>
            <a:ext cx="8416282" cy="1708319"/>
          </a:xfrm>
          <a:prstGeom prst="roundRect">
            <a:avLst>
              <a:gd name="adj" fmla="val 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lvl="1" algn="ctr"/>
            <a:r>
              <a:rPr lang="zh-CN" altLang="en-US" sz="7200" b="1">
                <a:solidFill>
                  <a:schemeClr val="tx1">
                    <a:lumMod val="75000"/>
                    <a:lumOff val="25000"/>
                  </a:schemeClr>
                </a:solidFill>
              </a:rPr>
              <a:t>论文总结及致谢</a:t>
            </a:r>
            <a:endParaRPr lang="zh-CN" altLang="en-US" sz="7200" b="1">
              <a:solidFill>
                <a:schemeClr val="tx1">
                  <a:lumMod val="75000"/>
                  <a:lumOff val="25000"/>
                </a:schemeClr>
              </a:solidFill>
            </a:endParaRPr>
          </a:p>
        </p:txBody>
      </p:sp>
      <p:sp>
        <p:nvSpPr>
          <p:cNvPr id="12" name="标题 1"/>
          <p:cNvSpPr txBox="1"/>
          <p:nvPr/>
        </p:nvSpPr>
        <p:spPr>
          <a:xfrm>
            <a:off x="3777218" y="1719362"/>
            <a:ext cx="4610260" cy="655160"/>
          </a:xfrm>
          <a:prstGeom prst="rect">
            <a:avLst/>
          </a:prstGeom>
          <a:ln>
            <a:noFill/>
          </a:ln>
        </p:spPr>
        <p:txBody>
          <a:bodyPr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200">
                <a:solidFill>
                  <a:schemeClr val="accent2"/>
                </a:solidFill>
                <a:latin typeface="思源宋体 Heavy" panose="02020900000000000000" charset="-122"/>
                <a:ea typeface="思源宋体 Heavy" panose="02020900000000000000" charset="-122"/>
                <a:cs typeface="思源宋体 Heavy" panose="02020900000000000000" charset="-122"/>
              </a:rPr>
              <a:t>—·PART 04·—</a:t>
            </a:r>
            <a:endParaRPr lang="zh-CN" altLang="en-US" sz="3200">
              <a:solidFill>
                <a:schemeClr val="accent2"/>
              </a:solidFill>
              <a:latin typeface="思源宋体 Heavy" panose="02020900000000000000" charset="-122"/>
              <a:ea typeface="思源宋体 Heavy" panose="02020900000000000000" charset="-122"/>
              <a:cs typeface="思源宋体 Heavy" panose="02020900000000000000" charset="-122"/>
            </a:endParaRPr>
          </a:p>
        </p:txBody>
      </p:sp>
      <p:sp>
        <p:nvSpPr>
          <p:cNvPr id="13" name="文本框 12"/>
          <p:cNvSpPr txBox="1"/>
          <p:nvPr/>
        </p:nvSpPr>
        <p:spPr>
          <a:xfrm>
            <a:off x="3575271" y="3856560"/>
            <a:ext cx="4995738" cy="369332"/>
          </a:xfrm>
          <a:prstGeom prst="rect">
            <a:avLst/>
          </a:prstGeom>
          <a:noFill/>
        </p:spPr>
        <p:txBody>
          <a:bodyPr wrap="square" rtlCol="0">
            <a:spAutoFit/>
          </a:bodyPr>
          <a:lstStyle/>
          <a:p>
            <a:pPr marL="0" lvl="1" algn="dist"/>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毕业论文</a:t>
            </a:r>
            <a:r>
              <a:rPr lang="en-US" altLang="zh-CN">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a:t>
            </a:r>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论文答辩</a:t>
            </a:r>
            <a:r>
              <a:rPr lang="en-US" altLang="zh-CN">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a:t>
            </a:r>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开题报告</a:t>
            </a:r>
            <a:r>
              <a:rPr lang="en-US" altLang="zh-CN">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a:t>
            </a:r>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论文答辩</a:t>
            </a:r>
            <a:endPar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endParaRPr>
          </a:p>
        </p:txBody>
      </p:sp>
      <p:sp>
        <p:nvSpPr>
          <p:cNvPr id="2" name="标题 1"/>
          <p:cNvSpPr txBox="1"/>
          <p:nvPr/>
        </p:nvSpPr>
        <p:spPr>
          <a:xfrm>
            <a:off x="9896620" y="515541"/>
            <a:ext cx="1794795" cy="655160"/>
          </a:xfrm>
          <a:prstGeom prst="rect">
            <a:avLst/>
          </a:prstGeom>
          <a:ln>
            <a:noFill/>
          </a:ln>
        </p:spPr>
        <p:txBody>
          <a:bodyPr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altLang="zh-CN" sz="2400">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唐峰</a:t>
            </a:r>
            <a:endParaRPr lang="zh-CN" altLang="en-US" sz="2400">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endParaRPr>
          </a:p>
        </p:txBody>
      </p:sp>
      <p:grpSp>
        <p:nvGrpSpPr>
          <p:cNvPr id="6" name="组合 5"/>
          <p:cNvGrpSpPr/>
          <p:nvPr/>
        </p:nvGrpSpPr>
        <p:grpSpPr>
          <a:xfrm>
            <a:off x="660400" y="6039102"/>
            <a:ext cx="719095" cy="109495"/>
            <a:chOff x="9120272" y="6464300"/>
            <a:chExt cx="719095" cy="109495"/>
          </a:xfrm>
          <a:solidFill>
            <a:schemeClr val="accent1"/>
          </a:solidFill>
        </p:grpSpPr>
        <p:sp>
          <p:nvSpPr>
            <p:cNvPr id="14" name="椭圆 13"/>
            <p:cNvSpPr/>
            <p:nvPr/>
          </p:nvSpPr>
          <p:spPr>
            <a:xfrm>
              <a:off x="9120272" y="6464300"/>
              <a:ext cx="109495" cy="1094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p:nvSpPr>
          <p:spPr>
            <a:xfrm>
              <a:off x="9425072" y="6464300"/>
              <a:ext cx="109495" cy="1094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p:nvSpPr>
          <p:spPr>
            <a:xfrm>
              <a:off x="9729872" y="6464300"/>
              <a:ext cx="109495" cy="1094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mc:AlternateContent xmlns:mc="http://schemas.openxmlformats.org/markup-compatibility/2006">
    <mc:Choice xmlns:p14="http://schemas.microsoft.com/office/powerpoint/2010/main" Requires="p14">
      <p:transition spd="med" p14:dur="530">
        <p14:prism isInverted="1"/>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 to="" calcmode="lin" valueType="num">
                                      <p:cBhvr>
                                        <p:cTn id="7" dur="500" fill="hold">
                                          <p:stCondLst>
                                            <p:cond delay="0"/>
                                          </p:stCondLst>
                                        </p:cTn>
                                        <p:tgtEl>
                                          <p:spTgt spid="38"/>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8" dur="500" fill="hold">
                                          <p:stCondLst>
                                            <p:cond delay="0"/>
                                          </p:stCondLst>
                                        </p:cTn>
                                        <p:tgtEl>
                                          <p:spTgt spid="38"/>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9" dur="500" fill="hold">
                                          <p:stCondLst>
                                            <p:cond delay="0"/>
                                          </p:stCondLst>
                                        </p:cTn>
                                        <p:tgtEl>
                                          <p:spTgt spid="38"/>
                                        </p:tgtEl>
                                        <p:attrNameLst>
                                          <p:attrName>style.opacity</p:attrName>
                                        </p:attrNameLst>
                                      </p:cBhvr>
                                      <p:tavLst>
                                        <p:tav tm="0">
                                          <p:val>
                                            <p:fltVal val="0"/>
                                          </p:val>
                                        </p:tav>
                                        <p:tav tm="100000">
                                          <p:val>
                                            <p:fltVal val="1"/>
                                          </p:val>
                                        </p:tav>
                                      </p:tavLst>
                                    </p:anim>
                                  </p:childTnLst>
                                </p:cTn>
                              </p:par>
                              <p:par>
                                <p:cTn id="10" presetID="23" presetClass="entr" presetSubtype="288"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strVal val="4/3*#ppt_w"/>
                                          </p:val>
                                        </p:tav>
                                        <p:tav tm="100000">
                                          <p:val>
                                            <p:strVal val="#ppt_w"/>
                                          </p:val>
                                        </p:tav>
                                      </p:tavLst>
                                    </p:anim>
                                    <p:anim calcmode="lin" valueType="num">
                                      <p:cBhvr>
                                        <p:cTn id="13" dur="500" fill="hold"/>
                                        <p:tgtEl>
                                          <p:spTgt spid="20"/>
                                        </p:tgtEl>
                                        <p:attrNameLst>
                                          <p:attrName>ppt_h</p:attrName>
                                        </p:attrNameLst>
                                      </p:cBhvr>
                                      <p:tavLst>
                                        <p:tav tm="0">
                                          <p:val>
                                            <p:strVal val="4/3*#ppt_h"/>
                                          </p:val>
                                        </p:tav>
                                        <p:tav tm="100000">
                                          <p:val>
                                            <p:strVal val="#ppt_h"/>
                                          </p:val>
                                        </p:tav>
                                      </p:tavLst>
                                    </p:anim>
                                  </p:childTnLst>
                                </p:cTn>
                              </p:par>
                              <p:par>
                                <p:cTn id="14" presetID="23" presetClass="entr" presetSubtype="16"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 to="" calcmode="lin" valueType="num">
                                      <p:cBhvr>
                                        <p:cTn id="16" dur="400" accel="50000" fill="hold">
                                          <p:stCondLst>
                                            <p:cond delay="0"/>
                                          </p:stCondLst>
                                        </p:cTn>
                                        <p:tgtEl>
                                          <p:spTgt spid="12"/>
                                        </p:tgtEl>
                                        <p:attrNameLst>
                                          <p:attrName>ppt_w</p:attrName>
                                        </p:attrNameLst>
                                      </p:cBhvr>
                                      <p:tavLst>
                                        <p:tav tm="0">
                                          <p:val>
                                            <p:fltVal val="0"/>
                                          </p:val>
                                        </p:tav>
                                        <p:tav tm="100000">
                                          <p:val>
                                            <p:strVal val="#ppt_w"/>
                                          </p:val>
                                        </p:tav>
                                      </p:tavLst>
                                    </p:anim>
                                    <p:anim to="" calcmode="lin" valueType="num">
                                      <p:cBhvr>
                                        <p:cTn id="17" dur="400" accel="50000" fill="hold">
                                          <p:stCondLst>
                                            <p:cond delay="0"/>
                                          </p:stCondLst>
                                        </p:cTn>
                                        <p:tgtEl>
                                          <p:spTgt spid="12"/>
                                        </p:tgtEl>
                                        <p:attrNameLst>
                                          <p:attrName>ppt_h</p:attrName>
                                        </p:attrNameLst>
                                      </p:cBhvr>
                                      <p:tavLst>
                                        <p:tav tm="0">
                                          <p:val>
                                            <p:fltVal val="0"/>
                                          </p:val>
                                        </p:tav>
                                        <p:tav tm="100000">
                                          <p:val>
                                            <p:strVal val="#ppt_h"/>
                                          </p:val>
                                        </p:tav>
                                      </p:tavLst>
                                    </p:anim>
                                    <p:anim to="" calcmode="lin" valueType="num">
                                      <p:cBhvr>
                                        <p:cTn id="18" dur="100" autoRev="1" fill="hold">
                                          <p:stCondLst>
                                            <p:cond delay="400"/>
                                          </p:stCondLst>
                                        </p:cTn>
                                        <p:tgtEl>
                                          <p:spTgt spid="12"/>
                                        </p:tgtEl>
                                        <p:attrNameLst>
                                          <p:attrName>ppt_w</p:attrName>
                                        </p:attrNameLst>
                                      </p:cBhvr>
                                      <p:tavLst>
                                        <p:tav tm="0">
                                          <p:val>
                                            <p:strVal val="#ppt_w"/>
                                          </p:val>
                                        </p:tav>
                                        <p:tav tm="100000">
                                          <p:val>
                                            <p:strVal val="#ppt_w*1.4"/>
                                          </p:val>
                                        </p:tav>
                                      </p:tavLst>
                                    </p:anim>
                                    <p:anim to="" calcmode="lin" valueType="num">
                                      <p:cBhvr>
                                        <p:cTn id="19" dur="100" autoRev="1" fill="hold">
                                          <p:stCondLst>
                                            <p:cond delay="400"/>
                                          </p:stCondLst>
                                        </p:cTn>
                                        <p:tgtEl>
                                          <p:spTgt spid="12"/>
                                        </p:tgtEl>
                                        <p:attrNameLst>
                                          <p:attrName>ppt_h</p:attrName>
                                        </p:attrNameLst>
                                      </p:cBhvr>
                                      <p:tavLst>
                                        <p:tav tm="0">
                                          <p:val>
                                            <p:strVal val="#ppt_h"/>
                                          </p:val>
                                        </p:tav>
                                        <p:tav tm="100000">
                                          <p:val>
                                            <p:strVal val="#ppt_h*1.4"/>
                                          </p:val>
                                        </p:tav>
                                      </p:tavLst>
                                    </p:anim>
                                  </p:childTnLst>
                                </p:cTn>
                              </p:par>
                              <p:par>
                                <p:cTn id="20" presetID="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 to="" calcmode="lin" valueType="num">
                                      <p:cBhvr>
                                        <p:cTn id="22" dur="500" fill="hold">
                                          <p:stCondLst>
                                            <p:cond delay="0"/>
                                          </p:stCondLst>
                                        </p:cTn>
                                        <p:tgtEl>
                                          <p:spTgt spid="13"/>
                                        </p:tgtEl>
                                        <p:attrNameLst>
                                          <p:attrName>ppt_x</p:attrName>
                                        </p:attrNameLst>
                                      </p:cBhvr>
                                      <p:tavLst>
                                        <p:tav tm="0" fmla="((floor(#ppt_x-0.5)+ceil(#ppt_x-0.5))*0.5+0.5)+(#ppt_x- ((floor(#ppt_x-0.5)+ceil(#ppt_x-0.5))*0.5+0.5))*$">
                                          <p:val>
                                            <p:fltVal val="0"/>
                                          </p:val>
                                        </p:tav>
                                        <p:tav tm="100000">
                                          <p:val>
                                            <p:fltVal val="1"/>
                                          </p:val>
                                        </p:tav>
                                      </p:tavLst>
                                    </p:anim>
                                    <p:anim to="" calcmode="lin" valueType="num">
                                      <p:cBhvr>
                                        <p:cTn id="23" dur="500" fill="hold">
                                          <p:stCondLst>
                                            <p:cond delay="0"/>
                                          </p:stCondLst>
                                        </p:cTn>
                                        <p:tgtEl>
                                          <p:spTgt spid="13"/>
                                        </p:tgtEl>
                                        <p:attrNameLst>
                                          <p:attrName>ppt_y</p:attrName>
                                        </p:attrNameLst>
                                      </p:cBhvr>
                                      <p:tavLst>
                                        <p:tav tm="0" fmla="((floor(#ppt_y-0.5)+ceil(#ppt_y-0.5))*0.5+0.5)+(#ppt_y- ((floor(#ppt_y-0.5)+ceil(#ppt_y-0.5))*0.5+0.5))*$">
                                          <p:val>
                                            <p:fltVal val="0"/>
                                          </p:val>
                                        </p:tav>
                                        <p:tav tm="100000">
                                          <p:val>
                                            <p:fltVal val="1"/>
                                          </p:val>
                                        </p:tav>
                                      </p:tavLst>
                                    </p:anim>
                                  </p:childTnLst>
                                </p:cTn>
                              </p:par>
                              <p:par>
                                <p:cTn id="24" presetID="23" presetClass="entr" presetSubtype="16"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 to="" calcmode="lin" valueType="num">
                                      <p:cBhvr>
                                        <p:cTn id="26" dur="400" accel="50000" fill="hold">
                                          <p:stCondLst>
                                            <p:cond delay="0"/>
                                          </p:stCondLst>
                                        </p:cTn>
                                        <p:tgtEl>
                                          <p:spTgt spid="2"/>
                                        </p:tgtEl>
                                        <p:attrNameLst>
                                          <p:attrName>ppt_w</p:attrName>
                                        </p:attrNameLst>
                                      </p:cBhvr>
                                      <p:tavLst>
                                        <p:tav tm="0">
                                          <p:val>
                                            <p:fltVal val="0"/>
                                          </p:val>
                                        </p:tav>
                                        <p:tav tm="100000">
                                          <p:val>
                                            <p:strVal val="#ppt_w"/>
                                          </p:val>
                                        </p:tav>
                                      </p:tavLst>
                                    </p:anim>
                                    <p:anim to="" calcmode="lin" valueType="num">
                                      <p:cBhvr>
                                        <p:cTn id="27" dur="400" accel="50000" fill="hold">
                                          <p:stCondLst>
                                            <p:cond delay="0"/>
                                          </p:stCondLst>
                                        </p:cTn>
                                        <p:tgtEl>
                                          <p:spTgt spid="2"/>
                                        </p:tgtEl>
                                        <p:attrNameLst>
                                          <p:attrName>ppt_h</p:attrName>
                                        </p:attrNameLst>
                                      </p:cBhvr>
                                      <p:tavLst>
                                        <p:tav tm="0">
                                          <p:val>
                                            <p:fltVal val="0"/>
                                          </p:val>
                                        </p:tav>
                                        <p:tav tm="100000">
                                          <p:val>
                                            <p:strVal val="#ppt_h"/>
                                          </p:val>
                                        </p:tav>
                                      </p:tavLst>
                                    </p:anim>
                                    <p:anim to="" calcmode="lin" valueType="num">
                                      <p:cBhvr>
                                        <p:cTn id="28" dur="100" autoRev="1" fill="hold">
                                          <p:stCondLst>
                                            <p:cond delay="400"/>
                                          </p:stCondLst>
                                        </p:cTn>
                                        <p:tgtEl>
                                          <p:spTgt spid="2"/>
                                        </p:tgtEl>
                                        <p:attrNameLst>
                                          <p:attrName>ppt_w</p:attrName>
                                        </p:attrNameLst>
                                      </p:cBhvr>
                                      <p:tavLst>
                                        <p:tav tm="0">
                                          <p:val>
                                            <p:strVal val="#ppt_w"/>
                                          </p:val>
                                        </p:tav>
                                        <p:tav tm="100000">
                                          <p:val>
                                            <p:strVal val="#ppt_w*1.4"/>
                                          </p:val>
                                        </p:tav>
                                      </p:tavLst>
                                    </p:anim>
                                    <p:anim to="" calcmode="lin" valueType="num">
                                      <p:cBhvr>
                                        <p:cTn id="29" dur="100" autoRev="1" fill="hold">
                                          <p:stCondLst>
                                            <p:cond delay="400"/>
                                          </p:stCondLst>
                                        </p:cTn>
                                        <p:tgtEl>
                                          <p:spTgt spid="2"/>
                                        </p:tgtEl>
                                        <p:attrNameLst>
                                          <p:attrName>ppt_h</p:attrName>
                                        </p:attrNameLst>
                                      </p:cBhvr>
                                      <p:tavLst>
                                        <p:tav tm="0">
                                          <p:val>
                                            <p:strVal val="#ppt_h"/>
                                          </p:val>
                                        </p:tav>
                                        <p:tav tm="100000">
                                          <p:val>
                                            <p:strVal val="#ppt_h*1.4"/>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20" grpId="0"/>
      <p:bldP spid="12" grpId="0"/>
      <p:bldP spid="13" grpId="0"/>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430869" y="2342217"/>
            <a:ext cx="1234952" cy="3166131"/>
            <a:chOff x="5380630" y="1671155"/>
            <a:chExt cx="1430740" cy="3668090"/>
          </a:xfrm>
        </p:grpSpPr>
        <p:grpSp>
          <p:nvGrpSpPr>
            <p:cNvPr id="4" name="组合 3"/>
            <p:cNvGrpSpPr/>
            <p:nvPr/>
          </p:nvGrpSpPr>
          <p:grpSpPr>
            <a:xfrm>
              <a:off x="5380630" y="1671155"/>
              <a:ext cx="1430740" cy="1321130"/>
              <a:chOff x="2088852" y="2257934"/>
              <a:chExt cx="1430740" cy="1321130"/>
            </a:xfrm>
          </p:grpSpPr>
          <p:sp>
            <p:nvSpPr>
              <p:cNvPr id="9" name="弧形 8"/>
              <p:cNvSpPr/>
              <p:nvPr/>
            </p:nvSpPr>
            <p:spPr>
              <a:xfrm>
                <a:off x="2144310" y="2257934"/>
                <a:ext cx="1321130" cy="1321130"/>
              </a:xfrm>
              <a:prstGeom prst="arc">
                <a:avLst>
                  <a:gd name="adj1" fmla="val 10872636"/>
                  <a:gd name="adj2" fmla="val 0"/>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705">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0" name="椭圆 9"/>
              <p:cNvSpPr/>
              <p:nvPr/>
            </p:nvSpPr>
            <p:spPr>
              <a:xfrm>
                <a:off x="2088852" y="2863041"/>
                <a:ext cx="110915" cy="11091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endParaRPr lang="zh-CN" altLang="en-US" sz="200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1" name="椭圆 10"/>
              <p:cNvSpPr/>
              <p:nvPr/>
            </p:nvSpPr>
            <p:spPr>
              <a:xfrm>
                <a:off x="3408677" y="2863041"/>
                <a:ext cx="110915" cy="11091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endParaRPr lang="zh-CN" altLang="en-US" sz="2000">
                  <a:latin typeface="思源宋体 Heavy" panose="02020900000000000000" charset="-122"/>
                  <a:ea typeface="思源宋体 Heavy" panose="02020900000000000000" charset="-122"/>
                  <a:cs typeface="Aa楷体" panose="02000500000000000000" pitchFamily="2" charset="-122"/>
                  <a:sym typeface="+mn-lt"/>
                </a:endParaRPr>
              </a:p>
            </p:txBody>
          </p:sp>
        </p:grpSp>
        <p:grpSp>
          <p:nvGrpSpPr>
            <p:cNvPr id="5" name="组合 4"/>
            <p:cNvGrpSpPr/>
            <p:nvPr/>
          </p:nvGrpSpPr>
          <p:grpSpPr>
            <a:xfrm flipV="1">
              <a:off x="5380630" y="4018115"/>
              <a:ext cx="1430740" cy="1321130"/>
              <a:chOff x="2088852" y="2257934"/>
              <a:chExt cx="1430740" cy="1321130"/>
            </a:xfrm>
          </p:grpSpPr>
          <p:sp>
            <p:nvSpPr>
              <p:cNvPr id="6" name="弧形 5"/>
              <p:cNvSpPr/>
              <p:nvPr/>
            </p:nvSpPr>
            <p:spPr>
              <a:xfrm>
                <a:off x="2144310" y="2257934"/>
                <a:ext cx="1321130" cy="1321130"/>
              </a:xfrm>
              <a:prstGeom prst="arc">
                <a:avLst>
                  <a:gd name="adj1" fmla="val 10872636"/>
                  <a:gd name="adj2" fmla="val 0"/>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705">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7" name="椭圆 6"/>
              <p:cNvSpPr/>
              <p:nvPr/>
            </p:nvSpPr>
            <p:spPr>
              <a:xfrm>
                <a:off x="2088852" y="2863041"/>
                <a:ext cx="110915" cy="11091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endParaRPr lang="zh-CN" altLang="en-US" sz="200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8" name="椭圆 7"/>
              <p:cNvSpPr/>
              <p:nvPr/>
            </p:nvSpPr>
            <p:spPr>
              <a:xfrm>
                <a:off x="3408677" y="2863041"/>
                <a:ext cx="110915" cy="11091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endParaRPr lang="zh-CN" altLang="en-US" sz="2000">
                  <a:latin typeface="思源宋体 Heavy" panose="02020900000000000000" charset="-122"/>
                  <a:ea typeface="思源宋体 Heavy" panose="02020900000000000000" charset="-122"/>
                  <a:cs typeface="Aa楷体" panose="02000500000000000000" pitchFamily="2" charset="-122"/>
                  <a:sym typeface="+mn-lt"/>
                </a:endParaRPr>
              </a:p>
            </p:txBody>
          </p:sp>
        </p:grpSp>
      </p:grpSp>
      <p:grpSp>
        <p:nvGrpSpPr>
          <p:cNvPr id="12" name="组合 11"/>
          <p:cNvGrpSpPr/>
          <p:nvPr/>
        </p:nvGrpSpPr>
        <p:grpSpPr>
          <a:xfrm rot="16200000">
            <a:off x="5430869" y="2342218"/>
            <a:ext cx="1234952" cy="3166131"/>
            <a:chOff x="5380630" y="1671155"/>
            <a:chExt cx="1430740" cy="3668090"/>
          </a:xfrm>
        </p:grpSpPr>
        <p:grpSp>
          <p:nvGrpSpPr>
            <p:cNvPr id="13" name="组合 12"/>
            <p:cNvGrpSpPr/>
            <p:nvPr/>
          </p:nvGrpSpPr>
          <p:grpSpPr>
            <a:xfrm>
              <a:off x="5380630" y="1671155"/>
              <a:ext cx="1430740" cy="1321130"/>
              <a:chOff x="2088852" y="2257934"/>
              <a:chExt cx="1430740" cy="1321130"/>
            </a:xfrm>
          </p:grpSpPr>
          <p:sp>
            <p:nvSpPr>
              <p:cNvPr id="18" name="弧形 17"/>
              <p:cNvSpPr/>
              <p:nvPr/>
            </p:nvSpPr>
            <p:spPr>
              <a:xfrm>
                <a:off x="2144310" y="2257934"/>
                <a:ext cx="1321130" cy="1321130"/>
              </a:xfrm>
              <a:prstGeom prst="arc">
                <a:avLst>
                  <a:gd name="adj1" fmla="val 10872636"/>
                  <a:gd name="adj2" fmla="val 0"/>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705">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9" name="椭圆 18"/>
              <p:cNvSpPr/>
              <p:nvPr/>
            </p:nvSpPr>
            <p:spPr>
              <a:xfrm>
                <a:off x="2088852" y="2863041"/>
                <a:ext cx="110915" cy="11091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endParaRPr lang="zh-CN" altLang="en-US" sz="200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0" name="椭圆 19"/>
              <p:cNvSpPr/>
              <p:nvPr/>
            </p:nvSpPr>
            <p:spPr>
              <a:xfrm>
                <a:off x="3408677" y="2863041"/>
                <a:ext cx="110915" cy="11091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endParaRPr lang="zh-CN" altLang="en-US" sz="2000">
                  <a:latin typeface="思源宋体 Heavy" panose="02020900000000000000" charset="-122"/>
                  <a:ea typeface="思源宋体 Heavy" panose="02020900000000000000" charset="-122"/>
                  <a:cs typeface="Aa楷体" panose="02000500000000000000" pitchFamily="2" charset="-122"/>
                  <a:sym typeface="+mn-lt"/>
                </a:endParaRPr>
              </a:p>
            </p:txBody>
          </p:sp>
        </p:grpSp>
        <p:grpSp>
          <p:nvGrpSpPr>
            <p:cNvPr id="14" name="组合 13"/>
            <p:cNvGrpSpPr/>
            <p:nvPr/>
          </p:nvGrpSpPr>
          <p:grpSpPr>
            <a:xfrm flipV="1">
              <a:off x="5380630" y="4018115"/>
              <a:ext cx="1430740" cy="1321130"/>
              <a:chOff x="2088852" y="2257934"/>
              <a:chExt cx="1430740" cy="1321130"/>
            </a:xfrm>
          </p:grpSpPr>
          <p:sp>
            <p:nvSpPr>
              <p:cNvPr id="15" name="弧形 14"/>
              <p:cNvSpPr/>
              <p:nvPr/>
            </p:nvSpPr>
            <p:spPr>
              <a:xfrm>
                <a:off x="2144310" y="2257934"/>
                <a:ext cx="1321130" cy="1321130"/>
              </a:xfrm>
              <a:prstGeom prst="arc">
                <a:avLst>
                  <a:gd name="adj1" fmla="val 10872636"/>
                  <a:gd name="adj2" fmla="val 0"/>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705">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6" name="椭圆 15"/>
              <p:cNvSpPr/>
              <p:nvPr/>
            </p:nvSpPr>
            <p:spPr>
              <a:xfrm>
                <a:off x="2088852" y="2863041"/>
                <a:ext cx="110915" cy="11091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endParaRPr lang="zh-CN" altLang="en-US" sz="200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7" name="椭圆 16"/>
              <p:cNvSpPr/>
              <p:nvPr/>
            </p:nvSpPr>
            <p:spPr>
              <a:xfrm>
                <a:off x="3408677" y="2863041"/>
                <a:ext cx="110915" cy="11091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endParaRPr lang="zh-CN" altLang="en-US" sz="2000">
                  <a:latin typeface="思源宋体 Heavy" panose="02020900000000000000" charset="-122"/>
                  <a:ea typeface="思源宋体 Heavy" panose="02020900000000000000" charset="-122"/>
                  <a:cs typeface="Aa楷体" panose="02000500000000000000" pitchFamily="2" charset="-122"/>
                  <a:sym typeface="+mn-lt"/>
                </a:endParaRPr>
              </a:p>
            </p:txBody>
          </p:sp>
        </p:grpSp>
      </p:grpSp>
      <p:sp>
        <p:nvSpPr>
          <p:cNvPr id="21" name="椭圆 20"/>
          <p:cNvSpPr/>
          <p:nvPr/>
        </p:nvSpPr>
        <p:spPr>
          <a:xfrm flipH="1">
            <a:off x="5311694" y="3188633"/>
            <a:ext cx="1473301" cy="1473302"/>
          </a:xfrm>
          <a:prstGeom prst="ellipse">
            <a:avLst/>
          </a:prstGeom>
          <a:solidFill>
            <a:schemeClr val="accent2">
              <a:lumMod val="60000"/>
              <a:lumOff val="40000"/>
            </a:schemeClr>
          </a:solidFill>
          <a:ln w="12700" cap="flat" cmpd="sng" algn="ctr">
            <a:noFill/>
            <a:prstDash val="solid"/>
            <a:miter lim="800000"/>
          </a:ln>
          <a:effectLst>
            <a:outerShdw blurRad="254000" dist="101600" dir="2700000" algn="tl" rotWithShape="0">
              <a:schemeClr val="dk1">
                <a:lumMod val="10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a:solidFill>
                  <a:prstClr val="white"/>
                </a:solidFill>
                <a:latin typeface="思源宋体 Heavy" panose="02020900000000000000" charset="-122"/>
                <a:ea typeface="思源宋体 Heavy" panose="02020900000000000000" charset="-122"/>
                <a:cs typeface="Aa楷体" panose="02000500000000000000" pitchFamily="2" charset="-122"/>
                <a:sym typeface="+mn-lt"/>
              </a:rPr>
              <a:t>添加标题</a:t>
            </a:r>
            <a:endParaRPr lang="zh-CN" altLang="en-US" sz="2800" b="1">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2" name="矩形: 圆角 12"/>
          <p:cNvSpPr/>
          <p:nvPr/>
        </p:nvSpPr>
        <p:spPr>
          <a:xfrm>
            <a:off x="943617" y="2105578"/>
            <a:ext cx="3332471" cy="1527887"/>
          </a:xfrm>
          <a:prstGeom prst="roundRect">
            <a:avLst>
              <a:gd name="adj" fmla="val 10353"/>
            </a:avLst>
          </a:prstGeom>
          <a:noFill/>
          <a:ln w="12700" cap="flat" cmpd="sng" algn="ctr">
            <a:solidFill>
              <a:schemeClr val="accent1"/>
            </a:solidFill>
            <a:prstDash val="solid"/>
            <a:miter lim="800000"/>
          </a:ln>
          <a:effectLst>
            <a:outerShdw blurRad="254000" dist="101600" dir="2700000" algn="tl" rotWithShape="0">
              <a:schemeClr val="dk1">
                <a:lumMod val="10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grpSp>
        <p:nvGrpSpPr>
          <p:cNvPr id="24" name="组合 23"/>
          <p:cNvGrpSpPr/>
          <p:nvPr/>
        </p:nvGrpSpPr>
        <p:grpSpPr>
          <a:xfrm>
            <a:off x="2102926" y="2371284"/>
            <a:ext cx="2135558" cy="899414"/>
            <a:chOff x="1779985" y="1628627"/>
            <a:chExt cx="2474128" cy="1042007"/>
          </a:xfrm>
          <a:noFill/>
        </p:grpSpPr>
        <p:sp>
          <p:nvSpPr>
            <p:cNvPr id="25" name="文本框 24"/>
            <p:cNvSpPr txBox="1"/>
            <p:nvPr/>
          </p:nvSpPr>
          <p:spPr>
            <a:xfrm>
              <a:off x="1779985" y="2085827"/>
              <a:ext cx="2474128" cy="704846"/>
            </a:xfrm>
            <a:prstGeom prst="rect">
              <a:avLst/>
            </a:prstGeom>
            <a:grp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600" b="1">
                  <a:solidFill>
                    <a:prstClr val="white"/>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1200" b="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建议您使用文档源文件中的原字体，效果会更好。</a:t>
              </a:r>
              <a:endParaRPr lang="zh-CN" altLang="en-US" sz="1200" b="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6" name="文本框 25"/>
            <p:cNvSpPr txBox="1"/>
            <p:nvPr/>
          </p:nvSpPr>
          <p:spPr>
            <a:xfrm>
              <a:off x="1779985" y="1628627"/>
              <a:ext cx="2474128" cy="506128"/>
            </a:xfrm>
            <a:prstGeom prst="rect">
              <a:avLst/>
            </a:prstGeom>
            <a:grp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600" b="1">
                  <a:solidFill>
                    <a:prstClr val="white"/>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1800">
                  <a:solidFill>
                    <a:schemeClr val="tx1">
                      <a:lumMod val="75000"/>
                      <a:lumOff val="25000"/>
                    </a:schemeClr>
                  </a:solidFill>
                  <a:latin typeface="思源宋体 Heavy" panose="02020900000000000000" charset="-122"/>
                  <a:ea typeface="思源宋体 Heavy" panose="02020900000000000000" charset="-122"/>
                  <a:cs typeface="Aa楷体" panose="02000500000000000000" pitchFamily="2" charset="-122"/>
                  <a:sym typeface="+mn-lt"/>
                </a:rPr>
                <a:t>添加标题</a:t>
              </a:r>
              <a:endParaRPr lang="zh-CN" altLang="en-US" sz="1800">
                <a:solidFill>
                  <a:schemeClr val="tx1">
                    <a:lumMod val="75000"/>
                    <a:lumOff val="25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grpSp>
      <p:sp>
        <p:nvSpPr>
          <p:cNvPr id="27" name="矩形: 圆角 50"/>
          <p:cNvSpPr/>
          <p:nvPr/>
        </p:nvSpPr>
        <p:spPr>
          <a:xfrm>
            <a:off x="943617" y="4341842"/>
            <a:ext cx="3332471" cy="1527887"/>
          </a:xfrm>
          <a:prstGeom prst="roundRect">
            <a:avLst>
              <a:gd name="adj" fmla="val 10353"/>
            </a:avLst>
          </a:prstGeom>
          <a:noFill/>
          <a:ln w="12700" cap="flat" cmpd="sng" algn="ctr">
            <a:solidFill>
              <a:schemeClr val="accent2"/>
            </a:solidFill>
            <a:prstDash val="solid"/>
            <a:miter lim="800000"/>
          </a:ln>
          <a:effectLst>
            <a:outerShdw blurRad="254000" dist="101600" dir="2700000" algn="tl" rotWithShape="0">
              <a:schemeClr val="dk1">
                <a:lumMod val="10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grpSp>
        <p:nvGrpSpPr>
          <p:cNvPr id="29" name="组合 28"/>
          <p:cNvGrpSpPr/>
          <p:nvPr/>
        </p:nvGrpSpPr>
        <p:grpSpPr>
          <a:xfrm>
            <a:off x="2102926" y="4607545"/>
            <a:ext cx="2135558" cy="1015061"/>
            <a:chOff x="1779985" y="1628627"/>
            <a:chExt cx="2474128" cy="1175987"/>
          </a:xfrm>
        </p:grpSpPr>
        <p:sp>
          <p:nvSpPr>
            <p:cNvPr id="30" name="文本框 29"/>
            <p:cNvSpPr txBox="1"/>
            <p:nvPr/>
          </p:nvSpPr>
          <p:spPr>
            <a:xfrm>
              <a:off x="1779985" y="2085827"/>
              <a:ext cx="2474128" cy="718787"/>
            </a:xfrm>
            <a:prstGeom prst="rect">
              <a:avLst/>
            </a:prstGeom>
            <a:noFill/>
          </p:spPr>
          <p:txBody>
            <a:bodyPr wrap="square" rtlCol="0">
              <a:spAutoFit/>
            </a:bodyPr>
            <a:lstStyle/>
            <a:p>
              <a:pPr hangingPunct="0">
                <a:lnSpc>
                  <a:spcPct val="150000"/>
                </a:lnSpc>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建议您使用文档源文件中的原字体，效果会更好。</a:t>
              </a:r>
              <a:endPar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31" name="文本框 30"/>
            <p:cNvSpPr txBox="1"/>
            <p:nvPr/>
          </p:nvSpPr>
          <p:spPr>
            <a:xfrm>
              <a:off x="1779985" y="1628627"/>
              <a:ext cx="2474128" cy="543325"/>
            </a:xfrm>
            <a:prstGeom prst="rect">
              <a:avLst/>
            </a:prstGeom>
            <a:noFill/>
          </p:spPr>
          <p:txBody>
            <a:bodyPr wrap="square" rtlCol="0">
              <a:spAutoFit/>
            </a:bodyPr>
            <a:lstStyle/>
            <a:p>
              <a:pPr hangingPunct="0">
                <a:lnSpc>
                  <a:spcPct val="150000"/>
                </a:lnSpc>
              </a:pPr>
              <a:r>
                <a:rPr lang="zh-CN" altLang="en-US" b="1">
                  <a:solidFill>
                    <a:schemeClr val="tx1">
                      <a:lumMod val="75000"/>
                      <a:lumOff val="25000"/>
                    </a:schemeClr>
                  </a:solidFill>
                  <a:latin typeface="思源宋体 Heavy" panose="02020900000000000000" charset="-122"/>
                  <a:ea typeface="思源宋体 Heavy" panose="02020900000000000000" charset="-122"/>
                  <a:cs typeface="Aa楷体" panose="02000500000000000000" pitchFamily="2" charset="-122"/>
                  <a:sym typeface="+mn-lt"/>
                </a:rPr>
                <a:t>添加标题</a:t>
              </a:r>
              <a:endParaRPr lang="zh-CN" altLang="en-US" b="1">
                <a:solidFill>
                  <a:schemeClr val="tx1">
                    <a:lumMod val="75000"/>
                    <a:lumOff val="25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grpSp>
      <p:sp>
        <p:nvSpPr>
          <p:cNvPr id="32" name="矩形: 圆角 56"/>
          <p:cNvSpPr/>
          <p:nvPr/>
        </p:nvSpPr>
        <p:spPr>
          <a:xfrm>
            <a:off x="7820601" y="2105578"/>
            <a:ext cx="3332471" cy="1527887"/>
          </a:xfrm>
          <a:prstGeom prst="roundRect">
            <a:avLst>
              <a:gd name="adj" fmla="val 10353"/>
            </a:avLst>
          </a:prstGeom>
          <a:noFill/>
          <a:ln w="12700" cap="flat" cmpd="sng" algn="ctr">
            <a:solidFill>
              <a:schemeClr val="accent2"/>
            </a:solidFill>
            <a:prstDash val="solid"/>
            <a:miter lim="800000"/>
          </a:ln>
          <a:effectLst>
            <a:outerShdw blurRad="254000" dist="101600" dir="2700000" algn="tl" rotWithShape="0">
              <a:schemeClr val="dk1">
                <a:lumMod val="10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grpSp>
        <p:nvGrpSpPr>
          <p:cNvPr id="34" name="组合 33"/>
          <p:cNvGrpSpPr/>
          <p:nvPr/>
        </p:nvGrpSpPr>
        <p:grpSpPr>
          <a:xfrm>
            <a:off x="8979910" y="2371282"/>
            <a:ext cx="2135558" cy="1015061"/>
            <a:chOff x="1779985" y="1628627"/>
            <a:chExt cx="2474128" cy="1175987"/>
          </a:xfrm>
        </p:grpSpPr>
        <p:sp>
          <p:nvSpPr>
            <p:cNvPr id="35" name="文本框 34"/>
            <p:cNvSpPr txBox="1"/>
            <p:nvPr/>
          </p:nvSpPr>
          <p:spPr>
            <a:xfrm>
              <a:off x="1779985" y="2085827"/>
              <a:ext cx="2474128" cy="718787"/>
            </a:xfrm>
            <a:prstGeom prst="rect">
              <a:avLst/>
            </a:prstGeom>
            <a:noFill/>
          </p:spPr>
          <p:txBody>
            <a:bodyPr wrap="square" rtlCol="0">
              <a:spAutoFit/>
            </a:bodyPr>
            <a:lstStyle/>
            <a:p>
              <a:pPr algn="just" hangingPunct="0">
                <a:lnSpc>
                  <a:spcPct val="150000"/>
                </a:lnSpc>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建议您使用文档源文件中的原字体，效果会更好。</a:t>
              </a:r>
              <a:endPar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36" name="文本框 35"/>
            <p:cNvSpPr txBox="1"/>
            <p:nvPr/>
          </p:nvSpPr>
          <p:spPr>
            <a:xfrm>
              <a:off x="1779985" y="1628627"/>
              <a:ext cx="2474128" cy="543325"/>
            </a:xfrm>
            <a:prstGeom prst="rect">
              <a:avLst/>
            </a:prstGeom>
            <a:noFill/>
          </p:spPr>
          <p:txBody>
            <a:bodyPr wrap="square" rtlCol="0">
              <a:spAutoFit/>
            </a:bodyPr>
            <a:lstStyle/>
            <a:p>
              <a:pPr algn="just" hangingPunct="0">
                <a:lnSpc>
                  <a:spcPct val="150000"/>
                </a:lnSpc>
              </a:pPr>
              <a:r>
                <a:rPr lang="zh-CN" altLang="en-US" b="1">
                  <a:solidFill>
                    <a:schemeClr val="tx1">
                      <a:lumMod val="75000"/>
                      <a:lumOff val="25000"/>
                    </a:schemeClr>
                  </a:solidFill>
                  <a:latin typeface="思源宋体 Heavy" panose="02020900000000000000" charset="-122"/>
                  <a:ea typeface="思源宋体 Heavy" panose="02020900000000000000" charset="-122"/>
                  <a:cs typeface="Aa楷体" panose="02000500000000000000" pitchFamily="2" charset="-122"/>
                  <a:sym typeface="+mn-lt"/>
                </a:rPr>
                <a:t>添加标题</a:t>
              </a:r>
              <a:endParaRPr lang="zh-CN" altLang="en-US" b="1">
                <a:solidFill>
                  <a:schemeClr val="tx1">
                    <a:lumMod val="75000"/>
                    <a:lumOff val="25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grpSp>
      <p:sp>
        <p:nvSpPr>
          <p:cNvPr id="37" name="矩形: 圆角 62"/>
          <p:cNvSpPr/>
          <p:nvPr/>
        </p:nvSpPr>
        <p:spPr>
          <a:xfrm>
            <a:off x="7820601" y="4341842"/>
            <a:ext cx="3332471" cy="1527887"/>
          </a:xfrm>
          <a:prstGeom prst="roundRect">
            <a:avLst>
              <a:gd name="adj" fmla="val 10353"/>
            </a:avLst>
          </a:prstGeom>
          <a:noFill/>
          <a:ln w="12700" cap="flat" cmpd="sng" algn="ctr">
            <a:solidFill>
              <a:schemeClr val="accent1"/>
            </a:solidFill>
            <a:prstDash val="solid"/>
            <a:miter lim="800000"/>
          </a:ln>
          <a:effectLst>
            <a:outerShdw blurRad="254000" dist="101600" dir="2700000" algn="tl" rotWithShape="0">
              <a:schemeClr val="dk1">
                <a:lumMod val="10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39" name="文本框 38"/>
          <p:cNvSpPr txBox="1"/>
          <p:nvPr/>
        </p:nvSpPr>
        <p:spPr>
          <a:xfrm>
            <a:off x="8979910" y="5002179"/>
            <a:ext cx="2135558" cy="620426"/>
          </a:xfrm>
          <a:prstGeom prst="rect">
            <a:avLst/>
          </a:prstGeom>
          <a:noFill/>
        </p:spPr>
        <p:txBody>
          <a:bodyPr wrap="square" rtlCol="0">
            <a:spAutoFit/>
          </a:bodyPr>
          <a:lstStyle/>
          <a:p>
            <a:pPr algn="just" hangingPunct="0">
              <a:lnSpc>
                <a:spcPct val="150000"/>
              </a:lnSpc>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建议您使用文档源文件中的原字体，效果会更好。</a:t>
            </a:r>
            <a:endPar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40" name="文本框 39"/>
          <p:cNvSpPr txBox="1"/>
          <p:nvPr/>
        </p:nvSpPr>
        <p:spPr>
          <a:xfrm>
            <a:off x="8979910" y="4607544"/>
            <a:ext cx="2135558" cy="468975"/>
          </a:xfrm>
          <a:prstGeom prst="rect">
            <a:avLst/>
          </a:prstGeom>
          <a:noFill/>
        </p:spPr>
        <p:txBody>
          <a:bodyPr wrap="square" rtlCol="0">
            <a:spAutoFit/>
          </a:bodyPr>
          <a:lstStyle/>
          <a:p>
            <a:pPr algn="just" hangingPunct="0">
              <a:lnSpc>
                <a:spcPct val="150000"/>
              </a:lnSpc>
            </a:pPr>
            <a:r>
              <a:rPr lang="zh-CN" altLang="en-US" b="1">
                <a:solidFill>
                  <a:schemeClr val="tx1">
                    <a:lumMod val="75000"/>
                    <a:lumOff val="25000"/>
                  </a:schemeClr>
                </a:solidFill>
                <a:latin typeface="思源宋体 Heavy" panose="02020900000000000000" charset="-122"/>
                <a:ea typeface="思源宋体 Heavy" panose="02020900000000000000" charset="-122"/>
                <a:cs typeface="Aa楷体" panose="02000500000000000000" pitchFamily="2" charset="-122"/>
                <a:sym typeface="+mn-lt"/>
              </a:rPr>
              <a:t>添加标题</a:t>
            </a:r>
            <a:endParaRPr lang="zh-CN" altLang="en-US" b="1">
              <a:solidFill>
                <a:schemeClr val="tx1">
                  <a:lumMod val="75000"/>
                  <a:lumOff val="25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grpSp>
        <p:nvGrpSpPr>
          <p:cNvPr id="2" name="组合 1"/>
          <p:cNvGrpSpPr/>
          <p:nvPr/>
        </p:nvGrpSpPr>
        <p:grpSpPr>
          <a:xfrm>
            <a:off x="193291" y="317173"/>
            <a:ext cx="5179768" cy="871755"/>
            <a:chOff x="193291" y="317173"/>
            <a:chExt cx="5179768" cy="871755"/>
          </a:xfrm>
        </p:grpSpPr>
        <p:sp>
          <p:nvSpPr>
            <p:cNvPr id="41" name="文本框 40"/>
            <p:cNvSpPr txBox="1"/>
            <p:nvPr/>
          </p:nvSpPr>
          <p:spPr>
            <a:xfrm>
              <a:off x="1059985" y="357880"/>
              <a:ext cx="4313074" cy="688073"/>
            </a:xfrm>
            <a:prstGeom prst="rect">
              <a:avLst/>
            </a:prstGeom>
            <a:noFill/>
          </p:spPr>
          <p:txBody>
            <a:bodyPr wrap="square" rtlCol="0">
              <a:spAutoFit/>
            </a:bodyPr>
            <a:lstStyle/>
            <a:p>
              <a:pPr lvl="0">
                <a:lnSpc>
                  <a:spcPct val="130000"/>
                </a:lnSpc>
                <a:defRPr/>
              </a:pPr>
              <a:r>
                <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rPr>
                <a:t>论文总结及致谢</a:t>
              </a:r>
              <a:endPar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endParaRPr>
            </a:p>
          </p:txBody>
        </p:sp>
        <p:pic>
          <p:nvPicPr>
            <p:cNvPr id="42" name="图片 41"/>
            <p:cNvPicPr>
              <a:picLocks noChangeAspect="1"/>
            </p:cNvPicPr>
            <p:nvPr/>
          </p:nvPicPr>
          <p:blipFill>
            <a:blip r:embed="rId1">
              <a:duotone>
                <a:schemeClr val="accent1">
                  <a:shade val="45000"/>
                  <a:satMod val="135000"/>
                </a:schemeClr>
                <a:prstClr val="white"/>
              </a:duotone>
              <a:extLst>
                <a:ext uri="{28A0092B-C50C-407E-A947-70E740481C1C}">
                  <a14:useLocalDpi xmlns:a14="http://schemas.microsoft.com/office/drawing/2010/main" val="0"/>
                </a:ext>
              </a:extLst>
            </a:blip>
            <a:srcRect l="24588" t="52000" r="15417" b="10555"/>
            <a:stretch>
              <a:fillRect/>
            </a:stretch>
          </p:blipFill>
          <p:spPr>
            <a:xfrm>
              <a:off x="193291" y="317173"/>
              <a:ext cx="931043" cy="871755"/>
            </a:xfrm>
            <a:prstGeom prst="rect">
              <a:avLst/>
            </a:prstGeom>
          </p:spPr>
        </p:pic>
      </p:grpSp>
      <p:pic>
        <p:nvPicPr>
          <p:cNvPr id="47" name="图片 46"/>
          <p:cNvPicPr>
            <a:picLocks noChangeAspect="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rcRect l="51800" t="4188" r="6619" b="62999"/>
          <a:stretch>
            <a:fillRect/>
          </a:stretch>
        </p:blipFill>
        <p:spPr>
          <a:xfrm>
            <a:off x="1027820" y="2395136"/>
            <a:ext cx="1230711" cy="971195"/>
          </a:xfrm>
          <a:prstGeom prst="rect">
            <a:avLst/>
          </a:prstGeom>
        </p:spPr>
      </p:pic>
      <p:pic>
        <p:nvPicPr>
          <p:cNvPr id="48" name="图片 47"/>
          <p:cNvPicPr>
            <a:picLocks noChangeAspect="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rcRect l="54424" t="37887" r="3995" b="36204"/>
          <a:stretch>
            <a:fillRect/>
          </a:stretch>
        </p:blipFill>
        <p:spPr>
          <a:xfrm>
            <a:off x="859486" y="4607544"/>
            <a:ext cx="1399045" cy="995240"/>
          </a:xfrm>
          <a:prstGeom prst="rect">
            <a:avLst/>
          </a:prstGeom>
        </p:spPr>
      </p:pic>
      <p:pic>
        <p:nvPicPr>
          <p:cNvPr id="49" name="图片 48"/>
          <p:cNvPicPr>
            <a:picLocks noChangeAspect="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rcRect l="11776" t="33248" r="46643" b="37447"/>
          <a:stretch>
            <a:fillRect/>
          </a:stretch>
        </p:blipFill>
        <p:spPr>
          <a:xfrm>
            <a:off x="7840408" y="2487189"/>
            <a:ext cx="1230711" cy="867359"/>
          </a:xfrm>
          <a:prstGeom prst="rect">
            <a:avLst/>
          </a:prstGeom>
        </p:spPr>
      </p:pic>
      <p:pic>
        <p:nvPicPr>
          <p:cNvPr id="50" name="图片 49"/>
          <p:cNvPicPr>
            <a:picLocks noChangeAspect="1"/>
          </p:cNvPicPr>
          <p:nvPr/>
        </p:nvPicPr>
        <p:blipFill>
          <a:blip r:embed="rId5">
            <a:duotone>
              <a:schemeClr val="accent6">
                <a:shade val="45000"/>
                <a:satMod val="135000"/>
              </a:schemeClr>
              <a:prstClr val="white"/>
            </a:duotone>
            <a:extLst>
              <a:ext uri="{28A0092B-C50C-407E-A947-70E740481C1C}">
                <a14:useLocalDpi xmlns:a14="http://schemas.microsoft.com/office/drawing/2010/main" val="0"/>
              </a:ext>
            </a:extLst>
          </a:blip>
          <a:srcRect l="12214" t="67776" r="58261" b="6315"/>
          <a:stretch>
            <a:fillRect/>
          </a:stretch>
        </p:blipFill>
        <p:spPr>
          <a:xfrm>
            <a:off x="7986518" y="4762629"/>
            <a:ext cx="858380" cy="859976"/>
          </a:xfrm>
          <a:prstGeom prst="rect">
            <a:avLst/>
          </a:prstGeom>
        </p:spPr>
      </p:pic>
    </p:spTree>
  </p:cSld>
  <p:clrMapOvr>
    <a:masterClrMapping/>
  </p:clrMapOvr>
  <p:transition spd="slow" advTm="0">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PPT世界-5"/>
          <p:cNvGrpSpPr/>
          <p:nvPr/>
        </p:nvGrpSpPr>
        <p:grpSpPr>
          <a:xfrm>
            <a:off x="1745132" y="2099423"/>
            <a:ext cx="2708936" cy="2801221"/>
            <a:chOff x="1744892" y="1803499"/>
            <a:chExt cx="2709085" cy="2801375"/>
          </a:xfrm>
        </p:grpSpPr>
        <p:sp>
          <p:nvSpPr>
            <p:cNvPr id="4" name="PPT世界-5-1"/>
            <p:cNvSpPr/>
            <p:nvPr/>
          </p:nvSpPr>
          <p:spPr>
            <a:xfrm>
              <a:off x="1855272" y="2991962"/>
              <a:ext cx="2351842" cy="440920"/>
            </a:xfrm>
            <a:prstGeom prst="roundRect">
              <a:avLst>
                <a:gd name="adj" fmla="val 50000"/>
              </a:avLst>
            </a:prstGeom>
            <a:solidFill>
              <a:schemeClr val="bg1"/>
            </a:solidFill>
            <a:ln w="19050">
              <a:noFill/>
            </a:ln>
            <a:effectLst>
              <a:outerShdw blurRad="508000" dist="190500" dir="5400000" sx="95000" sy="95000" algn="t" rotWithShape="0">
                <a:schemeClr val="dk1">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9pPr>
            </a:lstStyle>
            <a:p>
              <a:pPr algn="ctr"/>
              <a:endParaRPr lang="zh-CN" altLang="en-US" sz="180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5" name="PPT世界-5-2"/>
            <p:cNvSpPr/>
            <p:nvPr/>
          </p:nvSpPr>
          <p:spPr>
            <a:xfrm>
              <a:off x="2102135" y="4163954"/>
              <a:ext cx="2351842" cy="440920"/>
            </a:xfrm>
            <a:prstGeom prst="roundRect">
              <a:avLst>
                <a:gd name="adj" fmla="val 50000"/>
              </a:avLst>
            </a:prstGeom>
            <a:solidFill>
              <a:schemeClr val="bg1"/>
            </a:solidFill>
            <a:ln w="19050">
              <a:noFill/>
            </a:ln>
            <a:effectLst>
              <a:outerShdw blurRad="508000" dist="190500" dir="5400000" sx="95000" sy="95000" algn="t" rotWithShape="0">
                <a:schemeClr val="dk1">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9pPr>
            </a:lstStyle>
            <a:p>
              <a:pPr algn="ctr"/>
              <a:endParaRPr lang="zh-CN" altLang="en-US" sz="180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6" name="PPT世界-5-3"/>
            <p:cNvSpPr/>
            <p:nvPr/>
          </p:nvSpPr>
          <p:spPr>
            <a:xfrm>
              <a:off x="2102135" y="1809040"/>
              <a:ext cx="2351842" cy="440920"/>
            </a:xfrm>
            <a:prstGeom prst="roundRect">
              <a:avLst>
                <a:gd name="adj" fmla="val 50000"/>
              </a:avLst>
            </a:prstGeom>
            <a:solidFill>
              <a:schemeClr val="bg1"/>
            </a:solidFill>
            <a:ln w="19050">
              <a:noFill/>
            </a:ln>
            <a:effectLst>
              <a:outerShdw blurRad="508000" dist="190500" dir="5400000" sx="95000" sy="95000" algn="t" rotWithShape="0">
                <a:schemeClr val="dk1">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9pPr>
            </a:lstStyle>
            <a:p>
              <a:pPr algn="ctr"/>
              <a:endParaRPr lang="zh-CN" altLang="en-US" sz="180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7" name="PPT世界-5-4"/>
            <p:cNvSpPr/>
            <p:nvPr/>
          </p:nvSpPr>
          <p:spPr>
            <a:xfrm>
              <a:off x="2420709" y="1841219"/>
              <a:ext cx="1845979" cy="400110"/>
            </a:xfrm>
            <a:prstGeom prst="rect">
              <a:avLst/>
            </a:prstGeom>
            <a:ln>
              <a:noFill/>
            </a:ln>
          </p:spPr>
          <p:txBody>
            <a:bodyPr wrap="square">
              <a:noAutofit/>
            </a:bodyPr>
            <a:lstStyle/>
            <a:p>
              <a:pPr algn="ctr" defTabSz="914400">
                <a:defRPr/>
              </a:pPr>
              <a:r>
                <a:rPr lang="zh-CN" altLang="en-US">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rPr>
                <a:t>点击添加标题</a:t>
              </a:r>
              <a:endParaRPr lang="zh-CN" altLang="en-US">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8" name="PPT世界-5-5"/>
            <p:cNvSpPr/>
            <p:nvPr/>
          </p:nvSpPr>
          <p:spPr>
            <a:xfrm>
              <a:off x="1972317" y="1803499"/>
              <a:ext cx="448392" cy="448392"/>
            </a:xfrm>
            <a:prstGeom prst="ellipse">
              <a:avLst/>
            </a:prstGeom>
            <a:solidFill>
              <a:schemeClr val="accent2">
                <a:lumMod val="60000"/>
                <a:lumOff val="4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rPr>
                <a:t>1</a:t>
              </a:r>
              <a:endParaRPr lang="zh-CN" altLang="en-US"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9" name="PPT世界-5-6"/>
            <p:cNvSpPr/>
            <p:nvPr/>
          </p:nvSpPr>
          <p:spPr>
            <a:xfrm>
              <a:off x="2188336" y="3020157"/>
              <a:ext cx="1845979" cy="400110"/>
            </a:xfrm>
            <a:prstGeom prst="rect">
              <a:avLst/>
            </a:prstGeom>
            <a:noFill/>
            <a:ln w="19050">
              <a:noFill/>
            </a:ln>
            <a:effectLst>
              <a:outerShdw blurRad="508000" dist="190500" dir="5400000" sx="95000" sy="95000" algn="t" rotWithShape="0">
                <a:schemeClr val="dk1">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r>
                <a:rPr lang="zh-CN" altLang="en-US">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rPr>
                <a:t>点击添加标题</a:t>
              </a:r>
              <a:endParaRPr lang="zh-CN" altLang="en-US">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0" name="PPT世界-5-7"/>
            <p:cNvSpPr/>
            <p:nvPr/>
          </p:nvSpPr>
          <p:spPr>
            <a:xfrm>
              <a:off x="1744892" y="2982437"/>
              <a:ext cx="448392" cy="448392"/>
            </a:xfrm>
            <a:prstGeom prst="ellipse">
              <a:avLst/>
            </a:prstGeom>
            <a:solidFill>
              <a:schemeClr val="accent1">
                <a:lumMod val="40000"/>
                <a:lumOff val="6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rPr>
                <a:t>2</a:t>
              </a:r>
              <a:endParaRPr lang="zh-CN" altLang="en-US"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1" name="PPT世界-5-8"/>
            <p:cNvSpPr/>
            <p:nvPr/>
          </p:nvSpPr>
          <p:spPr>
            <a:xfrm>
              <a:off x="2420709" y="4194202"/>
              <a:ext cx="1934434" cy="400110"/>
            </a:xfrm>
            <a:prstGeom prst="rect">
              <a:avLst/>
            </a:prstGeom>
            <a:ln>
              <a:noFill/>
            </a:ln>
          </p:spPr>
          <p:txBody>
            <a:bodyPr wrap="square">
              <a:noAutofit/>
            </a:bodyPr>
            <a:lstStyle/>
            <a:p>
              <a:pPr algn="ctr" defTabSz="914400">
                <a:defRPr/>
              </a:pPr>
              <a:r>
                <a:rPr lang="zh-CN" altLang="en-US">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rPr>
                <a:t>点击添加标题</a:t>
              </a:r>
              <a:endParaRPr lang="zh-CN" altLang="en-US">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2" name="PPT世界-5-9"/>
            <p:cNvSpPr/>
            <p:nvPr/>
          </p:nvSpPr>
          <p:spPr>
            <a:xfrm>
              <a:off x="1972317" y="4156482"/>
              <a:ext cx="448392" cy="448392"/>
            </a:xfrm>
            <a:prstGeom prst="ellipse">
              <a:avLst/>
            </a:prstGeom>
            <a:solidFill>
              <a:schemeClr val="accent2">
                <a:lumMod val="60000"/>
                <a:lumOff val="4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rPr>
                <a:t>3</a:t>
              </a:r>
              <a:endParaRPr lang="zh-CN" altLang="en-US"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grpSp>
      <p:grpSp>
        <p:nvGrpSpPr>
          <p:cNvPr id="13" name="PPT世界-6"/>
          <p:cNvGrpSpPr/>
          <p:nvPr/>
        </p:nvGrpSpPr>
        <p:grpSpPr>
          <a:xfrm>
            <a:off x="7701554" y="2099423"/>
            <a:ext cx="2745316" cy="2801221"/>
            <a:chOff x="7701642" y="1803499"/>
            <a:chExt cx="2745466" cy="2801375"/>
          </a:xfrm>
        </p:grpSpPr>
        <p:sp>
          <p:nvSpPr>
            <p:cNvPr id="14" name="PPT世界-6-1"/>
            <p:cNvSpPr/>
            <p:nvPr/>
          </p:nvSpPr>
          <p:spPr>
            <a:xfrm flipH="1">
              <a:off x="7948505" y="2991962"/>
              <a:ext cx="2351842" cy="440920"/>
            </a:xfrm>
            <a:prstGeom prst="roundRect">
              <a:avLst>
                <a:gd name="adj" fmla="val 50000"/>
              </a:avLst>
            </a:prstGeom>
            <a:solidFill>
              <a:schemeClr val="bg1"/>
            </a:solidFill>
            <a:ln w="19050">
              <a:noFill/>
            </a:ln>
            <a:effectLst>
              <a:outerShdw blurRad="508000" dist="190500" dir="5400000" sx="95000" sy="95000" algn="t" rotWithShape="0">
                <a:schemeClr val="dk1">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9pPr>
            </a:lstStyle>
            <a:p>
              <a:pPr algn="ctr"/>
              <a:endParaRPr lang="zh-CN" altLang="en-US" sz="1800">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5" name="PPT世界-6-2"/>
            <p:cNvSpPr/>
            <p:nvPr/>
          </p:nvSpPr>
          <p:spPr>
            <a:xfrm flipH="1">
              <a:off x="7701642" y="4163954"/>
              <a:ext cx="2351842" cy="440920"/>
            </a:xfrm>
            <a:prstGeom prst="roundRect">
              <a:avLst>
                <a:gd name="adj" fmla="val 50000"/>
              </a:avLst>
            </a:prstGeom>
            <a:solidFill>
              <a:schemeClr val="bg1"/>
            </a:solidFill>
            <a:ln w="19050">
              <a:noFill/>
            </a:ln>
            <a:effectLst>
              <a:outerShdw blurRad="508000" dist="190500" dir="5400000" sx="95000" sy="95000" algn="t" rotWithShape="0">
                <a:schemeClr val="dk1">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9pPr>
            </a:lstStyle>
            <a:p>
              <a:pPr algn="ctr"/>
              <a:endParaRPr lang="zh-CN" altLang="en-US" sz="1800">
                <a:latin typeface="思源宋体 Heavy" panose="02020900000000000000" charset="-122"/>
                <a:ea typeface="思源宋体 Heavy" panose="02020900000000000000" charset="-122"/>
                <a:cs typeface="Aa楷体" panose="02000500000000000000" pitchFamily="2" charset="-122"/>
                <a:sym typeface="+mn-lt"/>
              </a:endParaRPr>
            </a:p>
          </p:txBody>
        </p:sp>
        <p:grpSp>
          <p:nvGrpSpPr>
            <p:cNvPr id="16" name="组合 15"/>
            <p:cNvGrpSpPr/>
            <p:nvPr/>
          </p:nvGrpSpPr>
          <p:grpSpPr>
            <a:xfrm>
              <a:off x="7701642" y="1803499"/>
              <a:ext cx="2514389" cy="448392"/>
              <a:chOff x="7701642" y="1803499"/>
              <a:chExt cx="2514389" cy="448392"/>
            </a:xfrm>
          </p:grpSpPr>
          <p:sp>
            <p:nvSpPr>
              <p:cNvPr id="21" name="PPT世界-6-3"/>
              <p:cNvSpPr/>
              <p:nvPr/>
            </p:nvSpPr>
            <p:spPr>
              <a:xfrm flipH="1">
                <a:off x="7701642" y="1809040"/>
                <a:ext cx="2351842" cy="440920"/>
              </a:xfrm>
              <a:prstGeom prst="roundRect">
                <a:avLst>
                  <a:gd name="adj" fmla="val 50000"/>
                </a:avLst>
              </a:prstGeom>
              <a:solidFill>
                <a:schemeClr val="bg1"/>
              </a:solidFill>
              <a:ln w="19050">
                <a:noFill/>
              </a:ln>
              <a:effectLst>
                <a:outerShdw blurRad="508000" dist="190500" dir="5400000" sx="95000" sy="95000" algn="t" rotWithShape="0">
                  <a:schemeClr val="dk1">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Roboto Regular"/>
                    <a:ea typeface="思源黑体 CN Regular" panose="020B0500000000000000" pitchFamily="34" charset="-122"/>
                    <a:cs typeface="Arial" panose="020B0604020202020204" pitchFamily="34" charset="0"/>
                    <a:sym typeface="Wingdings" panose="05000000000000000000"/>
                  </a:defRPr>
                </a:lvl9pPr>
              </a:lstStyle>
              <a:p>
                <a:pPr algn="ctr"/>
                <a:endParaRPr lang="zh-CN" altLang="en-US" sz="1800">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2" name="PPT世界-6-4"/>
              <p:cNvSpPr/>
              <p:nvPr/>
            </p:nvSpPr>
            <p:spPr>
              <a:xfrm>
                <a:off x="7831297" y="1841219"/>
                <a:ext cx="1851272" cy="400110"/>
              </a:xfrm>
              <a:prstGeom prst="rect">
                <a:avLst/>
              </a:prstGeom>
              <a:ln>
                <a:noFill/>
              </a:ln>
            </p:spPr>
            <p:txBody>
              <a:bodyPr wrap="square">
                <a:noAutofit/>
              </a:bodyPr>
              <a:lstStyle/>
              <a:p>
                <a:pPr algn="ctr" defTabSz="914400">
                  <a:defRPr/>
                </a:pPr>
                <a:r>
                  <a:rPr lang="zh-CN" altLang="en-US">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rPr>
                  <a:t>点击添加标题</a:t>
                </a:r>
                <a:endParaRPr lang="zh-CN" altLang="en-US">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3" name="PPT世界-6-5"/>
              <p:cNvSpPr/>
              <p:nvPr/>
            </p:nvSpPr>
            <p:spPr>
              <a:xfrm>
                <a:off x="9767639" y="1803499"/>
                <a:ext cx="448392" cy="448392"/>
              </a:xfrm>
              <a:prstGeom prst="ellipse">
                <a:avLst/>
              </a:prstGeom>
              <a:solidFill>
                <a:schemeClr val="accent2">
                  <a:lumMod val="60000"/>
                  <a:lumOff val="4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rPr>
                  <a:t>4</a:t>
                </a:r>
                <a:endParaRPr lang="zh-CN" altLang="en-US"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grpSp>
        <p:sp>
          <p:nvSpPr>
            <p:cNvPr id="17" name="PPT世界-6-6"/>
            <p:cNvSpPr/>
            <p:nvPr/>
          </p:nvSpPr>
          <p:spPr>
            <a:xfrm>
              <a:off x="8145882" y="3020157"/>
              <a:ext cx="1851271" cy="400110"/>
            </a:xfrm>
            <a:prstGeom prst="rect">
              <a:avLst/>
            </a:prstGeom>
            <a:ln>
              <a:noFill/>
            </a:ln>
          </p:spPr>
          <p:txBody>
            <a:bodyPr wrap="square">
              <a:noAutofit/>
            </a:bodyPr>
            <a:lstStyle/>
            <a:p>
              <a:pPr algn="ctr" defTabSz="914400">
                <a:defRPr/>
              </a:pPr>
              <a:r>
                <a:rPr lang="zh-CN" altLang="en-US">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rPr>
                <a:t>点击添加标题</a:t>
              </a:r>
              <a:endParaRPr lang="zh-CN" altLang="en-US">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8" name="PPT世界-6-7"/>
            <p:cNvSpPr/>
            <p:nvPr/>
          </p:nvSpPr>
          <p:spPr>
            <a:xfrm>
              <a:off x="9998716" y="2982437"/>
              <a:ext cx="448392" cy="448392"/>
            </a:xfrm>
            <a:prstGeom prst="ellipse">
              <a:avLst/>
            </a:prstGeom>
            <a:solidFill>
              <a:schemeClr val="accent1">
                <a:lumMod val="40000"/>
                <a:lumOff val="6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rPr>
                <a:t>5</a:t>
              </a:r>
              <a:endParaRPr lang="zh-CN" altLang="en-US"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9" name="PPT世界-6-8"/>
            <p:cNvSpPr/>
            <p:nvPr/>
          </p:nvSpPr>
          <p:spPr>
            <a:xfrm>
              <a:off x="7831297" y="4194202"/>
              <a:ext cx="1924269" cy="400110"/>
            </a:xfrm>
            <a:prstGeom prst="rect">
              <a:avLst/>
            </a:prstGeom>
            <a:ln>
              <a:noFill/>
            </a:ln>
          </p:spPr>
          <p:txBody>
            <a:bodyPr wrap="square">
              <a:noAutofit/>
            </a:bodyPr>
            <a:lstStyle/>
            <a:p>
              <a:pPr algn="ctr" defTabSz="914400">
                <a:defRPr/>
              </a:pPr>
              <a:r>
                <a:rPr lang="zh-CN" altLang="en-US">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rPr>
                <a:t>点击添加标题</a:t>
              </a:r>
              <a:endParaRPr lang="zh-CN" altLang="en-US">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0" name="PPT世界-6-9"/>
            <p:cNvSpPr/>
            <p:nvPr/>
          </p:nvSpPr>
          <p:spPr>
            <a:xfrm>
              <a:off x="9767639" y="4156482"/>
              <a:ext cx="448392" cy="448392"/>
            </a:xfrm>
            <a:prstGeom prst="ellipse">
              <a:avLst/>
            </a:prstGeom>
            <a:solidFill>
              <a:schemeClr val="accent2">
                <a:lumMod val="60000"/>
                <a:lumOff val="4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rPr>
                <a:t>6</a:t>
              </a:r>
              <a:endParaRPr lang="zh-CN" altLang="en-US" sz="180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grpSp>
      <p:sp>
        <p:nvSpPr>
          <p:cNvPr id="24" name="PPT世界-7"/>
          <p:cNvSpPr/>
          <p:nvPr/>
        </p:nvSpPr>
        <p:spPr>
          <a:xfrm>
            <a:off x="1390909" y="5576959"/>
            <a:ext cx="9410184" cy="705090"/>
          </a:xfrm>
          <a:prstGeom prst="rect">
            <a:avLst/>
          </a:prstGeom>
        </p:spPr>
        <p:txBody>
          <a:bodyPr wrap="square">
            <a:noAutofit/>
          </a:bodyPr>
          <a:lstStyle/>
          <a:p>
            <a:pPr algn="ctr">
              <a:lnSpc>
                <a:spcPct val="150000"/>
              </a:lnSpc>
              <a:spcAft>
                <a:spcPts val="600"/>
              </a:spcAft>
              <a:defRPr/>
            </a:pPr>
            <a:r>
              <a:rPr lang="zh-CN" altLang="en-US" sz="1200">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rPr>
              <a:t>不用多余的文字修饰，言简意赅的说明分项不用多余的文字修饰，言简意赅的说明分项内容多余的文字修饰，言简意赅的说明分项内容不用多余的文字修饰，言简意赅的说明分项内容</a:t>
            </a:r>
            <a:endParaRPr lang="en-US" altLang="zh-CN" sz="1200">
              <a:gradFill>
                <a:gsLst>
                  <a:gs pos="0">
                    <a:schemeClr val="tx1">
                      <a:lumMod val="60000"/>
                      <a:lumOff val="40000"/>
                    </a:schemeClr>
                  </a:gs>
                  <a:gs pos="100000">
                    <a:schemeClr val="tx1"/>
                  </a:gs>
                </a:gsLst>
                <a:lin ang="5400000" scaled="1"/>
              </a:gradFill>
              <a:latin typeface="思源宋体 Heavy" panose="02020900000000000000" charset="-122"/>
              <a:ea typeface="思源宋体 Heavy" panose="02020900000000000000" charset="-122"/>
              <a:cs typeface="Aa楷体" panose="02000500000000000000" pitchFamily="2" charset="-122"/>
              <a:sym typeface="+mn-lt"/>
            </a:endParaRPr>
          </a:p>
        </p:txBody>
      </p:sp>
      <p:grpSp>
        <p:nvGrpSpPr>
          <p:cNvPr id="25" name="PPT世界-8"/>
          <p:cNvGrpSpPr/>
          <p:nvPr/>
        </p:nvGrpSpPr>
        <p:grpSpPr>
          <a:xfrm>
            <a:off x="4512089" y="2155760"/>
            <a:ext cx="3167826" cy="3167826"/>
            <a:chOff x="4512001" y="1859840"/>
            <a:chExt cx="3168000" cy="3168000"/>
          </a:xfrm>
        </p:grpSpPr>
        <p:sp>
          <p:nvSpPr>
            <p:cNvPr id="26" name="PPT世界-8-1" descr="e7d195523061f1c0c30ee18c1b05f65d12b38e2533cb2ccdAE0CC34CB5CBEBFAEC353FED4DECE97C3E379FD1D933F5E4DC18EF8EA6B7A1130D5F6DE9DD2BE4B0A8C9126ACE5083D1F5A9E323B29CCFC719943B77D863AB77335A00C842BF524346F6D4332DECCD964A90C37CF4A03A8F8C29A883A4D7151BA9DF98E99B9AC939A418790FFD843C21"/>
            <p:cNvSpPr>
              <a:spLocks noChangeAspect="1"/>
            </p:cNvSpPr>
            <p:nvPr/>
          </p:nvSpPr>
          <p:spPr>
            <a:xfrm rot="7200000">
              <a:off x="4512001" y="1859840"/>
              <a:ext cx="3168000" cy="3168000"/>
            </a:xfrm>
            <a:prstGeom prst="arc">
              <a:avLst/>
            </a:prstGeom>
            <a:noFill/>
            <a:ln w="38100" cap="flat" cmpd="sng" algn="ctr">
              <a:gradFill>
                <a:gsLst>
                  <a:gs pos="0">
                    <a:schemeClr val="accent1">
                      <a:alpha val="0"/>
                    </a:schemeClr>
                  </a:gs>
                  <a:gs pos="100000">
                    <a:schemeClr val="accent1">
                      <a:alpha val="60000"/>
                    </a:schemeClr>
                  </a:gs>
                </a:gsLst>
                <a:lin ang="5400000" scaled="1"/>
              </a:gradFill>
              <a:prstDash val="solid"/>
              <a:miter lim="800000"/>
              <a:headEnd type="none" w="med" len="med"/>
              <a:tailEnd type="arrow" w="med" len="med"/>
            </a:ln>
            <a:effectLst/>
          </p:spPr>
          <p:txBody>
            <a:bodyPr rtlCol="0" anchor="ctr">
              <a:noAutofit/>
            </a:bodyPr>
            <a:lstStyle/>
            <a:p>
              <a:pPr algn="ctr" defTabSz="457200">
                <a:defRPr/>
              </a:pPr>
              <a:endParaRPr lang="zh-CN" altLang="en-US" sz="1800" kern="0">
                <a:solidFill>
                  <a:prstClr val="black"/>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7" name="PPT世界-8-2" descr="e7d195523061f1c0c30ee18c1b05f65d12b38e2533cb2ccdAE0CC34CB5CBEBFAEC353FED4DECE97C3E379FD1D933F5E4DC18EF8EA6B7A1130D5F6DE9DD2BE4B0A8C9126ACE5083D1F5A9E323B29CCFC719943B77D863AB77335A00C842BF524346F6D4332DECCD964A90C37CF4A03A8F8C29A883A4D7151BA9DF98E99B9AC939A418790FFD843C21"/>
            <p:cNvSpPr>
              <a:spLocks noChangeAspect="1"/>
            </p:cNvSpPr>
            <p:nvPr/>
          </p:nvSpPr>
          <p:spPr>
            <a:xfrm rot="14400000">
              <a:off x="4512001" y="1859840"/>
              <a:ext cx="3168000" cy="3168000"/>
            </a:xfrm>
            <a:prstGeom prst="arc">
              <a:avLst/>
            </a:prstGeom>
            <a:noFill/>
            <a:ln w="38100" cap="flat" cmpd="sng" algn="ctr">
              <a:gradFill>
                <a:gsLst>
                  <a:gs pos="0">
                    <a:schemeClr val="accent1">
                      <a:alpha val="0"/>
                    </a:schemeClr>
                  </a:gs>
                  <a:gs pos="100000">
                    <a:schemeClr val="accent1">
                      <a:alpha val="60000"/>
                    </a:schemeClr>
                  </a:gs>
                </a:gsLst>
                <a:lin ang="5400000" scaled="1"/>
              </a:gradFill>
              <a:prstDash val="solid"/>
              <a:miter lim="800000"/>
              <a:headEnd type="none" w="med" len="med"/>
              <a:tailEnd type="arrow" w="med" len="med"/>
            </a:ln>
            <a:effectLst/>
          </p:spPr>
          <p:txBody>
            <a:bodyPr rtlCol="0" anchor="ctr">
              <a:noAutofit/>
            </a:bodyPr>
            <a:lstStyle/>
            <a:p>
              <a:pPr algn="ctr" defTabSz="457200">
                <a:defRPr/>
              </a:pPr>
              <a:endParaRPr lang="zh-CN" altLang="en-US" sz="1800" kern="0">
                <a:solidFill>
                  <a:prstClr val="black"/>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8" name="PPT世界-8-3"/>
            <p:cNvSpPr>
              <a:spLocks noChangeAspect="1"/>
            </p:cNvSpPr>
            <p:nvPr/>
          </p:nvSpPr>
          <p:spPr>
            <a:xfrm>
              <a:off x="4770123" y="2117963"/>
              <a:ext cx="2651758" cy="2651756"/>
            </a:xfrm>
            <a:prstGeom prst="ellipse">
              <a:avLst/>
            </a:prstGeom>
            <a:noFill/>
            <a:ln w="6350">
              <a:gradFill>
                <a:gsLst>
                  <a:gs pos="0">
                    <a:schemeClr val="accent1"/>
                  </a:gs>
                  <a:gs pos="56000">
                    <a:schemeClr val="accent1">
                      <a:alpha val="0"/>
                    </a:schemeClr>
                  </a:gs>
                  <a:gs pos="45000">
                    <a:schemeClr val="accent1">
                      <a:alpha val="0"/>
                    </a:schemeClr>
                  </a:gs>
                  <a:gs pos="100000">
                    <a:schemeClr val="accent1"/>
                  </a:gs>
                </a:gsLst>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35" tIns="45718" rIns="91435" bIns="45718" numCol="1" spcCol="0" rtlCol="0" fromWordArt="0" anchor="ctr" anchorCtr="0" forceAA="0" compatLnSpc="1">
              <a:noAutofit/>
            </a:bodyPr>
            <a:lstStyle/>
            <a:p>
              <a:pPr algn="ctr" defTabSz="914400">
                <a:defRPr/>
              </a:pPr>
              <a:endParaRPr lang="zh-CN" altLang="en-US" sz="1800" b="1">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9" name="PPT世界-8-4"/>
            <p:cNvSpPr>
              <a:spLocks noChangeAspect="1"/>
            </p:cNvSpPr>
            <p:nvPr/>
          </p:nvSpPr>
          <p:spPr>
            <a:xfrm>
              <a:off x="4944112" y="2291951"/>
              <a:ext cx="2303779" cy="2303779"/>
            </a:xfrm>
            <a:prstGeom prst="ellipse">
              <a:avLst/>
            </a:prstGeom>
            <a:noFill/>
            <a:ln w="6350">
              <a:gradFill>
                <a:gsLst>
                  <a:gs pos="0">
                    <a:schemeClr val="accent1"/>
                  </a:gs>
                  <a:gs pos="56000">
                    <a:schemeClr val="accent1">
                      <a:alpha val="0"/>
                    </a:schemeClr>
                  </a:gs>
                  <a:gs pos="45000">
                    <a:schemeClr val="accent1">
                      <a:alpha val="0"/>
                    </a:schemeClr>
                  </a:gs>
                  <a:gs pos="100000">
                    <a:schemeClr val="accent1"/>
                  </a:gs>
                </a:gsLst>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35" tIns="45718" rIns="91435" bIns="45718" numCol="1" spcCol="0" rtlCol="0" fromWordArt="0" anchor="ctr" anchorCtr="0" forceAA="0" compatLnSpc="1">
              <a:noAutofit/>
            </a:bodyPr>
            <a:lstStyle/>
            <a:p>
              <a:pPr algn="ctr" defTabSz="914400">
                <a:defRPr/>
              </a:pPr>
              <a:endParaRPr lang="zh-CN" altLang="en-US" sz="1800" b="1">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30" name="PPT世界-8-5"/>
            <p:cNvSpPr>
              <a:spLocks noChangeAspect="1"/>
            </p:cNvSpPr>
            <p:nvPr/>
          </p:nvSpPr>
          <p:spPr>
            <a:xfrm>
              <a:off x="5365754" y="2713593"/>
              <a:ext cx="1460496" cy="1460496"/>
            </a:xfrm>
            <a:prstGeom prst="ellipse">
              <a:avLst/>
            </a:pr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914400">
                <a:defRPr/>
              </a:pPr>
              <a:endParaRPr lang="zh-CN" altLang="en-US" sz="1800" b="1">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31" name="PPT世界-8-6"/>
            <p:cNvSpPr>
              <a:spLocks noChangeAspect="1"/>
            </p:cNvSpPr>
            <p:nvPr/>
          </p:nvSpPr>
          <p:spPr>
            <a:xfrm>
              <a:off x="5159338" y="2507177"/>
              <a:ext cx="1873329" cy="1873329"/>
            </a:xfrm>
            <a:prstGeom prst="ellipse">
              <a:avLst/>
            </a:prstGeom>
            <a:noFill/>
            <a:ln w="15875" cap="flat" cmpd="sng" algn="ctr">
              <a:gradFill flip="none" rotWithShape="1">
                <a:gsLst>
                  <a:gs pos="0">
                    <a:schemeClr val="accent1"/>
                  </a:gs>
                  <a:gs pos="56000">
                    <a:schemeClr val="accent1">
                      <a:alpha val="0"/>
                    </a:schemeClr>
                  </a:gs>
                  <a:gs pos="45000">
                    <a:schemeClr val="accent1">
                      <a:alpha val="0"/>
                    </a:schemeClr>
                  </a:gs>
                  <a:gs pos="100000">
                    <a:schemeClr val="accent1"/>
                  </a:gs>
                </a:gsLst>
                <a:lin ang="13500000" scaled="1"/>
              </a:gradFill>
              <a:prstDash val="solid"/>
              <a:miter lim="800000"/>
            </a:ln>
            <a:effectLst/>
          </p:spPr>
          <p:txBody>
            <a:bodyPr rtlCol="0" anchor="ctr">
              <a:noAutofit/>
            </a:bodyPr>
            <a:lstStyle/>
            <a:p>
              <a:pPr algn="ctr" defTabSz="457200">
                <a:defRPr/>
              </a:pPr>
              <a:endParaRPr lang="zh-CN" altLang="en-US" sz="1800" b="1" kern="0">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32" name="PPT世界-8-7" descr="e7d195523061f1c0c30ee18c1b05f65d12b38e2533cb2ccdAE0CC34CB5CBEBFAEC353FED4DECE97C3E379FD1D933F5E4DC18EF8EA6B7A1130D5F6DE9DD2BE4B0A8C9126ACE5083D1F5A9E323B29CCFC719943B77D863AB77335A00C842BF524346F6D4332DECCD964A90C37CF4A03A8F8C29A883A4D7151BA9DF98E99B9AC939A418790FFD843C21"/>
            <p:cNvSpPr>
              <a:spLocks noChangeAspect="1"/>
            </p:cNvSpPr>
            <p:nvPr/>
          </p:nvSpPr>
          <p:spPr>
            <a:xfrm>
              <a:off x="4512001" y="1859840"/>
              <a:ext cx="3168000" cy="3168000"/>
            </a:xfrm>
            <a:prstGeom prst="arc">
              <a:avLst/>
            </a:prstGeom>
            <a:noFill/>
            <a:ln w="38100" cap="flat" cmpd="sng" algn="ctr">
              <a:gradFill>
                <a:gsLst>
                  <a:gs pos="0">
                    <a:schemeClr val="accent1">
                      <a:alpha val="0"/>
                    </a:schemeClr>
                  </a:gs>
                  <a:gs pos="100000">
                    <a:schemeClr val="accent1">
                      <a:alpha val="60000"/>
                    </a:schemeClr>
                  </a:gs>
                </a:gsLst>
                <a:lin ang="5400000" scaled="1"/>
              </a:gradFill>
              <a:prstDash val="solid"/>
              <a:miter lim="800000"/>
              <a:headEnd type="none" w="med" len="med"/>
              <a:tailEnd type="arrow" w="med" len="med"/>
            </a:ln>
            <a:effectLst/>
          </p:spPr>
          <p:txBody>
            <a:bodyPr rtlCol="0" anchor="ctr">
              <a:noAutofit/>
            </a:bodyPr>
            <a:lstStyle/>
            <a:p>
              <a:pPr algn="ctr" defTabSz="457200">
                <a:defRPr/>
              </a:pPr>
              <a:endParaRPr lang="zh-CN" altLang="en-US" sz="1800" b="1" kern="0">
                <a:solidFill>
                  <a:prstClr val="black"/>
                </a:solidFill>
                <a:latin typeface="思源宋体 Heavy" panose="02020900000000000000" charset="-122"/>
                <a:ea typeface="思源宋体 Heavy" panose="02020900000000000000" charset="-122"/>
                <a:cs typeface="Aa楷体" panose="02000500000000000000" pitchFamily="2" charset="-122"/>
                <a:sym typeface="+mn-lt"/>
              </a:endParaRPr>
            </a:p>
          </p:txBody>
        </p:sp>
      </p:grpSp>
      <p:grpSp>
        <p:nvGrpSpPr>
          <p:cNvPr id="33" name="组合 32"/>
          <p:cNvGrpSpPr/>
          <p:nvPr/>
        </p:nvGrpSpPr>
        <p:grpSpPr>
          <a:xfrm>
            <a:off x="5707750" y="3471405"/>
            <a:ext cx="795140" cy="510516"/>
            <a:chOff x="10331583" y="1792298"/>
            <a:chExt cx="457940" cy="294019"/>
          </a:xfrm>
          <a:solidFill>
            <a:schemeClr val="bg1"/>
          </a:solidFill>
        </p:grpSpPr>
        <p:sp>
          <p:nvSpPr>
            <p:cNvPr id="34" name="Oval 56"/>
            <p:cNvSpPr>
              <a:spLocks noChangeArrowheads="1"/>
            </p:cNvSpPr>
            <p:nvPr/>
          </p:nvSpPr>
          <p:spPr bwMode="auto">
            <a:xfrm>
              <a:off x="10503311" y="1792298"/>
              <a:ext cx="114485" cy="11448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28" tIns="45714" rIns="91428" bIns="45714" numCol="1" anchor="t" anchorCtr="0" compatLnSpc="1"/>
            <a:lstStyle/>
            <a:p>
              <a:endParaRPr lang="zh-CN" altLang="en-US"/>
            </a:p>
          </p:txBody>
        </p:sp>
        <p:sp>
          <p:nvSpPr>
            <p:cNvPr id="35" name="Freeform 57"/>
            <p:cNvSpPr/>
            <p:nvPr/>
          </p:nvSpPr>
          <p:spPr bwMode="auto">
            <a:xfrm>
              <a:off x="10331583" y="1938006"/>
              <a:ext cx="114485" cy="111883"/>
            </a:xfrm>
            <a:custGeom>
              <a:avLst/>
              <a:gdLst>
                <a:gd name="T0" fmla="*/ 34 w 48"/>
                <a:gd name="T1" fmla="*/ 10 h 47"/>
                <a:gd name="T2" fmla="*/ 15 w 48"/>
                <a:gd name="T3" fmla="*/ 1 h 47"/>
                <a:gd name="T4" fmla="*/ 14 w 48"/>
                <a:gd name="T5" fmla="*/ 0 h 47"/>
                <a:gd name="T6" fmla="*/ 0 w 48"/>
                <a:gd name="T7" fmla="*/ 28 h 47"/>
                <a:gd name="T8" fmla="*/ 0 w 48"/>
                <a:gd name="T9" fmla="*/ 46 h 47"/>
                <a:gd name="T10" fmla="*/ 1 w 48"/>
                <a:gd name="T11" fmla="*/ 47 h 47"/>
                <a:gd name="T12" fmla="*/ 43 w 48"/>
                <a:gd name="T13" fmla="*/ 47 h 47"/>
                <a:gd name="T14" fmla="*/ 43 w 48"/>
                <a:gd name="T15" fmla="*/ 27 h 47"/>
                <a:gd name="T16" fmla="*/ 48 w 48"/>
                <a:gd name="T17" fmla="*/ 5 h 47"/>
                <a:gd name="T18" fmla="*/ 34 w 48"/>
                <a:gd name="T19"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7">
                  <a:moveTo>
                    <a:pt x="34" y="10"/>
                  </a:moveTo>
                  <a:cubicBezTo>
                    <a:pt x="26" y="10"/>
                    <a:pt x="19" y="7"/>
                    <a:pt x="15" y="1"/>
                  </a:cubicBezTo>
                  <a:cubicBezTo>
                    <a:pt x="15" y="0"/>
                    <a:pt x="14" y="0"/>
                    <a:pt x="14" y="0"/>
                  </a:cubicBezTo>
                  <a:cubicBezTo>
                    <a:pt x="5" y="7"/>
                    <a:pt x="0" y="17"/>
                    <a:pt x="0" y="28"/>
                  </a:cubicBezTo>
                  <a:cubicBezTo>
                    <a:pt x="0" y="28"/>
                    <a:pt x="0" y="45"/>
                    <a:pt x="0" y="46"/>
                  </a:cubicBezTo>
                  <a:cubicBezTo>
                    <a:pt x="0" y="47"/>
                    <a:pt x="0" y="47"/>
                    <a:pt x="1" y="47"/>
                  </a:cubicBezTo>
                  <a:cubicBezTo>
                    <a:pt x="43" y="47"/>
                    <a:pt x="43" y="47"/>
                    <a:pt x="43" y="47"/>
                  </a:cubicBezTo>
                  <a:cubicBezTo>
                    <a:pt x="43" y="38"/>
                    <a:pt x="43" y="27"/>
                    <a:pt x="43" y="27"/>
                  </a:cubicBezTo>
                  <a:cubicBezTo>
                    <a:pt x="43" y="19"/>
                    <a:pt x="45" y="12"/>
                    <a:pt x="48" y="5"/>
                  </a:cubicBezTo>
                  <a:cubicBezTo>
                    <a:pt x="44" y="8"/>
                    <a:pt x="39" y="10"/>
                    <a:pt x="3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8" tIns="45714" rIns="91428" bIns="45714" numCol="1" anchor="t" anchorCtr="0" compatLnSpc="1"/>
            <a:lstStyle/>
            <a:p>
              <a:endParaRPr lang="zh-CN" altLang="en-US"/>
            </a:p>
          </p:txBody>
        </p:sp>
        <p:sp>
          <p:nvSpPr>
            <p:cNvPr id="36" name="Freeform 58"/>
            <p:cNvSpPr/>
            <p:nvPr/>
          </p:nvSpPr>
          <p:spPr bwMode="auto">
            <a:xfrm>
              <a:off x="10675038" y="1938006"/>
              <a:ext cx="114485" cy="111883"/>
            </a:xfrm>
            <a:custGeom>
              <a:avLst/>
              <a:gdLst>
                <a:gd name="T0" fmla="*/ 33 w 48"/>
                <a:gd name="T1" fmla="*/ 0 h 47"/>
                <a:gd name="T2" fmla="*/ 32 w 48"/>
                <a:gd name="T3" fmla="*/ 1 h 47"/>
                <a:gd name="T4" fmla="*/ 13 w 48"/>
                <a:gd name="T5" fmla="*/ 10 h 47"/>
                <a:gd name="T6" fmla="*/ 0 w 48"/>
                <a:gd name="T7" fmla="*/ 6 h 47"/>
                <a:gd name="T8" fmla="*/ 4 w 48"/>
                <a:gd name="T9" fmla="*/ 27 h 47"/>
                <a:gd name="T10" fmla="*/ 4 w 48"/>
                <a:gd name="T11" fmla="*/ 47 h 47"/>
                <a:gd name="T12" fmla="*/ 46 w 48"/>
                <a:gd name="T13" fmla="*/ 47 h 47"/>
                <a:gd name="T14" fmla="*/ 47 w 48"/>
                <a:gd name="T15" fmla="*/ 46 h 47"/>
                <a:gd name="T16" fmla="*/ 48 w 48"/>
                <a:gd name="T17" fmla="*/ 28 h 47"/>
                <a:gd name="T18" fmla="*/ 33 w 48"/>
                <a:gd name="T1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7">
                  <a:moveTo>
                    <a:pt x="33" y="0"/>
                  </a:moveTo>
                  <a:cubicBezTo>
                    <a:pt x="33" y="0"/>
                    <a:pt x="32" y="0"/>
                    <a:pt x="32" y="1"/>
                  </a:cubicBezTo>
                  <a:cubicBezTo>
                    <a:pt x="28" y="7"/>
                    <a:pt x="21" y="10"/>
                    <a:pt x="13" y="10"/>
                  </a:cubicBezTo>
                  <a:cubicBezTo>
                    <a:pt x="8" y="10"/>
                    <a:pt x="4" y="8"/>
                    <a:pt x="0" y="6"/>
                  </a:cubicBezTo>
                  <a:cubicBezTo>
                    <a:pt x="3" y="12"/>
                    <a:pt x="4" y="19"/>
                    <a:pt x="4" y="27"/>
                  </a:cubicBezTo>
                  <a:cubicBezTo>
                    <a:pt x="4" y="27"/>
                    <a:pt x="4" y="38"/>
                    <a:pt x="4" y="47"/>
                  </a:cubicBezTo>
                  <a:cubicBezTo>
                    <a:pt x="46" y="47"/>
                    <a:pt x="46" y="47"/>
                    <a:pt x="46" y="47"/>
                  </a:cubicBezTo>
                  <a:cubicBezTo>
                    <a:pt x="47" y="47"/>
                    <a:pt x="47" y="47"/>
                    <a:pt x="47" y="46"/>
                  </a:cubicBezTo>
                  <a:cubicBezTo>
                    <a:pt x="48" y="45"/>
                    <a:pt x="48" y="28"/>
                    <a:pt x="48" y="28"/>
                  </a:cubicBezTo>
                  <a:cubicBezTo>
                    <a:pt x="48" y="17"/>
                    <a:pt x="42" y="7"/>
                    <a:pt x="3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8" tIns="45714" rIns="91428" bIns="45714" numCol="1" anchor="t" anchorCtr="0" compatLnSpc="1"/>
            <a:lstStyle/>
            <a:p>
              <a:endParaRPr lang="zh-CN" altLang="en-US"/>
            </a:p>
          </p:txBody>
        </p:sp>
        <p:sp>
          <p:nvSpPr>
            <p:cNvPr id="37" name="Freeform 59"/>
            <p:cNvSpPr/>
            <p:nvPr/>
          </p:nvSpPr>
          <p:spPr bwMode="auto">
            <a:xfrm>
              <a:off x="10452573" y="1915890"/>
              <a:ext cx="213358" cy="170427"/>
            </a:xfrm>
            <a:custGeom>
              <a:avLst/>
              <a:gdLst>
                <a:gd name="T0" fmla="*/ 71 w 89"/>
                <a:gd name="T1" fmla="*/ 0 h 71"/>
                <a:gd name="T2" fmla="*/ 70 w 89"/>
                <a:gd name="T3" fmla="*/ 0 h 71"/>
                <a:gd name="T4" fmla="*/ 45 w 89"/>
                <a:gd name="T5" fmla="*/ 13 h 71"/>
                <a:gd name="T6" fmla="*/ 20 w 89"/>
                <a:gd name="T7" fmla="*/ 0 h 71"/>
                <a:gd name="T8" fmla="*/ 19 w 89"/>
                <a:gd name="T9" fmla="*/ 0 h 71"/>
                <a:gd name="T10" fmla="*/ 0 w 89"/>
                <a:gd name="T11" fmla="*/ 36 h 71"/>
                <a:gd name="T12" fmla="*/ 1 w 89"/>
                <a:gd name="T13" fmla="*/ 70 h 71"/>
                <a:gd name="T14" fmla="*/ 2 w 89"/>
                <a:gd name="T15" fmla="*/ 71 h 71"/>
                <a:gd name="T16" fmla="*/ 88 w 89"/>
                <a:gd name="T17" fmla="*/ 71 h 71"/>
                <a:gd name="T18" fmla="*/ 89 w 89"/>
                <a:gd name="T19" fmla="*/ 70 h 71"/>
                <a:gd name="T20" fmla="*/ 89 w 89"/>
                <a:gd name="T21" fmla="*/ 36 h 71"/>
                <a:gd name="T22" fmla="*/ 71 w 89"/>
                <a:gd name="T23"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 h="71">
                  <a:moveTo>
                    <a:pt x="71" y="0"/>
                  </a:moveTo>
                  <a:cubicBezTo>
                    <a:pt x="71" y="0"/>
                    <a:pt x="70" y="0"/>
                    <a:pt x="70" y="0"/>
                  </a:cubicBezTo>
                  <a:cubicBezTo>
                    <a:pt x="64" y="8"/>
                    <a:pt x="55" y="13"/>
                    <a:pt x="45" y="13"/>
                  </a:cubicBezTo>
                  <a:cubicBezTo>
                    <a:pt x="35" y="13"/>
                    <a:pt x="26" y="8"/>
                    <a:pt x="20" y="0"/>
                  </a:cubicBezTo>
                  <a:cubicBezTo>
                    <a:pt x="20" y="0"/>
                    <a:pt x="19" y="0"/>
                    <a:pt x="19" y="0"/>
                  </a:cubicBezTo>
                  <a:cubicBezTo>
                    <a:pt x="7" y="8"/>
                    <a:pt x="0" y="22"/>
                    <a:pt x="0" y="36"/>
                  </a:cubicBezTo>
                  <a:cubicBezTo>
                    <a:pt x="0" y="36"/>
                    <a:pt x="0" y="69"/>
                    <a:pt x="1" y="70"/>
                  </a:cubicBezTo>
                  <a:cubicBezTo>
                    <a:pt x="1" y="71"/>
                    <a:pt x="1" y="71"/>
                    <a:pt x="2" y="71"/>
                  </a:cubicBezTo>
                  <a:cubicBezTo>
                    <a:pt x="88" y="71"/>
                    <a:pt x="88" y="71"/>
                    <a:pt x="88" y="71"/>
                  </a:cubicBezTo>
                  <a:cubicBezTo>
                    <a:pt x="89" y="71"/>
                    <a:pt x="89" y="71"/>
                    <a:pt x="89" y="70"/>
                  </a:cubicBezTo>
                  <a:cubicBezTo>
                    <a:pt x="89" y="69"/>
                    <a:pt x="89" y="36"/>
                    <a:pt x="89" y="36"/>
                  </a:cubicBezTo>
                  <a:cubicBezTo>
                    <a:pt x="89" y="22"/>
                    <a:pt x="83" y="8"/>
                    <a:pt x="7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8" tIns="45714" rIns="91428" bIns="45714" numCol="1" anchor="t" anchorCtr="0" compatLnSpc="1"/>
            <a:lstStyle/>
            <a:p>
              <a:endParaRPr lang="zh-CN" altLang="en-US"/>
            </a:p>
          </p:txBody>
        </p:sp>
        <p:sp>
          <p:nvSpPr>
            <p:cNvPr id="38" name="Oval 60"/>
            <p:cNvSpPr>
              <a:spLocks noChangeArrowheads="1"/>
            </p:cNvSpPr>
            <p:nvPr/>
          </p:nvSpPr>
          <p:spPr bwMode="auto">
            <a:xfrm>
              <a:off x="10366709" y="1835230"/>
              <a:ext cx="88466" cy="884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28" tIns="45714" rIns="91428" bIns="45714" numCol="1" anchor="t" anchorCtr="0" compatLnSpc="1"/>
            <a:lstStyle/>
            <a:p>
              <a:endParaRPr lang="zh-CN" altLang="en-US"/>
            </a:p>
          </p:txBody>
        </p:sp>
        <p:sp>
          <p:nvSpPr>
            <p:cNvPr id="39" name="Oval 61"/>
            <p:cNvSpPr>
              <a:spLocks noChangeArrowheads="1"/>
            </p:cNvSpPr>
            <p:nvPr/>
          </p:nvSpPr>
          <p:spPr bwMode="auto">
            <a:xfrm>
              <a:off x="10663329" y="1835230"/>
              <a:ext cx="88466" cy="884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28" tIns="45714" rIns="91428" bIns="45714" numCol="1" anchor="t" anchorCtr="0" compatLnSpc="1"/>
            <a:lstStyle/>
            <a:p>
              <a:endParaRPr lang="zh-CN" altLang="en-US"/>
            </a:p>
          </p:txBody>
        </p:sp>
      </p:grpSp>
      <p:grpSp>
        <p:nvGrpSpPr>
          <p:cNvPr id="2" name="组合 1"/>
          <p:cNvGrpSpPr/>
          <p:nvPr/>
        </p:nvGrpSpPr>
        <p:grpSpPr>
          <a:xfrm>
            <a:off x="193291" y="317173"/>
            <a:ext cx="5179768" cy="871755"/>
            <a:chOff x="193291" y="317173"/>
            <a:chExt cx="5179768" cy="871755"/>
          </a:xfrm>
        </p:grpSpPr>
        <p:sp>
          <p:nvSpPr>
            <p:cNvPr id="40" name="文本框 39"/>
            <p:cNvSpPr txBox="1"/>
            <p:nvPr/>
          </p:nvSpPr>
          <p:spPr>
            <a:xfrm>
              <a:off x="1059985" y="357880"/>
              <a:ext cx="4313074" cy="688073"/>
            </a:xfrm>
            <a:prstGeom prst="rect">
              <a:avLst/>
            </a:prstGeom>
            <a:noFill/>
          </p:spPr>
          <p:txBody>
            <a:bodyPr wrap="square" rtlCol="0">
              <a:spAutoFit/>
            </a:bodyPr>
            <a:lstStyle/>
            <a:p>
              <a:pPr lvl="0">
                <a:lnSpc>
                  <a:spcPct val="130000"/>
                </a:lnSpc>
                <a:defRPr/>
              </a:pPr>
              <a:r>
                <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rPr>
                <a:t>论文总结及致谢</a:t>
              </a:r>
              <a:endPar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endParaRPr>
            </a:p>
          </p:txBody>
        </p:sp>
        <p:pic>
          <p:nvPicPr>
            <p:cNvPr id="41" name="图片 40"/>
            <p:cNvPicPr>
              <a:picLocks noChangeAspect="1"/>
            </p:cNvPicPr>
            <p:nvPr/>
          </p:nvPicPr>
          <p:blipFill>
            <a:blip r:embed="rId1">
              <a:duotone>
                <a:schemeClr val="accent1">
                  <a:shade val="45000"/>
                  <a:satMod val="135000"/>
                </a:schemeClr>
                <a:prstClr val="white"/>
              </a:duotone>
              <a:extLst>
                <a:ext uri="{28A0092B-C50C-407E-A947-70E740481C1C}">
                  <a14:useLocalDpi xmlns:a14="http://schemas.microsoft.com/office/drawing/2010/main" val="0"/>
                </a:ext>
              </a:extLst>
            </a:blip>
            <a:srcRect l="24588" t="52000" r="15417" b="10555"/>
            <a:stretch>
              <a:fillRect/>
            </a:stretch>
          </p:blipFill>
          <p:spPr>
            <a:xfrm>
              <a:off x="193291" y="317173"/>
              <a:ext cx="931043" cy="871755"/>
            </a:xfrm>
            <a:prstGeom prst="rect">
              <a:avLst/>
            </a:prstGeom>
          </p:spPr>
        </p:pic>
      </p:gr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anim calcmode="lin" valueType="num">
                                      <p:cBhvr>
                                        <p:cTn id="14" dur="500" fill="hold"/>
                                        <p:tgtEl>
                                          <p:spTgt spid="3"/>
                                        </p:tgtEl>
                                        <p:attrNameLst>
                                          <p:attrName>ppt_x</p:attrName>
                                        </p:attrNameLst>
                                      </p:cBhvr>
                                      <p:tavLst>
                                        <p:tav tm="0">
                                          <p:val>
                                            <p:strVal val="#ppt_x"/>
                                          </p:val>
                                        </p:tav>
                                        <p:tav tm="100000">
                                          <p:val>
                                            <p:strVal val="#ppt_x"/>
                                          </p:val>
                                        </p:tav>
                                      </p:tavLst>
                                    </p:anim>
                                    <p:anim calcmode="lin" valueType="num">
                                      <p:cBhvr>
                                        <p:cTn id="15" dur="500" fill="hold"/>
                                        <p:tgtEl>
                                          <p:spTgt spid="3"/>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anim calcmode="lin" valueType="num">
                                      <p:cBhvr>
                                        <p:cTn id="20" dur="500" fill="hold"/>
                                        <p:tgtEl>
                                          <p:spTgt spid="13"/>
                                        </p:tgtEl>
                                        <p:attrNameLst>
                                          <p:attrName>ppt_x</p:attrName>
                                        </p:attrNameLst>
                                      </p:cBhvr>
                                      <p:tavLst>
                                        <p:tav tm="0">
                                          <p:val>
                                            <p:strVal val="#ppt_x"/>
                                          </p:val>
                                        </p:tav>
                                        <p:tav tm="100000">
                                          <p:val>
                                            <p:strVal val="#ppt_x"/>
                                          </p:val>
                                        </p:tav>
                                      </p:tavLst>
                                    </p:anim>
                                    <p:anim calcmode="lin" valueType="num">
                                      <p:cBhvr>
                                        <p:cTn id="21" dur="500" fill="hold"/>
                                        <p:tgtEl>
                                          <p:spTgt spid="13"/>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grpId="0"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anim calcmode="lin" valueType="num">
                                      <p:cBhvr>
                                        <p:cTn id="26" dur="500" fill="hold"/>
                                        <p:tgtEl>
                                          <p:spTgt spid="24"/>
                                        </p:tgtEl>
                                        <p:attrNameLst>
                                          <p:attrName>ppt_x</p:attrName>
                                        </p:attrNameLst>
                                      </p:cBhvr>
                                      <p:tavLst>
                                        <p:tav tm="0">
                                          <p:val>
                                            <p:strVal val="#ppt_x"/>
                                          </p:val>
                                        </p:tav>
                                        <p:tav tm="100000">
                                          <p:val>
                                            <p:strVal val="#ppt_x"/>
                                          </p:val>
                                        </p:tav>
                                      </p:tavLst>
                                    </p:anim>
                                    <p:anim calcmode="lin" valueType="num">
                                      <p:cBhvr>
                                        <p:cTn id="27" dur="5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8324681" y="2161230"/>
            <a:ext cx="1063907" cy="1070686"/>
            <a:chOff x="8324925" y="3103149"/>
            <a:chExt cx="1064024" cy="1070803"/>
          </a:xfrm>
        </p:grpSpPr>
        <p:sp>
          <p:nvSpPr>
            <p:cNvPr id="8" name="ïṣľiḍê"/>
            <p:cNvSpPr/>
            <p:nvPr/>
          </p:nvSpPr>
          <p:spPr bwMode="auto">
            <a:xfrm>
              <a:off x="8324925" y="3103149"/>
              <a:ext cx="1064024" cy="1070803"/>
            </a:xfrm>
            <a:prstGeom prst="ellipse">
              <a:avLst/>
            </a:prstGeom>
            <a:solidFill>
              <a:schemeClr val="accent2">
                <a:lumMod val="60000"/>
                <a:lumOff val="4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9" name="îṧliḑê"/>
            <p:cNvSpPr/>
            <p:nvPr/>
          </p:nvSpPr>
          <p:spPr bwMode="auto">
            <a:xfrm>
              <a:off x="8651864" y="3447028"/>
              <a:ext cx="410146" cy="383044"/>
            </a:xfrm>
            <a:custGeom>
              <a:avLst/>
              <a:gdLst>
                <a:gd name="connsiteX0" fmla="*/ 420884 w 608697"/>
                <a:gd name="connsiteY0" fmla="*/ 485137 h 568475"/>
                <a:gd name="connsiteX1" fmla="*/ 589080 w 608697"/>
                <a:gd name="connsiteY1" fmla="*/ 485137 h 568475"/>
                <a:gd name="connsiteX2" fmla="*/ 608697 w 608697"/>
                <a:gd name="connsiteY2" fmla="*/ 504650 h 568475"/>
                <a:gd name="connsiteX3" fmla="*/ 608697 w 608697"/>
                <a:gd name="connsiteY3" fmla="*/ 511203 h 568475"/>
                <a:gd name="connsiteX4" fmla="*/ 589080 w 608697"/>
                <a:gd name="connsiteY4" fmla="*/ 530716 h 568475"/>
                <a:gd name="connsiteX5" fmla="*/ 418721 w 608697"/>
                <a:gd name="connsiteY5" fmla="*/ 530716 h 568475"/>
                <a:gd name="connsiteX6" fmla="*/ 330483 w 608697"/>
                <a:gd name="connsiteY6" fmla="*/ 564900 h 568475"/>
                <a:gd name="connsiteX7" fmla="*/ 320861 w 608697"/>
                <a:gd name="connsiteY7" fmla="*/ 568475 h 568475"/>
                <a:gd name="connsiteX8" fmla="*/ 320861 w 608697"/>
                <a:gd name="connsiteY8" fmla="*/ 526992 h 568475"/>
                <a:gd name="connsiteX9" fmla="*/ 328096 w 608697"/>
                <a:gd name="connsiteY9" fmla="*/ 513438 h 568475"/>
                <a:gd name="connsiteX10" fmla="*/ 420884 w 608697"/>
                <a:gd name="connsiteY10" fmla="*/ 485137 h 568475"/>
                <a:gd name="connsiteX11" fmla="*/ 19622 w 608697"/>
                <a:gd name="connsiteY11" fmla="*/ 485137 h 568475"/>
                <a:gd name="connsiteX12" fmla="*/ 187860 w 608697"/>
                <a:gd name="connsiteY12" fmla="*/ 485137 h 568475"/>
                <a:gd name="connsiteX13" fmla="*/ 280670 w 608697"/>
                <a:gd name="connsiteY13" fmla="*/ 513438 h 568475"/>
                <a:gd name="connsiteX14" fmla="*/ 287907 w 608697"/>
                <a:gd name="connsiteY14" fmla="*/ 526992 h 568475"/>
                <a:gd name="connsiteX15" fmla="*/ 287907 w 608697"/>
                <a:gd name="connsiteY15" fmla="*/ 568475 h 568475"/>
                <a:gd name="connsiteX16" fmla="*/ 278134 w 608697"/>
                <a:gd name="connsiteY16" fmla="*/ 564826 h 568475"/>
                <a:gd name="connsiteX17" fmla="*/ 187860 w 608697"/>
                <a:gd name="connsiteY17" fmla="*/ 530716 h 568475"/>
                <a:gd name="connsiteX18" fmla="*/ 19622 w 608697"/>
                <a:gd name="connsiteY18" fmla="*/ 530716 h 568475"/>
                <a:gd name="connsiteX19" fmla="*/ 0 w 608697"/>
                <a:gd name="connsiteY19" fmla="*/ 511203 h 568475"/>
                <a:gd name="connsiteX20" fmla="*/ 0 w 608697"/>
                <a:gd name="connsiteY20" fmla="*/ 504650 h 568475"/>
                <a:gd name="connsiteX21" fmla="*/ 19622 w 608697"/>
                <a:gd name="connsiteY21" fmla="*/ 485137 h 568475"/>
                <a:gd name="connsiteX22" fmla="*/ 420884 w 608697"/>
                <a:gd name="connsiteY22" fmla="*/ 29920 h 568475"/>
                <a:gd name="connsiteX23" fmla="*/ 438710 w 608697"/>
                <a:gd name="connsiteY23" fmla="*/ 29920 h 568475"/>
                <a:gd name="connsiteX24" fmla="*/ 438710 w 608697"/>
                <a:gd name="connsiteY24" fmla="*/ 162804 h 568475"/>
                <a:gd name="connsiteX25" fmla="*/ 450421 w 608697"/>
                <a:gd name="connsiteY25" fmla="*/ 193343 h 568475"/>
                <a:gd name="connsiteX26" fmla="*/ 473469 w 608697"/>
                <a:gd name="connsiteY26" fmla="*/ 218817 h 568475"/>
                <a:gd name="connsiteX27" fmla="*/ 500097 w 608697"/>
                <a:gd name="connsiteY27" fmla="*/ 230661 h 568475"/>
                <a:gd name="connsiteX28" fmla="*/ 526799 w 608697"/>
                <a:gd name="connsiteY28" fmla="*/ 218817 h 568475"/>
                <a:gd name="connsiteX29" fmla="*/ 549772 w 608697"/>
                <a:gd name="connsiteY29" fmla="*/ 193343 h 568475"/>
                <a:gd name="connsiteX30" fmla="*/ 561557 w 608697"/>
                <a:gd name="connsiteY30" fmla="*/ 162804 h 568475"/>
                <a:gd name="connsiteX31" fmla="*/ 561557 w 608697"/>
                <a:gd name="connsiteY31" fmla="*/ 29920 h 568475"/>
                <a:gd name="connsiteX32" fmla="*/ 589080 w 608697"/>
                <a:gd name="connsiteY32" fmla="*/ 29920 h 568475"/>
                <a:gd name="connsiteX33" fmla="*/ 608697 w 608697"/>
                <a:gd name="connsiteY33" fmla="*/ 49435 h 568475"/>
                <a:gd name="connsiteX34" fmla="*/ 608697 w 608697"/>
                <a:gd name="connsiteY34" fmla="*/ 440489 h 568475"/>
                <a:gd name="connsiteX35" fmla="*/ 589080 w 608697"/>
                <a:gd name="connsiteY35" fmla="*/ 460004 h 568475"/>
                <a:gd name="connsiteX36" fmla="*/ 420884 w 608697"/>
                <a:gd name="connsiteY36" fmla="*/ 460004 h 568475"/>
                <a:gd name="connsiteX37" fmla="*/ 320861 w 608697"/>
                <a:gd name="connsiteY37" fmla="*/ 497769 h 568475"/>
                <a:gd name="connsiteX38" fmla="*/ 320861 w 608697"/>
                <a:gd name="connsiteY38" fmla="*/ 67610 h 568475"/>
                <a:gd name="connsiteX39" fmla="*/ 420884 w 608697"/>
                <a:gd name="connsiteY39" fmla="*/ 29920 h 568475"/>
                <a:gd name="connsiteX40" fmla="*/ 19622 w 608697"/>
                <a:gd name="connsiteY40" fmla="*/ 29920 h 568475"/>
                <a:gd name="connsiteX41" fmla="*/ 187860 w 608697"/>
                <a:gd name="connsiteY41" fmla="*/ 29920 h 568475"/>
                <a:gd name="connsiteX42" fmla="*/ 287907 w 608697"/>
                <a:gd name="connsiteY42" fmla="*/ 67610 h 568475"/>
                <a:gd name="connsiteX43" fmla="*/ 287907 w 608697"/>
                <a:gd name="connsiteY43" fmla="*/ 497769 h 568475"/>
                <a:gd name="connsiteX44" fmla="*/ 187860 w 608697"/>
                <a:gd name="connsiteY44" fmla="*/ 460004 h 568475"/>
                <a:gd name="connsiteX45" fmla="*/ 19622 w 608697"/>
                <a:gd name="connsiteY45" fmla="*/ 460004 h 568475"/>
                <a:gd name="connsiteX46" fmla="*/ 0 w 608697"/>
                <a:gd name="connsiteY46" fmla="*/ 440489 h 568475"/>
                <a:gd name="connsiteX47" fmla="*/ 0 w 608697"/>
                <a:gd name="connsiteY47" fmla="*/ 49435 h 568475"/>
                <a:gd name="connsiteX48" fmla="*/ 19622 w 608697"/>
                <a:gd name="connsiteY48" fmla="*/ 29920 h 568475"/>
                <a:gd name="connsiteX49" fmla="*/ 484356 w 608697"/>
                <a:gd name="connsiteY49" fmla="*/ 0 h 568475"/>
                <a:gd name="connsiteX50" fmla="*/ 515833 w 608697"/>
                <a:gd name="connsiteY50" fmla="*/ 0 h 568475"/>
                <a:gd name="connsiteX51" fmla="*/ 535450 w 608697"/>
                <a:gd name="connsiteY51" fmla="*/ 19586 h 568475"/>
                <a:gd name="connsiteX52" fmla="*/ 535450 w 608697"/>
                <a:gd name="connsiteY52" fmla="*/ 29937 h 568475"/>
                <a:gd name="connsiteX53" fmla="*/ 535450 w 608697"/>
                <a:gd name="connsiteY53" fmla="*/ 162791 h 568475"/>
                <a:gd name="connsiteX54" fmla="*/ 530378 w 608697"/>
                <a:gd name="connsiteY54" fmla="*/ 175898 h 568475"/>
                <a:gd name="connsiteX55" fmla="*/ 507404 w 608697"/>
                <a:gd name="connsiteY55" fmla="*/ 201367 h 568475"/>
                <a:gd name="connsiteX56" fmla="*/ 500095 w 608697"/>
                <a:gd name="connsiteY56" fmla="*/ 204569 h 568475"/>
                <a:gd name="connsiteX57" fmla="*/ 492860 w 608697"/>
                <a:gd name="connsiteY57" fmla="*/ 201367 h 568475"/>
                <a:gd name="connsiteX58" fmla="*/ 469811 w 608697"/>
                <a:gd name="connsiteY58" fmla="*/ 175898 h 568475"/>
                <a:gd name="connsiteX59" fmla="*/ 464814 w 608697"/>
                <a:gd name="connsiteY59" fmla="*/ 162791 h 568475"/>
                <a:gd name="connsiteX60" fmla="*/ 464814 w 608697"/>
                <a:gd name="connsiteY60" fmla="*/ 29937 h 568475"/>
                <a:gd name="connsiteX61" fmla="*/ 464814 w 608697"/>
                <a:gd name="connsiteY61" fmla="*/ 19586 h 568475"/>
                <a:gd name="connsiteX62" fmla="*/ 484356 w 608697"/>
                <a:gd name="connsiteY62" fmla="*/ 0 h 56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08697" h="568475">
                  <a:moveTo>
                    <a:pt x="420884" y="485137"/>
                  </a:moveTo>
                  <a:lnTo>
                    <a:pt x="589080" y="485137"/>
                  </a:lnTo>
                  <a:cubicBezTo>
                    <a:pt x="599896" y="485137"/>
                    <a:pt x="608697" y="493851"/>
                    <a:pt x="608697" y="504650"/>
                  </a:cubicBezTo>
                  <a:lnTo>
                    <a:pt x="608697" y="511203"/>
                  </a:lnTo>
                  <a:cubicBezTo>
                    <a:pt x="608697" y="522002"/>
                    <a:pt x="599896" y="530716"/>
                    <a:pt x="589080" y="530716"/>
                  </a:cubicBezTo>
                  <a:lnTo>
                    <a:pt x="418721" y="530716"/>
                  </a:lnTo>
                  <a:cubicBezTo>
                    <a:pt x="386051" y="530716"/>
                    <a:pt x="355172" y="543526"/>
                    <a:pt x="330483" y="564900"/>
                  </a:cubicBezTo>
                  <a:cubicBezTo>
                    <a:pt x="327723" y="567283"/>
                    <a:pt x="324292" y="568475"/>
                    <a:pt x="320861" y="568475"/>
                  </a:cubicBezTo>
                  <a:lnTo>
                    <a:pt x="320861" y="526992"/>
                  </a:lnTo>
                  <a:cubicBezTo>
                    <a:pt x="320861" y="521556"/>
                    <a:pt x="323621" y="516491"/>
                    <a:pt x="328096" y="513438"/>
                  </a:cubicBezTo>
                  <a:cubicBezTo>
                    <a:pt x="355395" y="495042"/>
                    <a:pt x="387617" y="485137"/>
                    <a:pt x="420884" y="485137"/>
                  </a:cubicBezTo>
                  <a:close/>
                  <a:moveTo>
                    <a:pt x="19622" y="485137"/>
                  </a:moveTo>
                  <a:lnTo>
                    <a:pt x="187860" y="485137"/>
                  </a:lnTo>
                  <a:cubicBezTo>
                    <a:pt x="221134" y="485137"/>
                    <a:pt x="253364" y="495042"/>
                    <a:pt x="280670" y="513438"/>
                  </a:cubicBezTo>
                  <a:cubicBezTo>
                    <a:pt x="285147" y="516491"/>
                    <a:pt x="287907" y="521556"/>
                    <a:pt x="287907" y="526992"/>
                  </a:cubicBezTo>
                  <a:lnTo>
                    <a:pt x="287907" y="568475"/>
                  </a:lnTo>
                  <a:cubicBezTo>
                    <a:pt x="284400" y="568475"/>
                    <a:pt x="280969" y="567283"/>
                    <a:pt x="278134" y="564826"/>
                  </a:cubicBezTo>
                  <a:cubicBezTo>
                    <a:pt x="253215" y="542856"/>
                    <a:pt x="221134" y="530716"/>
                    <a:pt x="187860" y="530716"/>
                  </a:cubicBezTo>
                  <a:lnTo>
                    <a:pt x="19622" y="530716"/>
                  </a:lnTo>
                  <a:cubicBezTo>
                    <a:pt x="8804" y="530716"/>
                    <a:pt x="0" y="522002"/>
                    <a:pt x="0" y="511203"/>
                  </a:cubicBezTo>
                  <a:lnTo>
                    <a:pt x="0" y="504650"/>
                  </a:lnTo>
                  <a:cubicBezTo>
                    <a:pt x="0" y="493851"/>
                    <a:pt x="8804" y="485137"/>
                    <a:pt x="19622" y="485137"/>
                  </a:cubicBezTo>
                  <a:close/>
                  <a:moveTo>
                    <a:pt x="420884" y="29920"/>
                  </a:moveTo>
                  <a:lnTo>
                    <a:pt x="438710" y="29920"/>
                  </a:lnTo>
                  <a:lnTo>
                    <a:pt x="438710" y="162804"/>
                  </a:lnTo>
                  <a:cubicBezTo>
                    <a:pt x="438710" y="174126"/>
                    <a:pt x="442887" y="184926"/>
                    <a:pt x="450421" y="193343"/>
                  </a:cubicBezTo>
                  <a:lnTo>
                    <a:pt x="473469" y="218817"/>
                  </a:lnTo>
                  <a:cubicBezTo>
                    <a:pt x="480256" y="226341"/>
                    <a:pt x="489953" y="230661"/>
                    <a:pt x="500097" y="230661"/>
                  </a:cubicBezTo>
                  <a:cubicBezTo>
                    <a:pt x="510241" y="230661"/>
                    <a:pt x="520012" y="226341"/>
                    <a:pt x="526799" y="218817"/>
                  </a:cubicBezTo>
                  <a:lnTo>
                    <a:pt x="549772" y="193343"/>
                  </a:lnTo>
                  <a:cubicBezTo>
                    <a:pt x="557380" y="184926"/>
                    <a:pt x="561557" y="174126"/>
                    <a:pt x="561557" y="162804"/>
                  </a:cubicBezTo>
                  <a:lnTo>
                    <a:pt x="561557" y="29920"/>
                  </a:lnTo>
                  <a:lnTo>
                    <a:pt x="589080" y="29920"/>
                  </a:lnTo>
                  <a:cubicBezTo>
                    <a:pt x="599896" y="29920"/>
                    <a:pt x="608697" y="38635"/>
                    <a:pt x="608697" y="49435"/>
                  </a:cubicBezTo>
                  <a:lnTo>
                    <a:pt x="608697" y="440489"/>
                  </a:lnTo>
                  <a:cubicBezTo>
                    <a:pt x="608697" y="451289"/>
                    <a:pt x="599896" y="460004"/>
                    <a:pt x="589080" y="460004"/>
                  </a:cubicBezTo>
                  <a:lnTo>
                    <a:pt x="420884" y="460004"/>
                  </a:lnTo>
                  <a:cubicBezTo>
                    <a:pt x="384037" y="460004"/>
                    <a:pt x="348533" y="473412"/>
                    <a:pt x="320861" y="497769"/>
                  </a:cubicBezTo>
                  <a:lnTo>
                    <a:pt x="320861" y="67610"/>
                  </a:lnTo>
                  <a:cubicBezTo>
                    <a:pt x="348533" y="43327"/>
                    <a:pt x="384037" y="29920"/>
                    <a:pt x="420884" y="29920"/>
                  </a:cubicBezTo>
                  <a:close/>
                  <a:moveTo>
                    <a:pt x="19622" y="29920"/>
                  </a:moveTo>
                  <a:lnTo>
                    <a:pt x="187860" y="29920"/>
                  </a:lnTo>
                  <a:cubicBezTo>
                    <a:pt x="224715" y="29920"/>
                    <a:pt x="260228" y="43327"/>
                    <a:pt x="287907" y="67610"/>
                  </a:cubicBezTo>
                  <a:lnTo>
                    <a:pt x="287907" y="497769"/>
                  </a:lnTo>
                  <a:cubicBezTo>
                    <a:pt x="260228" y="473412"/>
                    <a:pt x="224715" y="460004"/>
                    <a:pt x="187860" y="460004"/>
                  </a:cubicBezTo>
                  <a:lnTo>
                    <a:pt x="19622" y="460004"/>
                  </a:lnTo>
                  <a:cubicBezTo>
                    <a:pt x="8804" y="460004"/>
                    <a:pt x="0" y="451289"/>
                    <a:pt x="0" y="440489"/>
                  </a:cubicBezTo>
                  <a:lnTo>
                    <a:pt x="0" y="49435"/>
                  </a:lnTo>
                  <a:cubicBezTo>
                    <a:pt x="0" y="38635"/>
                    <a:pt x="8804" y="29920"/>
                    <a:pt x="19622" y="29920"/>
                  </a:cubicBezTo>
                  <a:close/>
                  <a:moveTo>
                    <a:pt x="484356" y="0"/>
                  </a:moveTo>
                  <a:lnTo>
                    <a:pt x="515833" y="0"/>
                  </a:lnTo>
                  <a:cubicBezTo>
                    <a:pt x="526648" y="0"/>
                    <a:pt x="535450" y="8787"/>
                    <a:pt x="535450" y="19586"/>
                  </a:cubicBezTo>
                  <a:lnTo>
                    <a:pt x="535450" y="29937"/>
                  </a:lnTo>
                  <a:lnTo>
                    <a:pt x="535450" y="162791"/>
                  </a:lnTo>
                  <a:cubicBezTo>
                    <a:pt x="535450" y="167632"/>
                    <a:pt x="533660" y="172249"/>
                    <a:pt x="530378" y="175898"/>
                  </a:cubicBezTo>
                  <a:lnTo>
                    <a:pt x="507404" y="201367"/>
                  </a:lnTo>
                  <a:cubicBezTo>
                    <a:pt x="505465" y="203526"/>
                    <a:pt x="502780" y="204569"/>
                    <a:pt x="500095" y="204569"/>
                  </a:cubicBezTo>
                  <a:cubicBezTo>
                    <a:pt x="497409" y="204569"/>
                    <a:pt x="494799" y="203526"/>
                    <a:pt x="492860" y="201367"/>
                  </a:cubicBezTo>
                  <a:lnTo>
                    <a:pt x="469811" y="175898"/>
                  </a:lnTo>
                  <a:cubicBezTo>
                    <a:pt x="466604" y="172249"/>
                    <a:pt x="464814" y="167632"/>
                    <a:pt x="464814" y="162791"/>
                  </a:cubicBezTo>
                  <a:lnTo>
                    <a:pt x="464814" y="29937"/>
                  </a:lnTo>
                  <a:lnTo>
                    <a:pt x="464814" y="19586"/>
                  </a:lnTo>
                  <a:cubicBezTo>
                    <a:pt x="464814" y="8787"/>
                    <a:pt x="473541" y="0"/>
                    <a:pt x="484356" y="0"/>
                  </a:cubicBezTo>
                  <a:close/>
                </a:path>
              </a:pathLst>
            </a:custGeom>
            <a:solidFill>
              <a:schemeClr val="bg1"/>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sz="1600" b="1">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grpSp>
      <p:grpSp>
        <p:nvGrpSpPr>
          <p:cNvPr id="10" name="组合 9"/>
          <p:cNvGrpSpPr/>
          <p:nvPr/>
        </p:nvGrpSpPr>
        <p:grpSpPr>
          <a:xfrm>
            <a:off x="2795070" y="2160100"/>
            <a:ext cx="1063907" cy="1072944"/>
            <a:chOff x="2794706" y="3102019"/>
            <a:chExt cx="1064024" cy="1073062"/>
          </a:xfrm>
        </p:grpSpPr>
        <p:sp>
          <p:nvSpPr>
            <p:cNvPr id="11" name="ïšliḋé"/>
            <p:cNvSpPr/>
            <p:nvPr/>
          </p:nvSpPr>
          <p:spPr bwMode="auto">
            <a:xfrm>
              <a:off x="2794706" y="3102019"/>
              <a:ext cx="1064024" cy="1073062"/>
            </a:xfrm>
            <a:prstGeom prst="ellipse">
              <a:avLst/>
            </a:prstGeom>
            <a:solidFill>
              <a:schemeClr val="accent2">
                <a:lumMod val="60000"/>
                <a:lumOff val="4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2" name="îşlïďè"/>
            <p:cNvSpPr/>
            <p:nvPr/>
          </p:nvSpPr>
          <p:spPr bwMode="auto">
            <a:xfrm>
              <a:off x="3126388" y="3438524"/>
              <a:ext cx="400660" cy="400052"/>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649" h="594741">
                  <a:moveTo>
                    <a:pt x="411175" y="315251"/>
                  </a:moveTo>
                  <a:cubicBezTo>
                    <a:pt x="392328" y="315251"/>
                    <a:pt x="373301" y="322420"/>
                    <a:pt x="358940" y="336757"/>
                  </a:cubicBezTo>
                  <a:cubicBezTo>
                    <a:pt x="330220" y="365432"/>
                    <a:pt x="330220" y="411311"/>
                    <a:pt x="358940" y="439986"/>
                  </a:cubicBezTo>
                  <a:cubicBezTo>
                    <a:pt x="387661" y="468660"/>
                    <a:pt x="435049" y="468660"/>
                    <a:pt x="462333" y="439986"/>
                  </a:cubicBezTo>
                  <a:cubicBezTo>
                    <a:pt x="491053" y="411311"/>
                    <a:pt x="491053" y="365432"/>
                    <a:pt x="462333" y="336757"/>
                  </a:cubicBezTo>
                  <a:cubicBezTo>
                    <a:pt x="448691" y="322420"/>
                    <a:pt x="430023" y="315251"/>
                    <a:pt x="411175" y="315251"/>
                  </a:cubicBezTo>
                  <a:close/>
                  <a:moveTo>
                    <a:pt x="410816" y="276182"/>
                  </a:moveTo>
                  <a:cubicBezTo>
                    <a:pt x="439716" y="276182"/>
                    <a:pt x="468795" y="287293"/>
                    <a:pt x="491053" y="309516"/>
                  </a:cubicBezTo>
                  <a:cubicBezTo>
                    <a:pt x="525517" y="342492"/>
                    <a:pt x="532697" y="394106"/>
                    <a:pt x="514029" y="435685"/>
                  </a:cubicBezTo>
                  <a:lnTo>
                    <a:pt x="578649" y="500203"/>
                  </a:lnTo>
                  <a:lnTo>
                    <a:pt x="522645" y="556118"/>
                  </a:lnTo>
                  <a:lnTo>
                    <a:pt x="458025" y="491600"/>
                  </a:lnTo>
                  <a:cubicBezTo>
                    <a:pt x="416381" y="510239"/>
                    <a:pt x="366121" y="503070"/>
                    <a:pt x="331656" y="468660"/>
                  </a:cubicBezTo>
                  <a:cubicBezTo>
                    <a:pt x="287140" y="424215"/>
                    <a:pt x="287140" y="352528"/>
                    <a:pt x="331656" y="309516"/>
                  </a:cubicBezTo>
                  <a:cubicBezTo>
                    <a:pt x="353197" y="287293"/>
                    <a:pt x="381917" y="276182"/>
                    <a:pt x="410816" y="276182"/>
                  </a:cubicBezTo>
                  <a:close/>
                  <a:moveTo>
                    <a:pt x="134949" y="20001"/>
                  </a:moveTo>
                  <a:lnTo>
                    <a:pt x="134949" y="144835"/>
                  </a:lnTo>
                  <a:lnTo>
                    <a:pt x="17242" y="144835"/>
                  </a:lnTo>
                  <a:close/>
                  <a:moveTo>
                    <a:pt x="172278" y="0"/>
                  </a:moveTo>
                  <a:lnTo>
                    <a:pt x="480943" y="0"/>
                  </a:lnTo>
                  <a:lnTo>
                    <a:pt x="480943" y="276591"/>
                  </a:lnTo>
                  <a:cubicBezTo>
                    <a:pt x="460844" y="263693"/>
                    <a:pt x="436438" y="256527"/>
                    <a:pt x="410596" y="256527"/>
                  </a:cubicBezTo>
                  <a:cubicBezTo>
                    <a:pt x="381883" y="256527"/>
                    <a:pt x="354606" y="265126"/>
                    <a:pt x="331636" y="282323"/>
                  </a:cubicBezTo>
                  <a:lnTo>
                    <a:pt x="81832" y="282323"/>
                  </a:lnTo>
                  <a:lnTo>
                    <a:pt x="81832" y="322450"/>
                  </a:lnTo>
                  <a:lnTo>
                    <a:pt x="295744" y="322450"/>
                  </a:lnTo>
                  <a:cubicBezTo>
                    <a:pt x="288566" y="335348"/>
                    <a:pt x="282823" y="351112"/>
                    <a:pt x="279952" y="366877"/>
                  </a:cubicBezTo>
                  <a:lnTo>
                    <a:pt x="81832" y="366877"/>
                  </a:lnTo>
                  <a:lnTo>
                    <a:pt x="81832" y="407004"/>
                  </a:lnTo>
                  <a:lnTo>
                    <a:pt x="279952" y="407004"/>
                  </a:lnTo>
                  <a:cubicBezTo>
                    <a:pt x="281388" y="422768"/>
                    <a:pt x="287130" y="438532"/>
                    <a:pt x="294309" y="451430"/>
                  </a:cubicBezTo>
                  <a:lnTo>
                    <a:pt x="81832" y="451430"/>
                  </a:lnTo>
                  <a:lnTo>
                    <a:pt x="81832" y="491557"/>
                  </a:lnTo>
                  <a:lnTo>
                    <a:pt x="327329" y="491557"/>
                  </a:lnTo>
                  <a:cubicBezTo>
                    <a:pt x="350299" y="511621"/>
                    <a:pt x="380448" y="521653"/>
                    <a:pt x="410596" y="521653"/>
                  </a:cubicBezTo>
                  <a:cubicBezTo>
                    <a:pt x="424953" y="521653"/>
                    <a:pt x="439309" y="518786"/>
                    <a:pt x="453666" y="514487"/>
                  </a:cubicBezTo>
                  <a:lnTo>
                    <a:pt x="480943" y="543149"/>
                  </a:lnTo>
                  <a:lnTo>
                    <a:pt x="480943" y="594741"/>
                  </a:lnTo>
                  <a:lnTo>
                    <a:pt x="0" y="594741"/>
                  </a:lnTo>
                  <a:lnTo>
                    <a:pt x="0" y="180572"/>
                  </a:lnTo>
                  <a:lnTo>
                    <a:pt x="172278" y="180572"/>
                  </a:lnTo>
                  <a:close/>
                </a:path>
              </a:pathLst>
            </a:custGeom>
            <a:solidFill>
              <a:schemeClr val="bg1"/>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grpSp>
      <p:grpSp>
        <p:nvGrpSpPr>
          <p:cNvPr id="13" name="组合 12"/>
          <p:cNvGrpSpPr/>
          <p:nvPr/>
        </p:nvGrpSpPr>
        <p:grpSpPr>
          <a:xfrm>
            <a:off x="5557616" y="2161230"/>
            <a:ext cx="1068425" cy="1070686"/>
            <a:chOff x="5557557" y="3103149"/>
            <a:chExt cx="1068542" cy="1070803"/>
          </a:xfrm>
        </p:grpSpPr>
        <p:sp>
          <p:nvSpPr>
            <p:cNvPr id="14" name="îṡľîḋe"/>
            <p:cNvSpPr/>
            <p:nvPr/>
          </p:nvSpPr>
          <p:spPr bwMode="auto">
            <a:xfrm>
              <a:off x="5557557" y="3103149"/>
              <a:ext cx="1068542" cy="1070803"/>
            </a:xfrm>
            <a:prstGeom prst="ellipse">
              <a:avLst/>
            </a:prstGeom>
            <a:solidFill>
              <a:schemeClr val="accent1">
                <a:lumMod val="40000"/>
                <a:lumOff val="6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5" name="iṩ1ïḑê"/>
            <p:cNvSpPr/>
            <p:nvPr/>
          </p:nvSpPr>
          <p:spPr>
            <a:xfrm>
              <a:off x="5874552" y="3450385"/>
              <a:ext cx="434552" cy="376331"/>
            </a:xfrm>
            <a:custGeom>
              <a:avLst/>
              <a:gdLst>
                <a:gd name="connsiteX0" fmla="*/ 249942 w 604110"/>
                <a:gd name="connsiteY0" fmla="*/ 145082 h 523172"/>
                <a:gd name="connsiteX1" fmla="*/ 353179 w 604110"/>
                <a:gd name="connsiteY1" fmla="*/ 145082 h 523172"/>
                <a:gd name="connsiteX2" fmla="*/ 353179 w 604110"/>
                <a:gd name="connsiteY2" fmla="*/ 523172 h 523172"/>
                <a:gd name="connsiteX3" fmla="*/ 249942 w 604110"/>
                <a:gd name="connsiteY3" fmla="*/ 523172 h 523172"/>
                <a:gd name="connsiteX4" fmla="*/ 0 w 604110"/>
                <a:gd name="connsiteY4" fmla="*/ 53700 h 523172"/>
                <a:gd name="connsiteX5" fmla="*/ 227220 w 604110"/>
                <a:gd name="connsiteY5" fmla="*/ 145141 h 523172"/>
                <a:gd name="connsiteX6" fmla="*/ 227220 w 604110"/>
                <a:gd name="connsiteY6" fmla="*/ 523172 h 523172"/>
                <a:gd name="connsiteX7" fmla="*/ 0 w 604110"/>
                <a:gd name="connsiteY7" fmla="*/ 414508 h 523172"/>
                <a:gd name="connsiteX8" fmla="*/ 604110 w 604110"/>
                <a:gd name="connsiteY8" fmla="*/ 49819 h 523172"/>
                <a:gd name="connsiteX9" fmla="*/ 604110 w 604110"/>
                <a:gd name="connsiteY9" fmla="*/ 410805 h 523172"/>
                <a:gd name="connsiteX10" fmla="*/ 376890 w 604110"/>
                <a:gd name="connsiteY10" fmla="*/ 519361 h 523172"/>
                <a:gd name="connsiteX11" fmla="*/ 376890 w 604110"/>
                <a:gd name="connsiteY11" fmla="*/ 141274 h 523172"/>
                <a:gd name="connsiteX12" fmla="*/ 604110 w 604110"/>
                <a:gd name="connsiteY12" fmla="*/ 49819 h 523172"/>
                <a:gd name="connsiteX13" fmla="*/ 76296 w 604110"/>
                <a:gd name="connsiteY13" fmla="*/ 0 h 523172"/>
                <a:gd name="connsiteX14" fmla="*/ 299911 w 604110"/>
                <a:gd name="connsiteY14" fmla="*/ 70898 h 523172"/>
                <a:gd name="connsiteX15" fmla="*/ 523650 w 604110"/>
                <a:gd name="connsiteY15" fmla="*/ 0 h 523172"/>
                <a:gd name="connsiteX16" fmla="*/ 563111 w 604110"/>
                <a:gd name="connsiteY16" fmla="*/ 29376 h 523172"/>
                <a:gd name="connsiteX17" fmla="*/ 353147 w 604110"/>
                <a:gd name="connsiteY17" fmla="*/ 119114 h 523172"/>
                <a:gd name="connsiteX18" fmla="*/ 301524 w 604110"/>
                <a:gd name="connsiteY18" fmla="*/ 119114 h 523172"/>
                <a:gd name="connsiteX19" fmla="*/ 298422 w 604110"/>
                <a:gd name="connsiteY19" fmla="*/ 119114 h 523172"/>
                <a:gd name="connsiteX20" fmla="*/ 246675 w 604110"/>
                <a:gd name="connsiteY20" fmla="*/ 119114 h 523172"/>
                <a:gd name="connsiteX21" fmla="*/ 36835 w 604110"/>
                <a:gd name="connsiteY21" fmla="*/ 29376 h 52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4110" h="523172">
                  <a:moveTo>
                    <a:pt x="249942" y="145082"/>
                  </a:moveTo>
                  <a:lnTo>
                    <a:pt x="353179" y="145082"/>
                  </a:lnTo>
                  <a:lnTo>
                    <a:pt x="353179" y="523172"/>
                  </a:lnTo>
                  <a:lnTo>
                    <a:pt x="249942" y="523172"/>
                  </a:lnTo>
                  <a:close/>
                  <a:moveTo>
                    <a:pt x="0" y="53700"/>
                  </a:moveTo>
                  <a:cubicBezTo>
                    <a:pt x="0" y="53700"/>
                    <a:pt x="167282" y="63241"/>
                    <a:pt x="227220" y="145141"/>
                  </a:cubicBezTo>
                  <a:lnTo>
                    <a:pt x="227220" y="523172"/>
                  </a:lnTo>
                  <a:cubicBezTo>
                    <a:pt x="227220" y="523172"/>
                    <a:pt x="206496" y="414508"/>
                    <a:pt x="0" y="414508"/>
                  </a:cubicBezTo>
                  <a:close/>
                  <a:moveTo>
                    <a:pt x="604110" y="49819"/>
                  </a:moveTo>
                  <a:lnTo>
                    <a:pt x="604110" y="410805"/>
                  </a:lnTo>
                  <a:cubicBezTo>
                    <a:pt x="397614" y="410805"/>
                    <a:pt x="376890" y="519361"/>
                    <a:pt x="376890" y="519361"/>
                  </a:cubicBezTo>
                  <a:lnTo>
                    <a:pt x="376890" y="141274"/>
                  </a:lnTo>
                  <a:cubicBezTo>
                    <a:pt x="436828" y="59485"/>
                    <a:pt x="604110" y="49819"/>
                    <a:pt x="604110" y="49819"/>
                  </a:cubicBezTo>
                  <a:close/>
                  <a:moveTo>
                    <a:pt x="76296" y="0"/>
                  </a:moveTo>
                  <a:cubicBezTo>
                    <a:pt x="76296" y="0"/>
                    <a:pt x="263304" y="27145"/>
                    <a:pt x="299911" y="70898"/>
                  </a:cubicBezTo>
                  <a:cubicBezTo>
                    <a:pt x="336642" y="27145"/>
                    <a:pt x="523650" y="0"/>
                    <a:pt x="523650" y="0"/>
                  </a:cubicBezTo>
                  <a:lnTo>
                    <a:pt x="563111" y="29376"/>
                  </a:lnTo>
                  <a:cubicBezTo>
                    <a:pt x="341110" y="82054"/>
                    <a:pt x="353147" y="119114"/>
                    <a:pt x="353147" y="119114"/>
                  </a:cubicBezTo>
                  <a:lnTo>
                    <a:pt x="301524" y="119114"/>
                  </a:lnTo>
                  <a:lnTo>
                    <a:pt x="298422" y="119114"/>
                  </a:lnTo>
                  <a:lnTo>
                    <a:pt x="246675" y="119114"/>
                  </a:lnTo>
                  <a:cubicBezTo>
                    <a:pt x="246675" y="119114"/>
                    <a:pt x="258712" y="82054"/>
                    <a:pt x="36835" y="29376"/>
                  </a:cubicBezTo>
                  <a:close/>
                </a:path>
              </a:pathLst>
            </a:custGeom>
            <a:solidFill>
              <a:schemeClr val="bg1"/>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b="1">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grpSp>
      <p:grpSp>
        <p:nvGrpSpPr>
          <p:cNvPr id="16" name="组合 15"/>
          <p:cNvGrpSpPr/>
          <p:nvPr/>
        </p:nvGrpSpPr>
        <p:grpSpPr>
          <a:xfrm>
            <a:off x="4174084" y="2160100"/>
            <a:ext cx="1068425" cy="1072944"/>
            <a:chOff x="4184037" y="3102019"/>
            <a:chExt cx="1068542" cy="1073062"/>
          </a:xfrm>
        </p:grpSpPr>
        <p:sp>
          <p:nvSpPr>
            <p:cNvPr id="17" name="ísḷíḍé"/>
            <p:cNvSpPr/>
            <p:nvPr/>
          </p:nvSpPr>
          <p:spPr bwMode="auto">
            <a:xfrm>
              <a:off x="4184037" y="3102019"/>
              <a:ext cx="1068542" cy="1073062"/>
            </a:xfrm>
            <a:prstGeom prst="ellipse">
              <a:avLst/>
            </a:prstGeom>
            <a:solidFill>
              <a:schemeClr val="bg1"/>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18" name="iṣlïḓe"/>
            <p:cNvSpPr/>
            <p:nvPr/>
          </p:nvSpPr>
          <p:spPr>
            <a:xfrm>
              <a:off x="4499076" y="3440854"/>
              <a:ext cx="438464" cy="395392"/>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2">
                <a:lumMod val="60000"/>
                <a:lumOff val="4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sz="1600" b="1">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grpSp>
      <p:grpSp>
        <p:nvGrpSpPr>
          <p:cNvPr id="19" name="组合 18"/>
          <p:cNvGrpSpPr/>
          <p:nvPr/>
        </p:nvGrpSpPr>
        <p:grpSpPr>
          <a:xfrm>
            <a:off x="6941148" y="2161230"/>
            <a:ext cx="1068425" cy="1070686"/>
            <a:chOff x="6976256" y="3103149"/>
            <a:chExt cx="1068542" cy="1070803"/>
          </a:xfrm>
        </p:grpSpPr>
        <p:sp>
          <p:nvSpPr>
            <p:cNvPr id="20" name="îṣḻíďê"/>
            <p:cNvSpPr/>
            <p:nvPr/>
          </p:nvSpPr>
          <p:spPr bwMode="auto">
            <a:xfrm>
              <a:off x="6976256" y="3103149"/>
              <a:ext cx="1068542" cy="1070803"/>
            </a:xfrm>
            <a:prstGeom prst="ellipse">
              <a:avLst/>
            </a:prstGeom>
            <a:solidFill>
              <a:schemeClr val="bg1"/>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1" name="î$ļïḍe"/>
            <p:cNvSpPr/>
            <p:nvPr/>
          </p:nvSpPr>
          <p:spPr>
            <a:xfrm>
              <a:off x="7292429" y="3441207"/>
              <a:ext cx="436196" cy="394686"/>
            </a:xfrm>
            <a:custGeom>
              <a:avLst/>
              <a:gdLst>
                <a:gd name="connsiteX0" fmla="*/ 407586 w 606580"/>
                <a:gd name="connsiteY0" fmla="*/ 252695 h 548858"/>
                <a:gd name="connsiteX1" fmla="*/ 502285 w 606580"/>
                <a:gd name="connsiteY1" fmla="*/ 252695 h 548858"/>
                <a:gd name="connsiteX2" fmla="*/ 502285 w 606580"/>
                <a:gd name="connsiteY2" fmla="*/ 346759 h 548858"/>
                <a:gd name="connsiteX3" fmla="*/ 407586 w 606580"/>
                <a:gd name="connsiteY3" fmla="*/ 346759 h 548858"/>
                <a:gd name="connsiteX4" fmla="*/ 104296 w 606580"/>
                <a:gd name="connsiteY4" fmla="*/ 205698 h 548858"/>
                <a:gd name="connsiteX5" fmla="*/ 199065 w 606580"/>
                <a:gd name="connsiteY5" fmla="*/ 205698 h 548858"/>
                <a:gd name="connsiteX6" fmla="*/ 199065 w 606580"/>
                <a:gd name="connsiteY6" fmla="*/ 346758 h 548858"/>
                <a:gd name="connsiteX7" fmla="*/ 104296 w 606580"/>
                <a:gd name="connsiteY7" fmla="*/ 346758 h 548858"/>
                <a:gd name="connsiteX8" fmla="*/ 255870 w 606580"/>
                <a:gd name="connsiteY8" fmla="*/ 96040 h 548858"/>
                <a:gd name="connsiteX9" fmla="*/ 350710 w 606580"/>
                <a:gd name="connsiteY9" fmla="*/ 96040 h 548858"/>
                <a:gd name="connsiteX10" fmla="*/ 350710 w 606580"/>
                <a:gd name="connsiteY10" fmla="*/ 346759 h 548858"/>
                <a:gd name="connsiteX11" fmla="*/ 255870 w 606580"/>
                <a:gd name="connsiteY11" fmla="*/ 346759 h 548858"/>
                <a:gd name="connsiteX12" fmla="*/ 37882 w 606580"/>
                <a:gd name="connsiteY12" fmla="*/ 37913 h 548858"/>
                <a:gd name="connsiteX13" fmla="*/ 37882 w 606580"/>
                <a:gd name="connsiteY13" fmla="*/ 405363 h 548858"/>
                <a:gd name="connsiteX14" fmla="*/ 568698 w 606580"/>
                <a:gd name="connsiteY14" fmla="*/ 405363 h 548858"/>
                <a:gd name="connsiteX15" fmla="*/ 568698 w 606580"/>
                <a:gd name="connsiteY15" fmla="*/ 37913 h 548858"/>
                <a:gd name="connsiteX16" fmla="*/ 18941 w 606580"/>
                <a:gd name="connsiteY16" fmla="*/ 0 h 548858"/>
                <a:gd name="connsiteX17" fmla="*/ 587639 w 606580"/>
                <a:gd name="connsiteY17" fmla="*/ 0 h 548858"/>
                <a:gd name="connsiteX18" fmla="*/ 606580 w 606580"/>
                <a:gd name="connsiteY18" fmla="*/ 18910 h 548858"/>
                <a:gd name="connsiteX19" fmla="*/ 606580 w 606580"/>
                <a:gd name="connsiteY19" fmla="*/ 424274 h 548858"/>
                <a:gd name="connsiteX20" fmla="*/ 587639 w 606580"/>
                <a:gd name="connsiteY20" fmla="*/ 443184 h 548858"/>
                <a:gd name="connsiteX21" fmla="*/ 322278 w 606580"/>
                <a:gd name="connsiteY21" fmla="*/ 443184 h 548858"/>
                <a:gd name="connsiteX22" fmla="*/ 322278 w 606580"/>
                <a:gd name="connsiteY22" fmla="*/ 511038 h 548858"/>
                <a:gd name="connsiteX23" fmla="*/ 450223 w 606580"/>
                <a:gd name="connsiteY23" fmla="*/ 511038 h 548858"/>
                <a:gd name="connsiteX24" fmla="*/ 450223 w 606580"/>
                <a:gd name="connsiteY24" fmla="*/ 548858 h 548858"/>
                <a:gd name="connsiteX25" fmla="*/ 156357 w 606580"/>
                <a:gd name="connsiteY25" fmla="*/ 548858 h 548858"/>
                <a:gd name="connsiteX26" fmla="*/ 156357 w 606580"/>
                <a:gd name="connsiteY26" fmla="*/ 511038 h 548858"/>
                <a:gd name="connsiteX27" fmla="*/ 284302 w 606580"/>
                <a:gd name="connsiteY27" fmla="*/ 511038 h 548858"/>
                <a:gd name="connsiteX28" fmla="*/ 284302 w 606580"/>
                <a:gd name="connsiteY28" fmla="*/ 443184 h 548858"/>
                <a:gd name="connsiteX29" fmla="*/ 18941 w 606580"/>
                <a:gd name="connsiteY29" fmla="*/ 443184 h 548858"/>
                <a:gd name="connsiteX30" fmla="*/ 0 w 606580"/>
                <a:gd name="connsiteY30" fmla="*/ 424274 h 548858"/>
                <a:gd name="connsiteX31" fmla="*/ 0 w 606580"/>
                <a:gd name="connsiteY31" fmla="*/ 18910 h 548858"/>
                <a:gd name="connsiteX32" fmla="*/ 18941 w 606580"/>
                <a:gd name="connsiteY32" fmla="*/ 0 h 548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06580" h="548858">
                  <a:moveTo>
                    <a:pt x="407586" y="252695"/>
                  </a:moveTo>
                  <a:lnTo>
                    <a:pt x="502285" y="252695"/>
                  </a:lnTo>
                  <a:lnTo>
                    <a:pt x="502285" y="346759"/>
                  </a:lnTo>
                  <a:lnTo>
                    <a:pt x="407586" y="346759"/>
                  </a:lnTo>
                  <a:close/>
                  <a:moveTo>
                    <a:pt x="104296" y="205698"/>
                  </a:moveTo>
                  <a:lnTo>
                    <a:pt x="199065" y="205698"/>
                  </a:lnTo>
                  <a:lnTo>
                    <a:pt x="199065" y="346758"/>
                  </a:lnTo>
                  <a:lnTo>
                    <a:pt x="104296" y="346758"/>
                  </a:lnTo>
                  <a:close/>
                  <a:moveTo>
                    <a:pt x="255870" y="96040"/>
                  </a:moveTo>
                  <a:lnTo>
                    <a:pt x="350710" y="96040"/>
                  </a:lnTo>
                  <a:lnTo>
                    <a:pt x="350710" y="346759"/>
                  </a:lnTo>
                  <a:lnTo>
                    <a:pt x="255870" y="346759"/>
                  </a:lnTo>
                  <a:close/>
                  <a:moveTo>
                    <a:pt x="37882" y="37913"/>
                  </a:moveTo>
                  <a:lnTo>
                    <a:pt x="37882" y="405363"/>
                  </a:lnTo>
                  <a:lnTo>
                    <a:pt x="568698" y="405363"/>
                  </a:lnTo>
                  <a:lnTo>
                    <a:pt x="568698" y="37913"/>
                  </a:lnTo>
                  <a:close/>
                  <a:moveTo>
                    <a:pt x="18941" y="0"/>
                  </a:moveTo>
                  <a:lnTo>
                    <a:pt x="587639" y="0"/>
                  </a:lnTo>
                  <a:cubicBezTo>
                    <a:pt x="598038" y="0"/>
                    <a:pt x="606580" y="8528"/>
                    <a:pt x="606580" y="18910"/>
                  </a:cubicBezTo>
                  <a:lnTo>
                    <a:pt x="606580" y="424274"/>
                  </a:lnTo>
                  <a:cubicBezTo>
                    <a:pt x="606580" y="434656"/>
                    <a:pt x="598038" y="443184"/>
                    <a:pt x="587639" y="443184"/>
                  </a:cubicBezTo>
                  <a:lnTo>
                    <a:pt x="322278" y="443184"/>
                  </a:lnTo>
                  <a:lnTo>
                    <a:pt x="322278" y="511038"/>
                  </a:lnTo>
                  <a:lnTo>
                    <a:pt x="450223" y="511038"/>
                  </a:lnTo>
                  <a:lnTo>
                    <a:pt x="450223" y="548858"/>
                  </a:lnTo>
                  <a:lnTo>
                    <a:pt x="156357" y="548858"/>
                  </a:lnTo>
                  <a:lnTo>
                    <a:pt x="156357" y="511038"/>
                  </a:lnTo>
                  <a:lnTo>
                    <a:pt x="284302" y="511038"/>
                  </a:lnTo>
                  <a:lnTo>
                    <a:pt x="284302" y="443184"/>
                  </a:lnTo>
                  <a:lnTo>
                    <a:pt x="18941" y="443184"/>
                  </a:lnTo>
                  <a:cubicBezTo>
                    <a:pt x="8542" y="443184"/>
                    <a:pt x="0" y="434656"/>
                    <a:pt x="0" y="424274"/>
                  </a:cubicBezTo>
                  <a:lnTo>
                    <a:pt x="0" y="18910"/>
                  </a:lnTo>
                  <a:cubicBezTo>
                    <a:pt x="0" y="8528"/>
                    <a:pt x="8542" y="0"/>
                    <a:pt x="18941" y="0"/>
                  </a:cubicBezTo>
                  <a:close/>
                </a:path>
              </a:pathLst>
            </a:custGeom>
            <a:solidFill>
              <a:schemeClr val="accent2">
                <a:lumMod val="60000"/>
                <a:lumOff val="4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sz="1600" b="1">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grpSp>
      <p:grpSp>
        <p:nvGrpSpPr>
          <p:cNvPr id="22" name="组合 21"/>
          <p:cNvGrpSpPr/>
          <p:nvPr/>
        </p:nvGrpSpPr>
        <p:grpSpPr>
          <a:xfrm>
            <a:off x="1809768" y="2664233"/>
            <a:ext cx="8572467" cy="79780"/>
            <a:chOff x="1767953" y="3062198"/>
            <a:chExt cx="8573409" cy="79788"/>
          </a:xfrm>
          <a:solidFill>
            <a:schemeClr val="accent1"/>
          </a:solidFill>
        </p:grpSpPr>
        <p:grpSp>
          <p:nvGrpSpPr>
            <p:cNvPr id="23" name="组合 22"/>
            <p:cNvGrpSpPr/>
            <p:nvPr/>
          </p:nvGrpSpPr>
          <p:grpSpPr>
            <a:xfrm>
              <a:off x="9567247" y="3062198"/>
              <a:ext cx="774115" cy="79788"/>
              <a:chOff x="9567247" y="3062198"/>
              <a:chExt cx="774115" cy="79788"/>
            </a:xfrm>
            <a:grpFill/>
          </p:grpSpPr>
          <p:sp>
            <p:nvSpPr>
              <p:cNvPr id="28" name="椭圆 27"/>
              <p:cNvSpPr/>
              <p:nvPr/>
            </p:nvSpPr>
            <p:spPr>
              <a:xfrm flipH="1">
                <a:off x="9567247" y="3062198"/>
                <a:ext cx="79788" cy="797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9" name="椭圆 28"/>
              <p:cNvSpPr/>
              <p:nvPr/>
            </p:nvSpPr>
            <p:spPr>
              <a:xfrm flipH="1">
                <a:off x="9914411" y="3062198"/>
                <a:ext cx="79788" cy="797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30" name="椭圆 29"/>
              <p:cNvSpPr/>
              <p:nvPr/>
            </p:nvSpPr>
            <p:spPr>
              <a:xfrm flipH="1">
                <a:off x="10261574" y="3062198"/>
                <a:ext cx="79788" cy="797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latin typeface="思源宋体 Heavy" panose="02020900000000000000" charset="-122"/>
                  <a:ea typeface="思源宋体 Heavy" panose="02020900000000000000" charset="-122"/>
                  <a:cs typeface="Aa楷体" panose="02000500000000000000" pitchFamily="2" charset="-122"/>
                  <a:sym typeface="+mn-lt"/>
                </a:endParaRPr>
              </a:p>
            </p:txBody>
          </p:sp>
        </p:grpSp>
        <p:grpSp>
          <p:nvGrpSpPr>
            <p:cNvPr id="24" name="组合 23"/>
            <p:cNvGrpSpPr/>
            <p:nvPr/>
          </p:nvGrpSpPr>
          <p:grpSpPr>
            <a:xfrm>
              <a:off x="1767953" y="3062198"/>
              <a:ext cx="774115" cy="79788"/>
              <a:chOff x="9567247" y="3062198"/>
              <a:chExt cx="774115" cy="79788"/>
            </a:xfrm>
            <a:grpFill/>
          </p:grpSpPr>
          <p:sp>
            <p:nvSpPr>
              <p:cNvPr id="25" name="椭圆 24"/>
              <p:cNvSpPr/>
              <p:nvPr/>
            </p:nvSpPr>
            <p:spPr>
              <a:xfrm flipH="1">
                <a:off x="9567247" y="3062198"/>
                <a:ext cx="79788" cy="797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6" name="椭圆 25"/>
              <p:cNvSpPr/>
              <p:nvPr/>
            </p:nvSpPr>
            <p:spPr>
              <a:xfrm flipH="1">
                <a:off x="9914411" y="3062198"/>
                <a:ext cx="79788" cy="797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27" name="椭圆 26"/>
              <p:cNvSpPr/>
              <p:nvPr/>
            </p:nvSpPr>
            <p:spPr>
              <a:xfrm flipH="1">
                <a:off x="10261574" y="3062198"/>
                <a:ext cx="79788" cy="797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latin typeface="思源宋体 Heavy" panose="02020900000000000000" charset="-122"/>
                  <a:ea typeface="思源宋体 Heavy" panose="02020900000000000000" charset="-122"/>
                  <a:cs typeface="Aa楷体" panose="02000500000000000000" pitchFamily="2" charset="-122"/>
                  <a:sym typeface="+mn-lt"/>
                </a:endParaRPr>
              </a:p>
            </p:txBody>
          </p:sp>
        </p:grpSp>
      </p:grpSp>
      <p:grpSp>
        <p:nvGrpSpPr>
          <p:cNvPr id="31" name="组合 30"/>
          <p:cNvGrpSpPr/>
          <p:nvPr/>
        </p:nvGrpSpPr>
        <p:grpSpPr>
          <a:xfrm>
            <a:off x="841487" y="3700602"/>
            <a:ext cx="10509028" cy="2356356"/>
            <a:chOff x="527165" y="3700631"/>
            <a:chExt cx="10510181" cy="2356614"/>
          </a:xfrm>
        </p:grpSpPr>
        <p:grpSp>
          <p:nvGrpSpPr>
            <p:cNvPr id="32" name="组合 31"/>
            <p:cNvGrpSpPr/>
            <p:nvPr/>
          </p:nvGrpSpPr>
          <p:grpSpPr>
            <a:xfrm>
              <a:off x="527165" y="3700631"/>
              <a:ext cx="2302096" cy="2356614"/>
              <a:chOff x="527165" y="3582297"/>
              <a:chExt cx="2302096" cy="2593282"/>
            </a:xfrm>
          </p:grpSpPr>
          <p:sp>
            <p:nvSpPr>
              <p:cNvPr id="42" name="矩形 41"/>
              <p:cNvSpPr/>
              <p:nvPr/>
            </p:nvSpPr>
            <p:spPr>
              <a:xfrm>
                <a:off x="527165" y="3582297"/>
                <a:ext cx="2302096" cy="2593282"/>
              </a:xfrm>
              <a:prstGeom prst="rect">
                <a:avLst/>
              </a:prstGeom>
              <a:solidFill>
                <a:schemeClr val="bg1"/>
              </a:solidFill>
              <a:ln>
                <a:noFill/>
              </a:ln>
              <a:effectLst>
                <a:outerShdw blurRad="508000" dist="190500" dir="5400000" sx="95000" sy="95000" algn="t"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43" name="文本框 42"/>
              <p:cNvSpPr txBox="1"/>
              <p:nvPr/>
            </p:nvSpPr>
            <p:spPr>
              <a:xfrm>
                <a:off x="677772" y="3923153"/>
                <a:ext cx="2000882" cy="2235570"/>
              </a:xfrm>
              <a:prstGeom prst="rect">
                <a:avLst/>
              </a:prstGeom>
              <a:noFill/>
            </p:spPr>
            <p:txBody>
              <a:bodyPr wrap="square" rtlCol="0">
                <a:spAutoFit/>
              </a:bodyPr>
              <a:lstStyle/>
              <a:p>
                <a:pPr algn="ctr" hangingPunct="0">
                  <a:lnSpc>
                    <a:spcPct val="150000"/>
                  </a:lnSpc>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鼠标点击这里，输入您的文本文字，更改文字的颜色或者大小属性。鼠标点击这里，输入您的文本文字，更改文字的颜色或者大小属性。</a:t>
                </a:r>
                <a:endPar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a:p>
                <a:pPr algn="ctr" hangingPunct="0">
                  <a:lnSpc>
                    <a:spcPct val="150000"/>
                  </a:lnSpc>
                </a:pPr>
                <a:endPar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grpSp>
        <p:grpSp>
          <p:nvGrpSpPr>
            <p:cNvPr id="33" name="组合 32"/>
            <p:cNvGrpSpPr/>
            <p:nvPr/>
          </p:nvGrpSpPr>
          <p:grpSpPr>
            <a:xfrm>
              <a:off x="3263193" y="3700631"/>
              <a:ext cx="2302096" cy="2356614"/>
              <a:chOff x="527165" y="3582297"/>
              <a:chExt cx="2302096" cy="2593282"/>
            </a:xfrm>
          </p:grpSpPr>
          <p:sp>
            <p:nvSpPr>
              <p:cNvPr id="40" name="矩形 39"/>
              <p:cNvSpPr/>
              <p:nvPr/>
            </p:nvSpPr>
            <p:spPr>
              <a:xfrm>
                <a:off x="527165" y="3582297"/>
                <a:ext cx="2302096" cy="2593282"/>
              </a:xfrm>
              <a:prstGeom prst="rect">
                <a:avLst/>
              </a:prstGeom>
              <a:solidFill>
                <a:schemeClr val="accent1">
                  <a:lumMod val="40000"/>
                  <a:lumOff val="6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41" name="文本框 40"/>
              <p:cNvSpPr txBox="1"/>
              <p:nvPr/>
            </p:nvSpPr>
            <p:spPr>
              <a:xfrm>
                <a:off x="677772" y="3923153"/>
                <a:ext cx="2000882" cy="2235570"/>
              </a:xfrm>
              <a:prstGeom prst="rect">
                <a:avLst/>
              </a:prstGeom>
              <a:noFill/>
            </p:spPr>
            <p:txBody>
              <a:bodyPr wrap="square" rtlCol="0">
                <a:spAutoFit/>
              </a:bodyPr>
              <a:lstStyle/>
              <a:p>
                <a:pPr algn="ctr" hangingPunct="0">
                  <a:lnSpc>
                    <a:spcPct val="150000"/>
                  </a:lnSpc>
                </a:pPr>
                <a:r>
                  <a:rPr lang="zh-CN" altLang="en-US" sz="1200">
                    <a:solidFill>
                      <a:schemeClr val="bg1"/>
                    </a:solidFill>
                    <a:latin typeface="思源宋体 Heavy" panose="02020900000000000000" charset="-122"/>
                    <a:ea typeface="思源宋体 Heavy" panose="02020900000000000000" charset="-122"/>
                    <a:cs typeface="Aa楷体" panose="02000500000000000000" pitchFamily="2" charset="-122"/>
                    <a:sym typeface="+mn-lt"/>
                  </a:rPr>
                  <a:t>鼠标点击这里，输入您的文本文字，更改文字的颜色或者大小属性。鼠标点击这里，输入您的文本文字，更改文字的颜色或者大小属性。</a:t>
                </a:r>
                <a:endParaRPr lang="zh-CN" altLang="en-US" sz="1200">
                  <a:solidFill>
                    <a:schemeClr val="bg1"/>
                  </a:solidFill>
                  <a:latin typeface="思源宋体 Heavy" panose="02020900000000000000" charset="-122"/>
                  <a:ea typeface="思源宋体 Heavy" panose="02020900000000000000" charset="-122"/>
                  <a:cs typeface="Aa楷体" panose="02000500000000000000" pitchFamily="2" charset="-122"/>
                  <a:sym typeface="+mn-lt"/>
                </a:endParaRPr>
              </a:p>
              <a:p>
                <a:pPr algn="ctr" hangingPunct="0">
                  <a:lnSpc>
                    <a:spcPct val="150000"/>
                  </a:lnSpc>
                </a:pPr>
                <a:endParaRPr lang="zh-CN" altLang="en-US" sz="1200">
                  <a:solidFill>
                    <a:schemeClr val="bg1"/>
                  </a:solidFill>
                  <a:latin typeface="思源宋体 Heavy" panose="02020900000000000000" charset="-122"/>
                  <a:ea typeface="思源宋体 Heavy" panose="02020900000000000000" charset="-122"/>
                  <a:cs typeface="Aa楷体" panose="02000500000000000000" pitchFamily="2" charset="-122"/>
                  <a:sym typeface="+mn-lt"/>
                </a:endParaRPr>
              </a:p>
            </p:txBody>
          </p:sp>
        </p:grpSp>
        <p:grpSp>
          <p:nvGrpSpPr>
            <p:cNvPr id="34" name="组合 33"/>
            <p:cNvGrpSpPr/>
            <p:nvPr/>
          </p:nvGrpSpPr>
          <p:grpSpPr>
            <a:xfrm>
              <a:off x="5999221" y="3700631"/>
              <a:ext cx="2302096" cy="2356614"/>
              <a:chOff x="527165" y="3582297"/>
              <a:chExt cx="2302096" cy="2593282"/>
            </a:xfrm>
          </p:grpSpPr>
          <p:sp>
            <p:nvSpPr>
              <p:cNvPr id="38" name="矩形 37"/>
              <p:cNvSpPr/>
              <p:nvPr/>
            </p:nvSpPr>
            <p:spPr>
              <a:xfrm>
                <a:off x="527165" y="3582297"/>
                <a:ext cx="2302096" cy="2593282"/>
              </a:xfrm>
              <a:prstGeom prst="rect">
                <a:avLst/>
              </a:prstGeom>
              <a:solidFill>
                <a:schemeClr val="bg1"/>
              </a:solidFill>
              <a:ln>
                <a:noFill/>
              </a:ln>
              <a:effectLst>
                <a:outerShdw blurRad="508000" dist="190500" dir="5400000" sx="95000" sy="95000" algn="t"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39" name="文本框 38"/>
              <p:cNvSpPr txBox="1"/>
              <p:nvPr/>
            </p:nvSpPr>
            <p:spPr>
              <a:xfrm>
                <a:off x="677772" y="3923153"/>
                <a:ext cx="2000882" cy="2235570"/>
              </a:xfrm>
              <a:prstGeom prst="rect">
                <a:avLst/>
              </a:prstGeom>
              <a:noFill/>
            </p:spPr>
            <p:txBody>
              <a:bodyPr wrap="square" rtlCol="0">
                <a:spAutoFit/>
              </a:bodyPr>
              <a:lstStyle/>
              <a:p>
                <a:pPr algn="ctr" hangingPunct="0">
                  <a:lnSpc>
                    <a:spcPct val="150000"/>
                  </a:lnSpc>
                </a:pPr>
                <a:r>
                  <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rPr>
                  <a:t>鼠标点击这里，输入您的文本文字，更改文字的颜色或者大小属性。鼠标点击这里，输入您的文本文字，更改文字的颜色或者大小属性。</a:t>
                </a:r>
                <a:endPar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a:p>
                <a:pPr algn="ctr" hangingPunct="0">
                  <a:lnSpc>
                    <a:spcPct val="150000"/>
                  </a:lnSpc>
                </a:pPr>
                <a:endParaRPr lang="zh-CN" altLang="en-US" sz="1200">
                  <a:solidFill>
                    <a:schemeClr val="tx1">
                      <a:lumMod val="50000"/>
                      <a:lumOff val="50000"/>
                    </a:schemeClr>
                  </a:solidFill>
                  <a:latin typeface="思源宋体 Heavy" panose="02020900000000000000" charset="-122"/>
                  <a:ea typeface="思源宋体 Heavy" panose="02020900000000000000" charset="-122"/>
                  <a:cs typeface="Aa楷体" panose="02000500000000000000" pitchFamily="2" charset="-122"/>
                  <a:sym typeface="+mn-lt"/>
                </a:endParaRPr>
              </a:p>
            </p:txBody>
          </p:sp>
        </p:grpSp>
        <p:grpSp>
          <p:nvGrpSpPr>
            <p:cNvPr id="35" name="组合 34"/>
            <p:cNvGrpSpPr/>
            <p:nvPr/>
          </p:nvGrpSpPr>
          <p:grpSpPr>
            <a:xfrm>
              <a:off x="8735250" y="3700631"/>
              <a:ext cx="2302096" cy="2356614"/>
              <a:chOff x="527165" y="3582297"/>
              <a:chExt cx="2302096" cy="2593282"/>
            </a:xfrm>
          </p:grpSpPr>
          <p:sp>
            <p:nvSpPr>
              <p:cNvPr id="36" name="矩形 35"/>
              <p:cNvSpPr/>
              <p:nvPr/>
            </p:nvSpPr>
            <p:spPr>
              <a:xfrm>
                <a:off x="527165" y="3582297"/>
                <a:ext cx="2302096" cy="2593282"/>
              </a:xfrm>
              <a:prstGeom prst="rect">
                <a:avLst/>
              </a:prstGeom>
              <a:solidFill>
                <a:schemeClr val="accent1">
                  <a:lumMod val="40000"/>
                  <a:lumOff val="60000"/>
                </a:schemeClr>
              </a:solidFill>
              <a:ln w="12700" cap="flat" cmpd="sng" algn="ctr">
                <a:noFill/>
                <a:prstDash val="solid"/>
                <a:miter lim="800000"/>
              </a:ln>
              <a:effectLst>
                <a:outerShdw blurRad="254000" dist="114300" dir="5400000" sx="90000" sy="90000" algn="t"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prstClr val="white"/>
                  </a:solidFill>
                  <a:latin typeface="思源宋体 Heavy" panose="02020900000000000000" charset="-122"/>
                  <a:ea typeface="思源宋体 Heavy" panose="02020900000000000000" charset="-122"/>
                  <a:cs typeface="Aa楷体" panose="02000500000000000000" pitchFamily="2" charset="-122"/>
                  <a:sym typeface="+mn-lt"/>
                </a:endParaRPr>
              </a:p>
            </p:txBody>
          </p:sp>
          <p:sp>
            <p:nvSpPr>
              <p:cNvPr id="37" name="文本框 36"/>
              <p:cNvSpPr txBox="1"/>
              <p:nvPr/>
            </p:nvSpPr>
            <p:spPr>
              <a:xfrm>
                <a:off x="677772" y="3923153"/>
                <a:ext cx="2000882" cy="2235570"/>
              </a:xfrm>
              <a:prstGeom prst="rect">
                <a:avLst/>
              </a:prstGeom>
              <a:noFill/>
            </p:spPr>
            <p:txBody>
              <a:bodyPr wrap="square" rtlCol="0">
                <a:spAutoFit/>
              </a:bodyPr>
              <a:lstStyle/>
              <a:p>
                <a:pPr algn="ctr" hangingPunct="0">
                  <a:lnSpc>
                    <a:spcPct val="150000"/>
                  </a:lnSpc>
                </a:pPr>
                <a:r>
                  <a:rPr lang="zh-CN" altLang="en-US" sz="1200">
                    <a:solidFill>
                      <a:schemeClr val="bg1"/>
                    </a:solidFill>
                    <a:latin typeface="思源宋体 Heavy" panose="02020900000000000000" charset="-122"/>
                    <a:ea typeface="思源宋体 Heavy" panose="02020900000000000000" charset="-122"/>
                    <a:cs typeface="Aa楷体" panose="02000500000000000000" pitchFamily="2" charset="-122"/>
                    <a:sym typeface="+mn-lt"/>
                  </a:rPr>
                  <a:t>鼠标点击这里，输入您的文本文字，更改文字的颜色或者大小属性。鼠标点击这里，输入您的文本文字，更改文字的颜色或者大小属性。</a:t>
                </a:r>
                <a:endParaRPr lang="zh-CN" altLang="en-US" sz="1200">
                  <a:solidFill>
                    <a:schemeClr val="bg1"/>
                  </a:solidFill>
                  <a:latin typeface="思源宋体 Heavy" panose="02020900000000000000" charset="-122"/>
                  <a:ea typeface="思源宋体 Heavy" panose="02020900000000000000" charset="-122"/>
                  <a:cs typeface="Aa楷体" panose="02000500000000000000" pitchFamily="2" charset="-122"/>
                  <a:sym typeface="+mn-lt"/>
                </a:endParaRPr>
              </a:p>
              <a:p>
                <a:pPr algn="ctr" hangingPunct="0">
                  <a:lnSpc>
                    <a:spcPct val="150000"/>
                  </a:lnSpc>
                </a:pPr>
                <a:endParaRPr lang="zh-CN" altLang="en-US" sz="1200">
                  <a:solidFill>
                    <a:schemeClr val="bg1"/>
                  </a:solidFill>
                  <a:latin typeface="思源宋体 Heavy" panose="02020900000000000000" charset="-122"/>
                  <a:ea typeface="思源宋体 Heavy" panose="02020900000000000000" charset="-122"/>
                  <a:cs typeface="Aa楷体" panose="02000500000000000000" pitchFamily="2" charset="-122"/>
                  <a:sym typeface="+mn-lt"/>
                </a:endParaRPr>
              </a:p>
            </p:txBody>
          </p:sp>
        </p:grpSp>
      </p:grpSp>
      <p:grpSp>
        <p:nvGrpSpPr>
          <p:cNvPr id="2" name="组合 1"/>
          <p:cNvGrpSpPr/>
          <p:nvPr/>
        </p:nvGrpSpPr>
        <p:grpSpPr>
          <a:xfrm>
            <a:off x="193291" y="317173"/>
            <a:ext cx="5179768" cy="871755"/>
            <a:chOff x="193291" y="317173"/>
            <a:chExt cx="5179768" cy="871755"/>
          </a:xfrm>
        </p:grpSpPr>
        <p:sp>
          <p:nvSpPr>
            <p:cNvPr id="3" name="文本框 2"/>
            <p:cNvSpPr txBox="1"/>
            <p:nvPr/>
          </p:nvSpPr>
          <p:spPr>
            <a:xfrm>
              <a:off x="1059985" y="357880"/>
              <a:ext cx="4313074" cy="688073"/>
            </a:xfrm>
            <a:prstGeom prst="rect">
              <a:avLst/>
            </a:prstGeom>
            <a:noFill/>
          </p:spPr>
          <p:txBody>
            <a:bodyPr wrap="square" rtlCol="0">
              <a:spAutoFit/>
            </a:bodyPr>
            <a:lstStyle/>
            <a:p>
              <a:pPr lvl="0">
                <a:lnSpc>
                  <a:spcPct val="130000"/>
                </a:lnSpc>
                <a:defRPr/>
              </a:pPr>
              <a:r>
                <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rPr>
                <a:t>论文总结及致谢</a:t>
              </a:r>
              <a:endPar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endParaRPr>
            </a:p>
          </p:txBody>
        </p:sp>
        <p:pic>
          <p:nvPicPr>
            <p:cNvPr id="4" name="图片 3"/>
            <p:cNvPicPr>
              <a:picLocks noChangeAspect="1"/>
            </p:cNvPicPr>
            <p:nvPr/>
          </p:nvPicPr>
          <p:blipFill>
            <a:blip r:embed="rId1">
              <a:duotone>
                <a:schemeClr val="accent1">
                  <a:shade val="45000"/>
                  <a:satMod val="135000"/>
                </a:schemeClr>
                <a:prstClr val="white"/>
              </a:duotone>
              <a:extLst>
                <a:ext uri="{28A0092B-C50C-407E-A947-70E740481C1C}">
                  <a14:useLocalDpi xmlns:a14="http://schemas.microsoft.com/office/drawing/2010/main" val="0"/>
                </a:ext>
              </a:extLst>
            </a:blip>
            <a:srcRect l="24588" t="52000" r="15417" b="10555"/>
            <a:stretch>
              <a:fillRect/>
            </a:stretch>
          </p:blipFill>
          <p:spPr>
            <a:xfrm>
              <a:off x="193291" y="317173"/>
              <a:ext cx="931043" cy="871755"/>
            </a:xfrm>
            <a:prstGeom prst="rect">
              <a:avLst/>
            </a:prstGeom>
          </p:spPr>
        </p:pic>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par>
                                <p:cTn id="15" presetID="53" presetClass="entr" presetSubtype="16"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500" fill="hold"/>
                                        <p:tgtEl>
                                          <p:spTgt spid="13"/>
                                        </p:tgtEl>
                                        <p:attrNameLst>
                                          <p:attrName>ppt_w</p:attrName>
                                        </p:attrNameLst>
                                      </p:cBhvr>
                                      <p:tavLst>
                                        <p:tav tm="0">
                                          <p:val>
                                            <p:fltVal val="0"/>
                                          </p:val>
                                        </p:tav>
                                        <p:tav tm="100000">
                                          <p:val>
                                            <p:strVal val="#ppt_w"/>
                                          </p:val>
                                        </p:tav>
                                      </p:tavLst>
                                    </p:anim>
                                    <p:anim calcmode="lin" valueType="num">
                                      <p:cBhvr>
                                        <p:cTn id="18" dur="500" fill="hold"/>
                                        <p:tgtEl>
                                          <p:spTgt spid="13"/>
                                        </p:tgtEl>
                                        <p:attrNameLst>
                                          <p:attrName>ppt_h</p:attrName>
                                        </p:attrNameLst>
                                      </p:cBhvr>
                                      <p:tavLst>
                                        <p:tav tm="0">
                                          <p:val>
                                            <p:fltVal val="0"/>
                                          </p:val>
                                        </p:tav>
                                        <p:tav tm="100000">
                                          <p:val>
                                            <p:strVal val="#ppt_h"/>
                                          </p:val>
                                        </p:tav>
                                      </p:tavLst>
                                    </p:anim>
                                    <p:animEffect transition="in" filter="fade">
                                      <p:cBhvr>
                                        <p:cTn id="19" dur="500"/>
                                        <p:tgtEl>
                                          <p:spTgt spid="13"/>
                                        </p:tgtEl>
                                      </p:cBhvr>
                                    </p:animEffect>
                                  </p:childTnLst>
                                </p:cTn>
                              </p:par>
                              <p:par>
                                <p:cTn id="20" presetID="53" presetClass="entr" presetSubtype="16"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p:cTn id="22" dur="500" fill="hold"/>
                                        <p:tgtEl>
                                          <p:spTgt spid="16"/>
                                        </p:tgtEl>
                                        <p:attrNameLst>
                                          <p:attrName>ppt_w</p:attrName>
                                        </p:attrNameLst>
                                      </p:cBhvr>
                                      <p:tavLst>
                                        <p:tav tm="0">
                                          <p:val>
                                            <p:fltVal val="0"/>
                                          </p:val>
                                        </p:tav>
                                        <p:tav tm="100000">
                                          <p:val>
                                            <p:strVal val="#ppt_w"/>
                                          </p:val>
                                        </p:tav>
                                      </p:tavLst>
                                    </p:anim>
                                    <p:anim calcmode="lin" valueType="num">
                                      <p:cBhvr>
                                        <p:cTn id="23" dur="500" fill="hold"/>
                                        <p:tgtEl>
                                          <p:spTgt spid="16"/>
                                        </p:tgtEl>
                                        <p:attrNameLst>
                                          <p:attrName>ppt_h</p:attrName>
                                        </p:attrNameLst>
                                      </p:cBhvr>
                                      <p:tavLst>
                                        <p:tav tm="0">
                                          <p:val>
                                            <p:fltVal val="0"/>
                                          </p:val>
                                        </p:tav>
                                        <p:tav tm="100000">
                                          <p:val>
                                            <p:strVal val="#ppt_h"/>
                                          </p:val>
                                        </p:tav>
                                      </p:tavLst>
                                    </p:anim>
                                    <p:animEffect transition="in" filter="fade">
                                      <p:cBhvr>
                                        <p:cTn id="24" dur="500"/>
                                        <p:tgtEl>
                                          <p:spTgt spid="16"/>
                                        </p:tgtEl>
                                      </p:cBhvr>
                                    </p:animEffect>
                                  </p:childTnLst>
                                </p:cTn>
                              </p:par>
                              <p:par>
                                <p:cTn id="25" presetID="53" presetClass="entr" presetSubtype="16"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p:cTn id="27" dur="500" fill="hold"/>
                                        <p:tgtEl>
                                          <p:spTgt spid="19"/>
                                        </p:tgtEl>
                                        <p:attrNameLst>
                                          <p:attrName>ppt_w</p:attrName>
                                        </p:attrNameLst>
                                      </p:cBhvr>
                                      <p:tavLst>
                                        <p:tav tm="0">
                                          <p:val>
                                            <p:fltVal val="0"/>
                                          </p:val>
                                        </p:tav>
                                        <p:tav tm="100000">
                                          <p:val>
                                            <p:strVal val="#ppt_w"/>
                                          </p:val>
                                        </p:tav>
                                      </p:tavLst>
                                    </p:anim>
                                    <p:anim calcmode="lin" valueType="num">
                                      <p:cBhvr>
                                        <p:cTn id="28" dur="500" fill="hold"/>
                                        <p:tgtEl>
                                          <p:spTgt spid="19"/>
                                        </p:tgtEl>
                                        <p:attrNameLst>
                                          <p:attrName>ppt_h</p:attrName>
                                        </p:attrNameLst>
                                      </p:cBhvr>
                                      <p:tavLst>
                                        <p:tav tm="0">
                                          <p:val>
                                            <p:fltVal val="0"/>
                                          </p:val>
                                        </p:tav>
                                        <p:tav tm="100000">
                                          <p:val>
                                            <p:strVal val="#ppt_h"/>
                                          </p:val>
                                        </p:tav>
                                      </p:tavLst>
                                    </p:anim>
                                    <p:animEffect transition="in" filter="fade">
                                      <p:cBhvr>
                                        <p:cTn id="29" dur="500"/>
                                        <p:tgtEl>
                                          <p:spTgt spid="19"/>
                                        </p:tgtEl>
                                      </p:cBhvr>
                                    </p:animEffect>
                                  </p:childTnLst>
                                </p:cTn>
                              </p:par>
                              <p:par>
                                <p:cTn id="30" presetID="53" presetClass="entr" presetSubtype="16" fill="hold" nodeType="withEffect">
                                  <p:stCondLst>
                                    <p:cond delay="0"/>
                                  </p:stCondLst>
                                  <p:childTnLst>
                                    <p:set>
                                      <p:cBhvr>
                                        <p:cTn id="31" dur="1" fill="hold">
                                          <p:stCondLst>
                                            <p:cond delay="0"/>
                                          </p:stCondLst>
                                        </p:cTn>
                                        <p:tgtEl>
                                          <p:spTgt spid="22"/>
                                        </p:tgtEl>
                                        <p:attrNameLst>
                                          <p:attrName>style.visibility</p:attrName>
                                        </p:attrNameLst>
                                      </p:cBhvr>
                                      <p:to>
                                        <p:strVal val="visible"/>
                                      </p:to>
                                    </p:set>
                                    <p:anim calcmode="lin" valueType="num">
                                      <p:cBhvr>
                                        <p:cTn id="32" dur="500" fill="hold"/>
                                        <p:tgtEl>
                                          <p:spTgt spid="22"/>
                                        </p:tgtEl>
                                        <p:attrNameLst>
                                          <p:attrName>ppt_w</p:attrName>
                                        </p:attrNameLst>
                                      </p:cBhvr>
                                      <p:tavLst>
                                        <p:tav tm="0">
                                          <p:val>
                                            <p:fltVal val="0"/>
                                          </p:val>
                                        </p:tav>
                                        <p:tav tm="100000">
                                          <p:val>
                                            <p:strVal val="#ppt_w"/>
                                          </p:val>
                                        </p:tav>
                                      </p:tavLst>
                                    </p:anim>
                                    <p:anim calcmode="lin" valueType="num">
                                      <p:cBhvr>
                                        <p:cTn id="33" dur="500" fill="hold"/>
                                        <p:tgtEl>
                                          <p:spTgt spid="22"/>
                                        </p:tgtEl>
                                        <p:attrNameLst>
                                          <p:attrName>ppt_h</p:attrName>
                                        </p:attrNameLst>
                                      </p:cBhvr>
                                      <p:tavLst>
                                        <p:tav tm="0">
                                          <p:val>
                                            <p:fltVal val="0"/>
                                          </p:val>
                                        </p:tav>
                                        <p:tav tm="100000">
                                          <p:val>
                                            <p:strVal val="#ppt_h"/>
                                          </p:val>
                                        </p:tav>
                                      </p:tavLst>
                                    </p:anim>
                                    <p:animEffect transition="in" filter="fade">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1000"/>
                                        <p:tgtEl>
                                          <p:spTgt spid="31"/>
                                        </p:tgtEl>
                                      </p:cBhvr>
                                    </p:animEffect>
                                    <p:anim calcmode="lin" valueType="num">
                                      <p:cBhvr>
                                        <p:cTn id="40" dur="1000" fill="hold"/>
                                        <p:tgtEl>
                                          <p:spTgt spid="31"/>
                                        </p:tgtEl>
                                        <p:attrNameLst>
                                          <p:attrName>ppt_x</p:attrName>
                                        </p:attrNameLst>
                                      </p:cBhvr>
                                      <p:tavLst>
                                        <p:tav tm="0">
                                          <p:val>
                                            <p:strVal val="#ppt_x"/>
                                          </p:val>
                                        </p:tav>
                                        <p:tav tm="100000">
                                          <p:val>
                                            <p:strVal val="#ppt_x"/>
                                          </p:val>
                                        </p:tav>
                                      </p:tavLst>
                                    </p:anim>
                                    <p:anim calcmode="lin" valueType="num">
                                      <p:cBhvr>
                                        <p:cTn id="41"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_文本框 21"/>
          <p:cNvSpPr txBox="1"/>
          <p:nvPr>
            <p:custDataLst>
              <p:tags r:id="rId1"/>
            </p:custDataLst>
          </p:nvPr>
        </p:nvSpPr>
        <p:spPr>
          <a:xfrm>
            <a:off x="7044845" y="1456171"/>
            <a:ext cx="574715" cy="452038"/>
          </a:xfrm>
          <a:custGeom>
            <a:avLst/>
            <a:gdLst/>
            <a:ahLst/>
            <a:cxnLst/>
            <a:rect l="l" t="t" r="r" b="b"/>
            <a:pathLst>
              <a:path w="115044" h="90487">
                <a:moveTo>
                  <a:pt x="106858" y="0"/>
                </a:moveTo>
                <a:lnTo>
                  <a:pt x="115044" y="17264"/>
                </a:lnTo>
                <a:cubicBezTo>
                  <a:pt x="106709" y="20042"/>
                  <a:pt x="100731" y="23912"/>
                  <a:pt x="97110" y="28873"/>
                </a:cubicBezTo>
                <a:cubicBezTo>
                  <a:pt x="93488" y="33834"/>
                  <a:pt x="91578" y="40432"/>
                  <a:pt x="91380" y="48667"/>
                </a:cubicBezTo>
                <a:lnTo>
                  <a:pt x="111621" y="48667"/>
                </a:lnTo>
                <a:lnTo>
                  <a:pt x="111621" y="90487"/>
                </a:lnTo>
                <a:lnTo>
                  <a:pt x="69800" y="90487"/>
                </a:lnTo>
                <a:lnTo>
                  <a:pt x="69800" y="60573"/>
                </a:lnTo>
                <a:cubicBezTo>
                  <a:pt x="69800" y="48369"/>
                  <a:pt x="70867" y="38794"/>
                  <a:pt x="73000" y="31849"/>
                </a:cubicBezTo>
                <a:cubicBezTo>
                  <a:pt x="75133" y="24904"/>
                  <a:pt x="79102" y="18653"/>
                  <a:pt x="84906" y="13097"/>
                </a:cubicBezTo>
                <a:cubicBezTo>
                  <a:pt x="90710" y="7541"/>
                  <a:pt x="98028" y="3175"/>
                  <a:pt x="106858" y="0"/>
                </a:cubicBezTo>
                <a:close/>
                <a:moveTo>
                  <a:pt x="37058" y="0"/>
                </a:moveTo>
                <a:lnTo>
                  <a:pt x="45243" y="17264"/>
                </a:lnTo>
                <a:cubicBezTo>
                  <a:pt x="36909" y="20042"/>
                  <a:pt x="30931" y="23912"/>
                  <a:pt x="27310" y="28873"/>
                </a:cubicBezTo>
                <a:cubicBezTo>
                  <a:pt x="23688" y="33834"/>
                  <a:pt x="21778" y="40432"/>
                  <a:pt x="21580" y="48667"/>
                </a:cubicBezTo>
                <a:lnTo>
                  <a:pt x="41820" y="48667"/>
                </a:lnTo>
                <a:lnTo>
                  <a:pt x="41820" y="90487"/>
                </a:lnTo>
                <a:lnTo>
                  <a:pt x="0" y="90487"/>
                </a:lnTo>
                <a:lnTo>
                  <a:pt x="0" y="60573"/>
                </a:lnTo>
                <a:cubicBezTo>
                  <a:pt x="0" y="48468"/>
                  <a:pt x="1066" y="38919"/>
                  <a:pt x="3199" y="31924"/>
                </a:cubicBezTo>
                <a:cubicBezTo>
                  <a:pt x="5333" y="24929"/>
                  <a:pt x="9277" y="18653"/>
                  <a:pt x="15031" y="13097"/>
                </a:cubicBezTo>
                <a:cubicBezTo>
                  <a:pt x="20786" y="7541"/>
                  <a:pt x="28128" y="3175"/>
                  <a:pt x="37058" y="0"/>
                </a:cubicBez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a:solidFill>
                <a:schemeClr val="bg1">
                  <a:lumMod val="85000"/>
                </a:schemeClr>
              </a:solidFill>
            </a:endParaRPr>
          </a:p>
        </p:txBody>
      </p:sp>
      <p:sp>
        <p:nvSpPr>
          <p:cNvPr id="4" name="文本框 3"/>
          <p:cNvSpPr txBox="1"/>
          <p:nvPr/>
        </p:nvSpPr>
        <p:spPr>
          <a:xfrm>
            <a:off x="6946675" y="2531302"/>
            <a:ext cx="4768635" cy="523220"/>
          </a:xfrm>
          <a:prstGeom prst="rect">
            <a:avLst/>
          </a:prstGeom>
          <a:noFill/>
        </p:spPr>
        <p:txBody>
          <a:bodyPr wrap="square" rtlCol="0" anchor="ctr">
            <a:spAutoFit/>
          </a:bodyPr>
          <a:lstStyle/>
          <a:p>
            <a:r>
              <a:rPr lang="zh-CN" altLang="en-US" sz="2800" b="1">
                <a:solidFill>
                  <a:schemeClr val="accent2"/>
                </a:solidFill>
                <a:latin typeface="+mj-ea"/>
                <a:ea typeface="+mj-ea"/>
              </a:rPr>
              <a:t>单击输入标题</a:t>
            </a:r>
            <a:endParaRPr lang="zh-CN" altLang="en-US" sz="2800" b="1">
              <a:solidFill>
                <a:schemeClr val="accent2"/>
              </a:solidFill>
              <a:latin typeface="+mj-ea"/>
              <a:ea typeface="+mj-ea"/>
            </a:endParaRPr>
          </a:p>
        </p:txBody>
      </p:sp>
      <p:sp>
        <p:nvSpPr>
          <p:cNvPr id="6" name="文本框 5"/>
          <p:cNvSpPr txBox="1"/>
          <p:nvPr/>
        </p:nvSpPr>
        <p:spPr>
          <a:xfrm>
            <a:off x="6946675" y="1993328"/>
            <a:ext cx="3968535" cy="584775"/>
          </a:xfrm>
          <a:prstGeom prst="rect">
            <a:avLst/>
          </a:prstGeom>
          <a:noFill/>
        </p:spPr>
        <p:txBody>
          <a:bodyPr wrap="square">
            <a:spAutoFit/>
          </a:bodyPr>
          <a:lstStyle/>
          <a:p>
            <a:r>
              <a:rPr lang="en-US" altLang="zh-CN" sz="3200">
                <a:solidFill>
                  <a:schemeClr val="bg1">
                    <a:lumMod val="85000"/>
                  </a:schemeClr>
                </a:solidFill>
                <a:latin typeface="+mn-ea"/>
              </a:rPr>
              <a:t>BACKGROUND</a:t>
            </a:r>
            <a:endParaRPr lang="zh-CN" altLang="en-US" sz="3200">
              <a:solidFill>
                <a:schemeClr val="bg1">
                  <a:lumMod val="85000"/>
                </a:schemeClr>
              </a:solidFill>
              <a:latin typeface="+mn-ea"/>
            </a:endParaRPr>
          </a:p>
        </p:txBody>
      </p:sp>
      <p:sp>
        <p:nvSpPr>
          <p:cNvPr id="7" name="文本框 6"/>
          <p:cNvSpPr txBox="1"/>
          <p:nvPr/>
        </p:nvSpPr>
        <p:spPr>
          <a:xfrm>
            <a:off x="6946675" y="3092021"/>
            <a:ext cx="2273085" cy="307777"/>
          </a:xfrm>
          <a:prstGeom prst="rect">
            <a:avLst/>
          </a:prstGeom>
          <a:noFill/>
        </p:spPr>
        <p:txBody>
          <a:bodyPr wrap="square" rtlCol="0" anchor="ctr">
            <a:spAutoFit/>
          </a:bodyPr>
          <a:lstStyle/>
          <a:p>
            <a:r>
              <a:rPr lang="zh-CN" altLang="en-US" sz="1400" b="1">
                <a:solidFill>
                  <a:schemeClr val="bg1">
                    <a:lumMod val="50000"/>
                  </a:schemeClr>
                </a:solidFill>
                <a:latin typeface="+mj-ea"/>
                <a:ea typeface="+mj-ea"/>
              </a:rPr>
              <a:t>添加您的副标题文字</a:t>
            </a:r>
            <a:endParaRPr lang="zh-CN" altLang="en-US" sz="1400" b="1">
              <a:solidFill>
                <a:schemeClr val="bg1">
                  <a:lumMod val="50000"/>
                </a:schemeClr>
              </a:solidFill>
              <a:latin typeface="+mj-ea"/>
              <a:ea typeface="+mj-ea"/>
            </a:endParaRPr>
          </a:p>
        </p:txBody>
      </p:sp>
      <p:sp>
        <p:nvSpPr>
          <p:cNvPr id="8" name="文本框 7"/>
          <p:cNvSpPr txBox="1"/>
          <p:nvPr/>
        </p:nvSpPr>
        <p:spPr>
          <a:xfrm>
            <a:off x="6946675" y="3909446"/>
            <a:ext cx="4343400" cy="1112420"/>
          </a:xfrm>
          <a:prstGeom prst="rect">
            <a:avLst/>
          </a:prstGeom>
          <a:noFill/>
        </p:spPr>
        <p:txBody>
          <a:bodyPr wrap="square" rtlCol="0">
            <a:spAutoFit/>
          </a:bodyPr>
          <a:lstStyle/>
          <a:p>
            <a:pPr>
              <a:lnSpc>
                <a:spcPct val="120000"/>
              </a:lnSpc>
            </a:pPr>
            <a:r>
              <a:rPr lang="zh-CN" altLang="en-US" sz="1400">
                <a:solidFill>
                  <a:schemeClr val="bg1">
                    <a:lumMod val="50000"/>
                  </a:schemeClr>
                </a:solidFill>
                <a:latin typeface="+mn-ea"/>
              </a:rPr>
              <a:t>请替换文字内容，点击相关标题文字请替请替换文字内容，点击相关标题文字请替换文字请替换文字内请替换文字内容，点击相关标题文字请替换文字请替换文字换文字请替换文字内请替换文字内容</a:t>
            </a:r>
            <a:endParaRPr lang="zh-CN" altLang="en-US" sz="1400">
              <a:solidFill>
                <a:schemeClr val="bg1">
                  <a:lumMod val="50000"/>
                </a:schemeClr>
              </a:solidFill>
              <a:latin typeface="+mn-ea"/>
            </a:endParaRPr>
          </a:p>
        </p:txBody>
      </p:sp>
      <p:cxnSp>
        <p:nvCxnSpPr>
          <p:cNvPr id="9" name="直接连接符 8"/>
          <p:cNvCxnSpPr/>
          <p:nvPr/>
        </p:nvCxnSpPr>
        <p:spPr>
          <a:xfrm>
            <a:off x="7062502" y="3706637"/>
            <a:ext cx="3998973"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矩形: 圆角 9"/>
          <p:cNvSpPr/>
          <p:nvPr/>
        </p:nvSpPr>
        <p:spPr>
          <a:xfrm>
            <a:off x="7027637" y="5299168"/>
            <a:ext cx="833679" cy="263896"/>
          </a:xfrm>
          <a:prstGeom prst="roundRect">
            <a:avLst>
              <a:gd name="adj" fmla="val 50000"/>
            </a:avLst>
          </a:prstGeom>
          <a:solidFill>
            <a:schemeClr val="accent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200">
                <a:solidFill>
                  <a:schemeClr val="accent1"/>
                </a:solidFill>
              </a:rPr>
              <a:t>专业能力</a:t>
            </a:r>
            <a:endParaRPr lang="zh-CN" altLang="en-US" sz="1200">
              <a:solidFill>
                <a:schemeClr val="accent1"/>
              </a:solidFill>
            </a:endParaRPr>
          </a:p>
        </p:txBody>
      </p:sp>
      <p:sp>
        <p:nvSpPr>
          <p:cNvPr id="11" name="矩形: 圆角 10"/>
          <p:cNvSpPr/>
          <p:nvPr/>
        </p:nvSpPr>
        <p:spPr>
          <a:xfrm>
            <a:off x="8094437" y="5299168"/>
            <a:ext cx="833679" cy="263896"/>
          </a:xfrm>
          <a:prstGeom prst="roundRect">
            <a:avLst>
              <a:gd name="adj" fmla="val 50000"/>
            </a:avLst>
          </a:prstGeom>
          <a:solidFill>
            <a:schemeClr val="accent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200">
                <a:solidFill>
                  <a:schemeClr val="accent1"/>
                </a:solidFill>
              </a:rPr>
              <a:t>相应速度</a:t>
            </a:r>
            <a:endParaRPr lang="zh-CN" altLang="en-US" sz="1200">
              <a:solidFill>
                <a:schemeClr val="accent1"/>
              </a:solidFill>
            </a:endParaRPr>
          </a:p>
        </p:txBody>
      </p:sp>
      <p:sp>
        <p:nvSpPr>
          <p:cNvPr id="12" name="矩形: 圆角 11"/>
          <p:cNvSpPr/>
          <p:nvPr/>
        </p:nvSpPr>
        <p:spPr>
          <a:xfrm>
            <a:off x="9161237" y="5299168"/>
            <a:ext cx="833679" cy="263896"/>
          </a:xfrm>
          <a:prstGeom prst="roundRect">
            <a:avLst>
              <a:gd name="adj" fmla="val 50000"/>
            </a:avLst>
          </a:prstGeom>
          <a:solidFill>
            <a:schemeClr val="accent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200">
                <a:solidFill>
                  <a:schemeClr val="accent1"/>
                </a:solidFill>
              </a:rPr>
              <a:t>服务范围</a:t>
            </a:r>
            <a:endParaRPr lang="zh-CN" altLang="en-US" sz="1200">
              <a:solidFill>
                <a:schemeClr val="accent1"/>
              </a:solidFill>
            </a:endParaRPr>
          </a:p>
        </p:txBody>
      </p:sp>
      <p:grpSp>
        <p:nvGrpSpPr>
          <p:cNvPr id="16" name="组合 15"/>
          <p:cNvGrpSpPr/>
          <p:nvPr/>
        </p:nvGrpSpPr>
        <p:grpSpPr>
          <a:xfrm>
            <a:off x="193291" y="317173"/>
            <a:ext cx="5179768" cy="871755"/>
            <a:chOff x="193291" y="317173"/>
            <a:chExt cx="5179768" cy="871755"/>
          </a:xfrm>
        </p:grpSpPr>
        <p:sp>
          <p:nvSpPr>
            <p:cNvPr id="17" name="文本框 16"/>
            <p:cNvSpPr txBox="1"/>
            <p:nvPr/>
          </p:nvSpPr>
          <p:spPr>
            <a:xfrm>
              <a:off x="1059985" y="357880"/>
              <a:ext cx="4313074" cy="688073"/>
            </a:xfrm>
            <a:prstGeom prst="rect">
              <a:avLst/>
            </a:prstGeom>
            <a:noFill/>
          </p:spPr>
          <p:txBody>
            <a:bodyPr wrap="square" rtlCol="0">
              <a:spAutoFit/>
            </a:bodyPr>
            <a:lstStyle/>
            <a:p>
              <a:pPr lvl="0">
                <a:lnSpc>
                  <a:spcPct val="130000"/>
                </a:lnSpc>
                <a:defRPr/>
              </a:pPr>
              <a:r>
                <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rPr>
                <a:t>论文总结及致谢</a:t>
              </a:r>
              <a:endParaRPr lang="zh-CN" altLang="en-US" sz="3200" b="1">
                <a:solidFill>
                  <a:schemeClr val="tx1">
                    <a:lumMod val="75000"/>
                    <a:lumOff val="25000"/>
                  </a:schemeClr>
                </a:solidFill>
                <a:latin typeface="思源宋体 Heavy" panose="02020900000000000000" charset="-122"/>
                <a:ea typeface="思源宋体 Heavy" panose="02020900000000000000" charset="-122"/>
                <a:cs typeface="字魂105号-简雅黑" panose="00000500000000000000" pitchFamily="2" charset="-122"/>
                <a:sym typeface="Arial" panose="020B0604020202020204" pitchFamily="34" charset="0"/>
              </a:endParaRPr>
            </a:p>
          </p:txBody>
        </p:sp>
        <p:pic>
          <p:nvPicPr>
            <p:cNvPr id="18" name="图片 17"/>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l="24588" t="52000" r="15417" b="10555"/>
            <a:stretch>
              <a:fillRect/>
            </a:stretch>
          </p:blipFill>
          <p:spPr>
            <a:xfrm>
              <a:off x="193291" y="317173"/>
              <a:ext cx="931043" cy="871755"/>
            </a:xfrm>
            <a:prstGeom prst="rect">
              <a:avLst/>
            </a:prstGeom>
          </p:spPr>
        </p:pic>
      </p:grpSp>
      <p:pic>
        <p:nvPicPr>
          <p:cNvPr id="20" name="图片 19"/>
          <p:cNvPicPr>
            <a:picLocks noChangeAspect="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19811" y="640336"/>
            <a:ext cx="6858000" cy="68580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anim calcmode="lin" valueType="num">
                                      <p:cBhvr>
                                        <p:cTn id="33" dur="1000" fill="hold"/>
                                        <p:tgtEl>
                                          <p:spTgt spid="9"/>
                                        </p:tgtEl>
                                        <p:attrNameLst>
                                          <p:attrName>ppt_x</p:attrName>
                                        </p:attrNameLst>
                                      </p:cBhvr>
                                      <p:tavLst>
                                        <p:tav tm="0">
                                          <p:val>
                                            <p:strVal val="#ppt_x"/>
                                          </p:val>
                                        </p:tav>
                                        <p:tav tm="100000">
                                          <p:val>
                                            <p:strVal val="#ppt_x"/>
                                          </p:val>
                                        </p:tav>
                                      </p:tavLst>
                                    </p:anim>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000"/>
                                        <p:tgtEl>
                                          <p:spTgt spid="10"/>
                                        </p:tgtEl>
                                      </p:cBhvr>
                                    </p:animEffect>
                                    <p:anim calcmode="lin" valueType="num">
                                      <p:cBhvr>
                                        <p:cTn id="38" dur="1000" fill="hold"/>
                                        <p:tgtEl>
                                          <p:spTgt spid="10"/>
                                        </p:tgtEl>
                                        <p:attrNameLst>
                                          <p:attrName>ppt_x</p:attrName>
                                        </p:attrNameLst>
                                      </p:cBhvr>
                                      <p:tavLst>
                                        <p:tav tm="0">
                                          <p:val>
                                            <p:strVal val="#ppt_x"/>
                                          </p:val>
                                        </p:tav>
                                        <p:tav tm="100000">
                                          <p:val>
                                            <p:strVal val="#ppt_x"/>
                                          </p:val>
                                        </p:tav>
                                      </p:tavLst>
                                    </p:anim>
                                    <p:anim calcmode="lin" valueType="num">
                                      <p:cBhvr>
                                        <p:cTn id="39" dur="100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1000"/>
                                        <p:tgtEl>
                                          <p:spTgt spid="12"/>
                                        </p:tgtEl>
                                      </p:cBhvr>
                                    </p:animEffect>
                                    <p:anim calcmode="lin" valueType="num">
                                      <p:cBhvr>
                                        <p:cTn id="48" dur="1000" fill="hold"/>
                                        <p:tgtEl>
                                          <p:spTgt spid="12"/>
                                        </p:tgtEl>
                                        <p:attrNameLst>
                                          <p:attrName>ppt_x</p:attrName>
                                        </p:attrNameLst>
                                      </p:cBhvr>
                                      <p:tavLst>
                                        <p:tav tm="0">
                                          <p:val>
                                            <p:strVal val="#ppt_x"/>
                                          </p:val>
                                        </p:tav>
                                        <p:tav tm="100000">
                                          <p:val>
                                            <p:strVal val="#ppt_x"/>
                                          </p:val>
                                        </p:tav>
                                      </p:tavLst>
                                    </p:anim>
                                    <p:anim calcmode="lin" valueType="num">
                                      <p:cBhvr>
                                        <p:cTn id="4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6" grpId="0"/>
      <p:bldP spid="7" grpId="0"/>
      <p:bldP spid="8" grpId="0"/>
      <p:bldP spid="10" grpId="0" animBg="1"/>
      <p:bldP spid="11" grpId="0" animBg="1"/>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3601422" y="3572229"/>
            <a:ext cx="4995738" cy="369332"/>
          </a:xfrm>
          <a:prstGeom prst="rect">
            <a:avLst/>
          </a:prstGeom>
          <a:noFill/>
        </p:spPr>
        <p:txBody>
          <a:bodyPr wrap="square" rtlCol="0">
            <a:spAutoFit/>
          </a:bodyPr>
          <a:lstStyle/>
          <a:p>
            <a:pPr marL="0" lvl="1" algn="dist"/>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毕业论文</a:t>
            </a:r>
            <a:r>
              <a:rPr lang="en-US" altLang="zh-CN">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a:t>
            </a:r>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论文答辩</a:t>
            </a:r>
            <a:r>
              <a:rPr lang="en-US" altLang="zh-CN">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a:t>
            </a:r>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开题报告</a:t>
            </a:r>
            <a:r>
              <a:rPr lang="en-US" altLang="zh-CN">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a:t>
            </a:r>
            <a:r>
              <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论文答辩</a:t>
            </a:r>
            <a:endParaRPr lang="zh-CN" altLang="en-US">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endParaRPr>
          </a:p>
        </p:txBody>
      </p:sp>
      <p:grpSp>
        <p:nvGrpSpPr>
          <p:cNvPr id="25" name="组合 24"/>
          <p:cNvGrpSpPr/>
          <p:nvPr/>
        </p:nvGrpSpPr>
        <p:grpSpPr>
          <a:xfrm>
            <a:off x="4222866" y="4741009"/>
            <a:ext cx="3753352" cy="432792"/>
            <a:chOff x="195767" y="4547274"/>
            <a:chExt cx="3753352" cy="432792"/>
          </a:xfrm>
        </p:grpSpPr>
        <p:sp>
          <p:nvSpPr>
            <p:cNvPr id="16" name="文本框 15"/>
            <p:cNvSpPr txBox="1"/>
            <p:nvPr/>
          </p:nvSpPr>
          <p:spPr>
            <a:xfrm>
              <a:off x="195767" y="4547274"/>
              <a:ext cx="1808956" cy="432792"/>
            </a:xfrm>
            <a:prstGeom prst="roundRect">
              <a:avLst>
                <a:gd name="adj" fmla="val 50000"/>
              </a:avLst>
            </a:prstGeom>
            <a:solidFill>
              <a:schemeClr val="accent1"/>
            </a:solidFill>
            <a:ln>
              <a:noFill/>
            </a:ln>
          </p:spPr>
          <p:txBody>
            <a:bodyPr wrap="square" rtlCol="0" anchor="ctr">
              <a:spAutoFit/>
            </a:bodyPr>
            <a:lstStyle/>
            <a:p>
              <a:pPr algn="ctr"/>
              <a:r>
                <a:rPr lang="zh-CN" altLang="en-US" sz="1400">
                  <a:solidFill>
                    <a:schemeClr val="bg1"/>
                  </a:solidFill>
                  <a:latin typeface="思源宋体 Heavy" panose="02020900000000000000" charset="-122"/>
                  <a:ea typeface="思源宋体 Heavy" panose="02020900000000000000" charset="-122"/>
                  <a:cs typeface="思源宋体 Heavy" panose="02020900000000000000" charset="-122"/>
                </a:rPr>
                <a:t>答辩人：</a:t>
              </a:r>
              <a:r>
                <a:rPr lang="en-US" altLang="zh-CN" sz="1400">
                  <a:solidFill>
                    <a:schemeClr val="bg1"/>
                  </a:solidFill>
                  <a:latin typeface="思源宋体 Heavy" panose="02020900000000000000" charset="-122"/>
                  <a:ea typeface="思源宋体 Heavy" panose="02020900000000000000" charset="-122"/>
                  <a:cs typeface="思源宋体 Heavy" panose="02020900000000000000" charset="-122"/>
                </a:rPr>
                <a:t>XXX</a:t>
              </a:r>
              <a:endParaRPr lang="zh-CN" altLang="en-US" sz="1400">
                <a:solidFill>
                  <a:schemeClr val="bg1"/>
                </a:solidFill>
              </a:endParaRPr>
            </a:p>
          </p:txBody>
        </p:sp>
        <p:sp>
          <p:nvSpPr>
            <p:cNvPr id="9" name="文本框 8"/>
            <p:cNvSpPr txBox="1"/>
            <p:nvPr/>
          </p:nvSpPr>
          <p:spPr>
            <a:xfrm>
              <a:off x="2140162" y="4547274"/>
              <a:ext cx="1808957" cy="432792"/>
            </a:xfrm>
            <a:prstGeom prst="roundRect">
              <a:avLst>
                <a:gd name="adj" fmla="val 50000"/>
              </a:avLst>
            </a:prstGeom>
            <a:solidFill>
              <a:schemeClr val="accent1"/>
            </a:solidFill>
            <a:ln>
              <a:noFill/>
            </a:ln>
          </p:spPr>
          <p:txBody>
            <a:bodyPr wrap="square" rtlCol="0" anchor="ctr">
              <a:spAutoFit/>
            </a:bodyPr>
            <a:lstStyle/>
            <a:p>
              <a:pPr algn="ctr"/>
              <a:r>
                <a:rPr lang="zh-CN" altLang="en-US" sz="1400">
                  <a:solidFill>
                    <a:schemeClr val="bg1"/>
                  </a:solidFill>
                  <a:latin typeface="思源宋体 Heavy" panose="02020900000000000000" charset="-122"/>
                  <a:ea typeface="思源宋体 Heavy" panose="02020900000000000000" charset="-122"/>
                  <a:cs typeface="思源宋体 Heavy" panose="02020900000000000000" charset="-122"/>
                </a:rPr>
                <a:t>指导老师：</a:t>
              </a:r>
              <a:r>
                <a:rPr lang="en-US" altLang="zh-CN" sz="1400">
                  <a:solidFill>
                    <a:schemeClr val="bg1"/>
                  </a:solidFill>
                  <a:latin typeface="思源宋体 Heavy" panose="02020900000000000000" charset="-122"/>
                  <a:ea typeface="思源宋体 Heavy" panose="02020900000000000000" charset="-122"/>
                  <a:cs typeface="思源宋体 Heavy" panose="02020900000000000000" charset="-122"/>
                </a:rPr>
                <a:t>XXX</a:t>
              </a:r>
              <a:endParaRPr lang="zh-CN" altLang="en-US" sz="1400">
                <a:solidFill>
                  <a:schemeClr val="bg1"/>
                </a:solidFill>
              </a:endParaRPr>
            </a:p>
          </p:txBody>
        </p:sp>
      </p:grpSp>
      <p:sp>
        <p:nvSpPr>
          <p:cNvPr id="3" name="PA_矩形 28"/>
          <p:cNvSpPr/>
          <p:nvPr>
            <p:custDataLst>
              <p:tags r:id="rId1"/>
            </p:custDataLst>
          </p:nvPr>
        </p:nvSpPr>
        <p:spPr>
          <a:xfrm>
            <a:off x="3598131" y="4037496"/>
            <a:ext cx="4995738" cy="451598"/>
          </a:xfrm>
          <a:prstGeom prst="rect">
            <a:avLst/>
          </a:prstGeom>
          <a:ln>
            <a:noFill/>
          </a:ln>
          <a:effectLst/>
        </p:spPr>
        <p:txBody>
          <a:bodyPr wrap="square">
            <a:spAutoFit/>
          </a:bodyPr>
          <a:lstStyle/>
          <a:p>
            <a:pPr algn="ctr">
              <a:lnSpc>
                <a:spcPct val="120000"/>
              </a:lnSpc>
              <a:spcBef>
                <a:spcPct val="0"/>
              </a:spcBef>
            </a:pPr>
            <a:r>
              <a:rPr lang="en-US" altLang="zh-CN" sz="1000">
                <a:solidFill>
                  <a:schemeClr val="tx1">
                    <a:lumMod val="50000"/>
                    <a:lumOff val="50000"/>
                  </a:schemeClr>
                </a:solidFill>
                <a:latin typeface="思源宋体 Heavy" panose="02020900000000000000" charset="-122"/>
                <a:ea typeface="思源宋体 Heavy" panose="02020900000000000000" charset="-122"/>
                <a:sym typeface="Arial" panose="020B0604020202020204" pitchFamily="34" charset="0"/>
              </a:rPr>
              <a:t>Never forget what you are, for surely the world will not. Make it your strength. Never forget what you are , for surely the world will not. </a:t>
            </a:r>
            <a:endParaRPr lang="en-US" altLang="zh-CN" sz="1000">
              <a:solidFill>
                <a:schemeClr val="tx1">
                  <a:lumMod val="50000"/>
                  <a:lumOff val="50000"/>
                </a:schemeClr>
              </a:solidFill>
              <a:latin typeface="思源宋体 Heavy" panose="02020900000000000000" charset="-122"/>
              <a:ea typeface="思源宋体 Heavy" panose="02020900000000000000" charset="-122"/>
              <a:sym typeface="Arial" panose="020B0604020202020204" pitchFamily="34" charset="0"/>
            </a:endParaRPr>
          </a:p>
        </p:txBody>
      </p:sp>
      <p:sp>
        <p:nvSpPr>
          <p:cNvPr id="53" name="标题 1"/>
          <p:cNvSpPr txBox="1"/>
          <p:nvPr/>
        </p:nvSpPr>
        <p:spPr>
          <a:xfrm>
            <a:off x="3777218" y="1446648"/>
            <a:ext cx="4610260" cy="655160"/>
          </a:xfrm>
          <a:prstGeom prst="rect">
            <a:avLst/>
          </a:prstGeom>
          <a:ln>
            <a:noFill/>
          </a:ln>
        </p:spPr>
        <p:txBody>
          <a:bodyPr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2400">
                <a:solidFill>
                  <a:schemeClr val="accent2"/>
                </a:solidFill>
                <a:latin typeface="思源宋体 Heavy" panose="02020900000000000000" charset="-122"/>
                <a:ea typeface="思源宋体 Heavy" panose="02020900000000000000" charset="-122"/>
                <a:cs typeface="思源宋体 Heavy" panose="02020900000000000000" charset="-122"/>
              </a:rPr>
              <a:t>GRADUATION THESIS DEFENSE</a:t>
            </a:r>
            <a:endParaRPr lang="zh-CN" altLang="en-US" sz="2400">
              <a:solidFill>
                <a:schemeClr val="accent2"/>
              </a:solidFill>
              <a:latin typeface="思源宋体 Heavy" panose="02020900000000000000" charset="-122"/>
              <a:ea typeface="思源宋体 Heavy" panose="02020900000000000000" charset="-122"/>
              <a:cs typeface="思源宋体 Heavy" panose="02020900000000000000" charset="-122"/>
            </a:endParaRPr>
          </a:p>
        </p:txBody>
      </p:sp>
      <p:sp>
        <p:nvSpPr>
          <p:cNvPr id="82" name="任意多边形: 形状 81"/>
          <p:cNvSpPr/>
          <p:nvPr/>
        </p:nvSpPr>
        <p:spPr>
          <a:xfrm>
            <a:off x="7912295" y="2051504"/>
            <a:ext cx="10593" cy="268"/>
          </a:xfrm>
          <a:custGeom>
            <a:avLst/>
            <a:gdLst>
              <a:gd name="connsiteX0" fmla="*/ 0 w 10593"/>
              <a:gd name="connsiteY0" fmla="*/ 0 h 268"/>
              <a:gd name="connsiteX1" fmla="*/ 10593 w 10593"/>
              <a:gd name="connsiteY1" fmla="*/ 0 h 268"/>
              <a:gd name="connsiteX2" fmla="*/ 5297 w 10593"/>
              <a:gd name="connsiteY2" fmla="*/ 268 h 268"/>
              <a:gd name="connsiteX3" fmla="*/ 0 w 10593"/>
              <a:gd name="connsiteY3" fmla="*/ 0 h 268"/>
            </a:gdLst>
            <a:ahLst/>
            <a:cxnLst>
              <a:cxn ang="0">
                <a:pos x="connsiteX0" y="connsiteY0"/>
              </a:cxn>
              <a:cxn ang="0">
                <a:pos x="connsiteX1" y="connsiteY1"/>
              </a:cxn>
              <a:cxn ang="0">
                <a:pos x="connsiteX2" y="connsiteY2"/>
              </a:cxn>
              <a:cxn ang="0">
                <a:pos x="connsiteX3" y="connsiteY3"/>
              </a:cxn>
            </a:cxnLst>
            <a:rect l="l" t="t" r="r" b="b"/>
            <a:pathLst>
              <a:path w="10593" h="268">
                <a:moveTo>
                  <a:pt x="0" y="0"/>
                </a:moveTo>
                <a:lnTo>
                  <a:pt x="10593" y="0"/>
                </a:lnTo>
                <a:lnTo>
                  <a:pt x="5297" y="268"/>
                </a:lnTo>
                <a:lnTo>
                  <a:pt x="0" y="0"/>
                </a:ln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文本框 3"/>
          <p:cNvSpPr txBox="1"/>
          <p:nvPr/>
        </p:nvSpPr>
        <p:spPr>
          <a:xfrm>
            <a:off x="1535506" y="2202771"/>
            <a:ext cx="9079898" cy="1323439"/>
          </a:xfrm>
          <a:prstGeom prst="rect">
            <a:avLst/>
          </a:prstGeom>
          <a:noFill/>
        </p:spPr>
        <p:txBody>
          <a:bodyPr wrap="square" rtlCol="0">
            <a:spAutoFit/>
          </a:bodyPr>
          <a:lstStyle/>
          <a:p>
            <a:pPr marL="0" lvl="1" algn="ctr"/>
            <a:r>
              <a:rPr lang="zh-CN" altLang="en-US" sz="8000" b="1">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感谢各位老师指导</a:t>
            </a:r>
            <a:endParaRPr lang="zh-CN" altLang="en-US" sz="8000" b="1">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endParaRPr>
          </a:p>
        </p:txBody>
      </p:sp>
      <p:pic>
        <p:nvPicPr>
          <p:cNvPr id="28" name="图片 27"/>
          <p:cNvPicPr>
            <a:picLocks noChangeAspect="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rcRect l="232" t="53976" r="3683"/>
          <a:stretch>
            <a:fillRect/>
          </a:stretch>
        </p:blipFill>
        <p:spPr>
          <a:xfrm rot="2199974">
            <a:off x="7196803" y="-876586"/>
            <a:ext cx="6589552" cy="3156346"/>
          </a:xfrm>
          <a:custGeom>
            <a:avLst/>
            <a:gdLst>
              <a:gd name="connsiteX0" fmla="*/ 0 w 6589552"/>
              <a:gd name="connsiteY0" fmla="*/ 3156346 h 3156346"/>
              <a:gd name="connsiteX1" fmla="*/ 4239776 w 6589552"/>
              <a:gd name="connsiteY1" fmla="*/ 0 h 3156346"/>
              <a:gd name="connsiteX2" fmla="*/ 6589552 w 6589552"/>
              <a:gd name="connsiteY2" fmla="*/ 3156346 h 3156346"/>
            </a:gdLst>
            <a:ahLst/>
            <a:cxnLst>
              <a:cxn ang="0">
                <a:pos x="connsiteX0" y="connsiteY0"/>
              </a:cxn>
              <a:cxn ang="0">
                <a:pos x="connsiteX1" y="connsiteY1"/>
              </a:cxn>
              <a:cxn ang="0">
                <a:pos x="connsiteX2" y="connsiteY2"/>
              </a:cxn>
            </a:cxnLst>
            <a:rect l="l" t="t" r="r" b="b"/>
            <a:pathLst>
              <a:path w="6589552" h="3156346">
                <a:moveTo>
                  <a:pt x="0" y="3156346"/>
                </a:moveTo>
                <a:lnTo>
                  <a:pt x="4239776" y="0"/>
                </a:lnTo>
                <a:lnTo>
                  <a:pt x="6589552" y="3156346"/>
                </a:lnTo>
                <a:close/>
              </a:path>
            </a:pathLst>
          </a:custGeom>
        </p:spPr>
      </p:pic>
      <p:pic>
        <p:nvPicPr>
          <p:cNvPr id="30" name="图片 29"/>
          <p:cNvPicPr>
            <a:picLocks noChangeAspect="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rcRect l="54518" t="1392"/>
          <a:stretch>
            <a:fillRect/>
          </a:stretch>
        </p:blipFill>
        <p:spPr>
          <a:xfrm rot="17966596">
            <a:off x="618322" y="2915210"/>
            <a:ext cx="3119173" cy="6762505"/>
          </a:xfrm>
          <a:custGeom>
            <a:avLst/>
            <a:gdLst>
              <a:gd name="connsiteX0" fmla="*/ 3119173 w 3119173"/>
              <a:gd name="connsiteY0" fmla="*/ 0 h 6762505"/>
              <a:gd name="connsiteX1" fmla="*/ 3119173 w 3119173"/>
              <a:gd name="connsiteY1" fmla="*/ 6762505 h 6762505"/>
              <a:gd name="connsiteX2" fmla="*/ 2823369 w 3119173"/>
              <a:gd name="connsiteY2" fmla="*/ 6762505 h 6762505"/>
              <a:gd name="connsiteX3" fmla="*/ 0 w 3119173"/>
              <a:gd name="connsiteY3" fmla="*/ 1760668 h 6762505"/>
            </a:gdLst>
            <a:ahLst/>
            <a:cxnLst>
              <a:cxn ang="0">
                <a:pos x="connsiteX0" y="connsiteY0"/>
              </a:cxn>
              <a:cxn ang="0">
                <a:pos x="connsiteX1" y="connsiteY1"/>
              </a:cxn>
              <a:cxn ang="0">
                <a:pos x="connsiteX2" y="connsiteY2"/>
              </a:cxn>
              <a:cxn ang="0">
                <a:pos x="connsiteX3" y="connsiteY3"/>
              </a:cxn>
            </a:cxnLst>
            <a:rect l="l" t="t" r="r" b="b"/>
            <a:pathLst>
              <a:path w="3119173" h="6762505">
                <a:moveTo>
                  <a:pt x="3119173" y="0"/>
                </a:moveTo>
                <a:lnTo>
                  <a:pt x="3119173" y="6762505"/>
                </a:lnTo>
                <a:lnTo>
                  <a:pt x="2823369" y="6762505"/>
                </a:lnTo>
                <a:lnTo>
                  <a:pt x="0" y="1760668"/>
                </a:lnTo>
                <a:close/>
              </a:path>
            </a:pathLst>
          </a:custGeom>
        </p:spPr>
      </p:pic>
      <p:sp>
        <p:nvSpPr>
          <p:cNvPr id="2" name="标题 1"/>
          <p:cNvSpPr txBox="1"/>
          <p:nvPr/>
        </p:nvSpPr>
        <p:spPr>
          <a:xfrm>
            <a:off x="517084" y="539573"/>
            <a:ext cx="1794795" cy="655160"/>
          </a:xfrm>
          <a:prstGeom prst="rect">
            <a:avLst/>
          </a:prstGeom>
          <a:ln>
            <a:noFill/>
          </a:ln>
        </p:spPr>
        <p:txBody>
          <a:bodyPr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2400">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rPr>
              <a:t>唐峰</a:t>
            </a:r>
            <a:endParaRPr lang="zh-CN" altLang="en-US" sz="2400">
              <a:solidFill>
                <a:schemeClr val="tx1">
                  <a:lumMod val="75000"/>
                  <a:lumOff val="25000"/>
                </a:schemeClr>
              </a:solidFill>
              <a:latin typeface="思源宋体 Heavy" panose="02020900000000000000" charset="-122"/>
              <a:ea typeface="思源宋体 Heavy" panose="02020900000000000000" charset="-122"/>
              <a:cs typeface="思源宋体 Heavy" panose="02020900000000000000" charset="-122"/>
            </a:endParaRPr>
          </a:p>
        </p:txBody>
      </p:sp>
      <p:grpSp>
        <p:nvGrpSpPr>
          <p:cNvPr id="5" name="组合 4"/>
          <p:cNvGrpSpPr/>
          <p:nvPr/>
        </p:nvGrpSpPr>
        <p:grpSpPr>
          <a:xfrm>
            <a:off x="10794018" y="6033950"/>
            <a:ext cx="719095" cy="109495"/>
            <a:chOff x="9120272" y="6464300"/>
            <a:chExt cx="719095" cy="109495"/>
          </a:xfrm>
          <a:solidFill>
            <a:schemeClr val="accent1"/>
          </a:solidFill>
        </p:grpSpPr>
        <p:sp>
          <p:nvSpPr>
            <p:cNvPr id="6" name="椭圆 5"/>
            <p:cNvSpPr/>
            <p:nvPr/>
          </p:nvSpPr>
          <p:spPr>
            <a:xfrm>
              <a:off x="9120272" y="6464300"/>
              <a:ext cx="109495" cy="1094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p:cNvSpPr/>
            <p:nvPr/>
          </p:nvSpPr>
          <p:spPr>
            <a:xfrm>
              <a:off x="9425072" y="6464300"/>
              <a:ext cx="109495" cy="1094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椭圆 10"/>
            <p:cNvSpPr/>
            <p:nvPr/>
          </p:nvSpPr>
          <p:spPr>
            <a:xfrm>
              <a:off x="9729872" y="6464300"/>
              <a:ext cx="109495" cy="1094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156"/>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to="" calcmode="lin" valueType="num">
                                      <p:cBhvr>
                                        <p:cTn id="7" dur="500" fill="hold">
                                          <p:stCondLst>
                                            <p:cond delay="0"/>
                                          </p:stCondLst>
                                        </p:cTn>
                                        <p:tgtEl>
                                          <p:spTgt spid="20"/>
                                        </p:tgtEl>
                                        <p:attrNameLst>
                                          <p:attrName>ppt_x</p:attrName>
                                        </p:attrNameLst>
                                      </p:cBhvr>
                                      <p:tavLst>
                                        <p:tav tm="0" fmla="((floor(#ppt_x-0.5)+ceil(#ppt_x-0.5))*0.5+0.5)+(#ppt_x- ((floor(#ppt_x-0.5)+ceil(#ppt_x-0.5))*0.5+0.5))*$">
                                          <p:val>
                                            <p:fltVal val="0"/>
                                          </p:val>
                                        </p:tav>
                                        <p:tav tm="100000">
                                          <p:val>
                                            <p:fltVal val="1"/>
                                          </p:val>
                                        </p:tav>
                                      </p:tavLst>
                                    </p:anim>
                                    <p:anim to="" calcmode="lin" valueType="num">
                                      <p:cBhvr>
                                        <p:cTn id="8" dur="500" fill="hold">
                                          <p:stCondLst>
                                            <p:cond delay="0"/>
                                          </p:stCondLst>
                                        </p:cTn>
                                        <p:tgtEl>
                                          <p:spTgt spid="20"/>
                                        </p:tgtEl>
                                        <p:attrNameLst>
                                          <p:attrName>ppt_y</p:attrName>
                                        </p:attrNameLst>
                                      </p:cBhvr>
                                      <p:tavLst>
                                        <p:tav tm="0" fmla="((floor(#ppt_y-0.5)+ceil(#ppt_y-0.5))*0.5+0.5)+(#ppt_y- ((floor(#ppt_y-0.5)+ceil(#ppt_y-0.5))*0.5+0.5))*$">
                                          <p:val>
                                            <p:fltVal val="0"/>
                                          </p:val>
                                        </p:tav>
                                        <p:tav tm="100000">
                                          <p:val>
                                            <p:fltVal val="1"/>
                                          </p:val>
                                        </p:tav>
                                      </p:tavLst>
                                    </p:anim>
                                  </p:childTnLst>
                                </p:cTn>
                              </p:par>
                              <p:par>
                                <p:cTn id="9" presetID="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 to="" calcmode="lin" valueType="num">
                                      <p:cBhvr>
                                        <p:cTn id="11" dur="500" fill="hold">
                                          <p:stCondLst>
                                            <p:cond delay="0"/>
                                          </p:stCondLst>
                                        </p:cTn>
                                        <p:tgtEl>
                                          <p:spTgt spid="25"/>
                                        </p:tgtEl>
                                        <p:attrNameLst>
                                          <p:attrName>ppt_x</p:attrName>
                                        </p:attrNameLst>
                                      </p:cBhvr>
                                      <p:tavLst>
                                        <p:tav tm="0" fmla="((floor(#ppt_x-0.5)+ceil(#ppt_x-0.5))*0.5+0.5)+(#ppt_x- ((floor(#ppt_x-0.5)+ceil(#ppt_x-0.5))*0.5+0.5))*$">
                                          <p:val>
                                            <p:fltVal val="0"/>
                                          </p:val>
                                        </p:tav>
                                        <p:tav tm="100000">
                                          <p:val>
                                            <p:fltVal val="1"/>
                                          </p:val>
                                        </p:tav>
                                      </p:tavLst>
                                    </p:anim>
                                    <p:anim to="" calcmode="lin" valueType="num">
                                      <p:cBhvr>
                                        <p:cTn id="12" dur="500" fill="hold">
                                          <p:stCondLst>
                                            <p:cond delay="0"/>
                                          </p:stCondLst>
                                        </p:cTn>
                                        <p:tgtEl>
                                          <p:spTgt spid="25"/>
                                        </p:tgtEl>
                                        <p:attrNameLst>
                                          <p:attrName>ppt_y</p:attrName>
                                        </p:attrNameLst>
                                      </p:cBhvr>
                                      <p:tavLst>
                                        <p:tav tm="0" fmla="((floor(#ppt_y-0.5)+ceil(#ppt_y-0.5))*0.5+0.5)+(#ppt_y- ((floor(#ppt_y-0.5)+ceil(#ppt_y-0.5))*0.5+0.5))*$">
                                          <p:val>
                                            <p:fltVal val="0"/>
                                          </p:val>
                                        </p:tav>
                                        <p:tav tm="100000">
                                          <p:val>
                                            <p:fltVal val="1"/>
                                          </p:val>
                                        </p:tav>
                                      </p:tavLst>
                                    </p:anim>
                                  </p:childTnLst>
                                </p:cTn>
                              </p:par>
                              <p:par>
                                <p:cTn id="13" presetID="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to="" calcmode="lin" valueType="num">
                                      <p:cBhvr>
                                        <p:cTn id="15" dur="500" fill="hold">
                                          <p:stCondLst>
                                            <p:cond delay="0"/>
                                          </p:stCondLst>
                                        </p:cTn>
                                        <p:tgtEl>
                                          <p:spTgt spid="3"/>
                                        </p:tgtEl>
                                        <p:attrNameLst>
                                          <p:attrName>ppt_x</p:attrName>
                                        </p:attrNameLst>
                                      </p:cBhvr>
                                      <p:tavLst>
                                        <p:tav tm="0" fmla="((floor(#ppt_x-0.5)+ceil(#ppt_x-0.5))*0.5+0.5)+(#ppt_x- ((floor(#ppt_x-0.5)+ceil(#ppt_x-0.5))*0.5+0.5))*$">
                                          <p:val>
                                            <p:fltVal val="0"/>
                                          </p:val>
                                        </p:tav>
                                        <p:tav tm="100000">
                                          <p:val>
                                            <p:fltVal val="1"/>
                                          </p:val>
                                        </p:tav>
                                      </p:tavLst>
                                    </p:anim>
                                    <p:anim to="" calcmode="lin" valueType="num">
                                      <p:cBhvr>
                                        <p:cTn id="16" dur="500" fill="hold">
                                          <p:stCondLst>
                                            <p:cond delay="0"/>
                                          </p:stCondLst>
                                        </p:cTn>
                                        <p:tgtEl>
                                          <p:spTgt spid="3"/>
                                        </p:tgtEl>
                                        <p:attrNameLst>
                                          <p:attrName>ppt_y</p:attrName>
                                        </p:attrNameLst>
                                      </p:cBhvr>
                                      <p:tavLst>
                                        <p:tav tm="0" fmla="((floor(#ppt_y-0.5)+ceil(#ppt_y-0.5))*0.5+0.5)+(#ppt_y- ((floor(#ppt_y-0.5)+ceil(#ppt_y-0.5))*0.5+0.5))*$">
                                          <p:val>
                                            <p:fltVal val="0"/>
                                          </p:val>
                                        </p:tav>
                                        <p:tav tm="100000">
                                          <p:val>
                                            <p:fltVal val="1"/>
                                          </p:val>
                                        </p:tav>
                                      </p:tavLst>
                                    </p:anim>
                                  </p:childTnLst>
                                </p:cTn>
                              </p:par>
                              <p:par>
                                <p:cTn id="17" presetID="23" presetClass="entr" presetSubtype="16"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anim to="" calcmode="lin" valueType="num">
                                      <p:cBhvr>
                                        <p:cTn id="19" dur="400" accel="50000" fill="hold">
                                          <p:stCondLst>
                                            <p:cond delay="0"/>
                                          </p:stCondLst>
                                        </p:cTn>
                                        <p:tgtEl>
                                          <p:spTgt spid="53"/>
                                        </p:tgtEl>
                                        <p:attrNameLst>
                                          <p:attrName>ppt_w</p:attrName>
                                        </p:attrNameLst>
                                      </p:cBhvr>
                                      <p:tavLst>
                                        <p:tav tm="0">
                                          <p:val>
                                            <p:fltVal val="0"/>
                                          </p:val>
                                        </p:tav>
                                        <p:tav tm="100000">
                                          <p:val>
                                            <p:strVal val="#ppt_w"/>
                                          </p:val>
                                        </p:tav>
                                      </p:tavLst>
                                    </p:anim>
                                    <p:anim to="" calcmode="lin" valueType="num">
                                      <p:cBhvr>
                                        <p:cTn id="20" dur="400" accel="50000" fill="hold">
                                          <p:stCondLst>
                                            <p:cond delay="0"/>
                                          </p:stCondLst>
                                        </p:cTn>
                                        <p:tgtEl>
                                          <p:spTgt spid="53"/>
                                        </p:tgtEl>
                                        <p:attrNameLst>
                                          <p:attrName>ppt_h</p:attrName>
                                        </p:attrNameLst>
                                      </p:cBhvr>
                                      <p:tavLst>
                                        <p:tav tm="0">
                                          <p:val>
                                            <p:fltVal val="0"/>
                                          </p:val>
                                        </p:tav>
                                        <p:tav tm="100000">
                                          <p:val>
                                            <p:strVal val="#ppt_h"/>
                                          </p:val>
                                        </p:tav>
                                      </p:tavLst>
                                    </p:anim>
                                    <p:anim to="" calcmode="lin" valueType="num">
                                      <p:cBhvr>
                                        <p:cTn id="21" dur="100" autoRev="1" fill="hold">
                                          <p:stCondLst>
                                            <p:cond delay="400"/>
                                          </p:stCondLst>
                                        </p:cTn>
                                        <p:tgtEl>
                                          <p:spTgt spid="53"/>
                                        </p:tgtEl>
                                        <p:attrNameLst>
                                          <p:attrName>ppt_w</p:attrName>
                                        </p:attrNameLst>
                                      </p:cBhvr>
                                      <p:tavLst>
                                        <p:tav tm="0">
                                          <p:val>
                                            <p:strVal val="#ppt_w"/>
                                          </p:val>
                                        </p:tav>
                                        <p:tav tm="100000">
                                          <p:val>
                                            <p:strVal val="#ppt_w*1.4"/>
                                          </p:val>
                                        </p:tav>
                                      </p:tavLst>
                                    </p:anim>
                                    <p:anim to="" calcmode="lin" valueType="num">
                                      <p:cBhvr>
                                        <p:cTn id="22" dur="100" autoRev="1" fill="hold">
                                          <p:stCondLst>
                                            <p:cond delay="400"/>
                                          </p:stCondLst>
                                        </p:cTn>
                                        <p:tgtEl>
                                          <p:spTgt spid="53"/>
                                        </p:tgtEl>
                                        <p:attrNameLst>
                                          <p:attrName>ppt_h</p:attrName>
                                        </p:attrNameLst>
                                      </p:cBhvr>
                                      <p:tavLst>
                                        <p:tav tm="0">
                                          <p:val>
                                            <p:strVal val="#ppt_h"/>
                                          </p:val>
                                        </p:tav>
                                        <p:tav tm="100000">
                                          <p:val>
                                            <p:strVal val="#ppt_h*1.4"/>
                                          </p:val>
                                        </p:tav>
                                      </p:tavLst>
                                    </p:anim>
                                  </p:childTnLst>
                                </p:cTn>
                              </p:par>
                              <p:par>
                                <p:cTn id="23" presetID="0" presetClass="entr" presetSubtype="0" fill="hold" grpId="0" nodeType="withEffect">
                                  <p:stCondLst>
                                    <p:cond delay="0"/>
                                  </p:stCondLst>
                                  <p:childTnLst>
                                    <p:set>
                                      <p:cBhvr>
                                        <p:cTn id="24" dur="1" fill="hold">
                                          <p:stCondLst>
                                            <p:cond delay="0"/>
                                          </p:stCondLst>
                                        </p:cTn>
                                        <p:tgtEl>
                                          <p:spTgt spid="82"/>
                                        </p:tgtEl>
                                        <p:attrNameLst>
                                          <p:attrName>style.visibility</p:attrName>
                                        </p:attrNameLst>
                                      </p:cBhvr>
                                      <p:to>
                                        <p:strVal val="visible"/>
                                      </p:to>
                                    </p:set>
                                    <p:anim to="" calcmode="lin" valueType="num">
                                      <p:cBhvr>
                                        <p:cTn id="25" dur="500" fill="hold">
                                          <p:stCondLst>
                                            <p:cond delay="0"/>
                                          </p:stCondLst>
                                        </p:cTn>
                                        <p:tgtEl>
                                          <p:spTgt spid="82"/>
                                        </p:tgtEl>
                                        <p:attrNameLst>
                                          <p:attrName>ppt_x</p:attrName>
                                        </p:attrNameLst>
                                      </p:cBhvr>
                                      <p:tavLst>
                                        <p:tav tm="0" fmla="((floor(#ppt_x-0.5)+ceil(#ppt_x-0.5))*0.5+0.5)+(#ppt_x- ((floor(#ppt_x-0.5)+ceil(#ppt_x-0.5))*0.5+0.5))*$">
                                          <p:val>
                                            <p:fltVal val="0"/>
                                          </p:val>
                                        </p:tav>
                                        <p:tav tm="100000">
                                          <p:val>
                                            <p:fltVal val="1"/>
                                          </p:val>
                                        </p:tav>
                                      </p:tavLst>
                                    </p:anim>
                                    <p:anim to="" calcmode="lin" valueType="num">
                                      <p:cBhvr>
                                        <p:cTn id="26" dur="500" fill="hold">
                                          <p:stCondLst>
                                            <p:cond delay="0"/>
                                          </p:stCondLst>
                                        </p:cTn>
                                        <p:tgtEl>
                                          <p:spTgt spid="82"/>
                                        </p:tgtEl>
                                        <p:attrNameLst>
                                          <p:attrName>ppt_y</p:attrName>
                                        </p:attrNameLst>
                                      </p:cBhvr>
                                      <p:tavLst>
                                        <p:tav tm="0" fmla="((floor(#ppt_y-0.5)+ceil(#ppt_y-0.5))*0.5+0.5)+(#ppt_y- ((floor(#ppt_y-0.5)+ceil(#ppt_y-0.5))*0.5+0.5))*$">
                                          <p:val>
                                            <p:fltVal val="0"/>
                                          </p:val>
                                        </p:tav>
                                        <p:tav tm="100000">
                                          <p:val>
                                            <p:fltVal val="1"/>
                                          </p:val>
                                        </p:tav>
                                      </p:tavLst>
                                    </p:anim>
                                  </p:childTnLst>
                                </p:cTn>
                              </p:par>
                              <p:par>
                                <p:cTn id="27" presetID="23" presetClass="entr" presetSubtype="16"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 to="" calcmode="lin" valueType="num">
                                      <p:cBhvr>
                                        <p:cTn id="29" dur="400" accel="50000" fill="hold">
                                          <p:stCondLst>
                                            <p:cond delay="0"/>
                                          </p:stCondLst>
                                        </p:cTn>
                                        <p:tgtEl>
                                          <p:spTgt spid="4"/>
                                        </p:tgtEl>
                                        <p:attrNameLst>
                                          <p:attrName>ppt_w</p:attrName>
                                        </p:attrNameLst>
                                      </p:cBhvr>
                                      <p:tavLst>
                                        <p:tav tm="0">
                                          <p:val>
                                            <p:fltVal val="0"/>
                                          </p:val>
                                        </p:tav>
                                        <p:tav tm="100000">
                                          <p:val>
                                            <p:strVal val="#ppt_w"/>
                                          </p:val>
                                        </p:tav>
                                      </p:tavLst>
                                    </p:anim>
                                    <p:anim to="" calcmode="lin" valueType="num">
                                      <p:cBhvr>
                                        <p:cTn id="30" dur="400" accel="50000" fill="hold">
                                          <p:stCondLst>
                                            <p:cond delay="0"/>
                                          </p:stCondLst>
                                        </p:cTn>
                                        <p:tgtEl>
                                          <p:spTgt spid="4"/>
                                        </p:tgtEl>
                                        <p:attrNameLst>
                                          <p:attrName>ppt_h</p:attrName>
                                        </p:attrNameLst>
                                      </p:cBhvr>
                                      <p:tavLst>
                                        <p:tav tm="0">
                                          <p:val>
                                            <p:fltVal val="0"/>
                                          </p:val>
                                        </p:tav>
                                        <p:tav tm="100000">
                                          <p:val>
                                            <p:strVal val="#ppt_h"/>
                                          </p:val>
                                        </p:tav>
                                      </p:tavLst>
                                    </p:anim>
                                    <p:anim to="" calcmode="lin" valueType="num">
                                      <p:cBhvr>
                                        <p:cTn id="31" dur="100" autoRev="1" fill="hold">
                                          <p:stCondLst>
                                            <p:cond delay="400"/>
                                          </p:stCondLst>
                                        </p:cTn>
                                        <p:tgtEl>
                                          <p:spTgt spid="4"/>
                                        </p:tgtEl>
                                        <p:attrNameLst>
                                          <p:attrName>ppt_w</p:attrName>
                                        </p:attrNameLst>
                                      </p:cBhvr>
                                      <p:tavLst>
                                        <p:tav tm="0">
                                          <p:val>
                                            <p:strVal val="#ppt_w"/>
                                          </p:val>
                                        </p:tav>
                                        <p:tav tm="100000">
                                          <p:val>
                                            <p:strVal val="#ppt_w*1.4"/>
                                          </p:val>
                                        </p:tav>
                                      </p:tavLst>
                                    </p:anim>
                                    <p:anim to="" calcmode="lin" valueType="num">
                                      <p:cBhvr>
                                        <p:cTn id="32" dur="100" autoRev="1" fill="hold">
                                          <p:stCondLst>
                                            <p:cond delay="400"/>
                                          </p:stCondLst>
                                        </p:cTn>
                                        <p:tgtEl>
                                          <p:spTgt spid="4"/>
                                        </p:tgtEl>
                                        <p:attrNameLst>
                                          <p:attrName>ppt_h</p:attrName>
                                        </p:attrNameLst>
                                      </p:cBhvr>
                                      <p:tavLst>
                                        <p:tav tm="0">
                                          <p:val>
                                            <p:strVal val="#ppt_h"/>
                                          </p:val>
                                        </p:tav>
                                        <p:tav tm="100000">
                                          <p:val>
                                            <p:strVal val="#ppt_h*1.4"/>
                                          </p:val>
                                        </p:tav>
                                      </p:tavLst>
                                    </p:anim>
                                  </p:childTnLst>
                                </p:cTn>
                              </p:par>
                              <p:par>
                                <p:cTn id="33" presetID="23" presetClass="entr" presetSubtype="16" fill="hold" grpId="0" nodeType="withEffect">
                                  <p:stCondLst>
                                    <p:cond delay="0"/>
                                  </p:stCondLst>
                                  <p:childTnLst>
                                    <p:set>
                                      <p:cBhvr>
                                        <p:cTn id="34" dur="1" fill="hold">
                                          <p:stCondLst>
                                            <p:cond delay="0"/>
                                          </p:stCondLst>
                                        </p:cTn>
                                        <p:tgtEl>
                                          <p:spTgt spid="2"/>
                                        </p:tgtEl>
                                        <p:attrNameLst>
                                          <p:attrName>style.visibility</p:attrName>
                                        </p:attrNameLst>
                                      </p:cBhvr>
                                      <p:to>
                                        <p:strVal val="visible"/>
                                      </p:to>
                                    </p:set>
                                    <p:anim to="" calcmode="lin" valueType="num">
                                      <p:cBhvr>
                                        <p:cTn id="35" dur="400" accel="50000" fill="hold">
                                          <p:stCondLst>
                                            <p:cond delay="0"/>
                                          </p:stCondLst>
                                        </p:cTn>
                                        <p:tgtEl>
                                          <p:spTgt spid="2"/>
                                        </p:tgtEl>
                                        <p:attrNameLst>
                                          <p:attrName>ppt_w</p:attrName>
                                        </p:attrNameLst>
                                      </p:cBhvr>
                                      <p:tavLst>
                                        <p:tav tm="0">
                                          <p:val>
                                            <p:fltVal val="0"/>
                                          </p:val>
                                        </p:tav>
                                        <p:tav tm="100000">
                                          <p:val>
                                            <p:strVal val="#ppt_w"/>
                                          </p:val>
                                        </p:tav>
                                      </p:tavLst>
                                    </p:anim>
                                    <p:anim to="" calcmode="lin" valueType="num">
                                      <p:cBhvr>
                                        <p:cTn id="36" dur="400" accel="50000" fill="hold">
                                          <p:stCondLst>
                                            <p:cond delay="0"/>
                                          </p:stCondLst>
                                        </p:cTn>
                                        <p:tgtEl>
                                          <p:spTgt spid="2"/>
                                        </p:tgtEl>
                                        <p:attrNameLst>
                                          <p:attrName>ppt_h</p:attrName>
                                        </p:attrNameLst>
                                      </p:cBhvr>
                                      <p:tavLst>
                                        <p:tav tm="0">
                                          <p:val>
                                            <p:fltVal val="0"/>
                                          </p:val>
                                        </p:tav>
                                        <p:tav tm="100000">
                                          <p:val>
                                            <p:strVal val="#ppt_h"/>
                                          </p:val>
                                        </p:tav>
                                      </p:tavLst>
                                    </p:anim>
                                    <p:anim to="" calcmode="lin" valueType="num">
                                      <p:cBhvr>
                                        <p:cTn id="37" dur="100" autoRev="1" fill="hold">
                                          <p:stCondLst>
                                            <p:cond delay="400"/>
                                          </p:stCondLst>
                                        </p:cTn>
                                        <p:tgtEl>
                                          <p:spTgt spid="2"/>
                                        </p:tgtEl>
                                        <p:attrNameLst>
                                          <p:attrName>ppt_w</p:attrName>
                                        </p:attrNameLst>
                                      </p:cBhvr>
                                      <p:tavLst>
                                        <p:tav tm="0">
                                          <p:val>
                                            <p:strVal val="#ppt_w"/>
                                          </p:val>
                                        </p:tav>
                                        <p:tav tm="100000">
                                          <p:val>
                                            <p:strVal val="#ppt_w*1.4"/>
                                          </p:val>
                                        </p:tav>
                                      </p:tavLst>
                                    </p:anim>
                                    <p:anim to="" calcmode="lin" valueType="num">
                                      <p:cBhvr>
                                        <p:cTn id="38" dur="100" autoRev="1" fill="hold">
                                          <p:stCondLst>
                                            <p:cond delay="400"/>
                                          </p:stCondLst>
                                        </p:cTn>
                                        <p:tgtEl>
                                          <p:spTgt spid="2"/>
                                        </p:tgtEl>
                                        <p:attrNameLst>
                                          <p:attrName>ppt_h</p:attrName>
                                        </p:attrNameLst>
                                      </p:cBhvr>
                                      <p:tavLst>
                                        <p:tav tm="0">
                                          <p:val>
                                            <p:strVal val="#ppt_h"/>
                                          </p:val>
                                        </p:tav>
                                        <p:tav tm="100000">
                                          <p:val>
                                            <p:strVal val="#ppt_h*1.4"/>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 grpId="0"/>
      <p:bldP spid="53" grpId="0"/>
      <p:bldP spid="82" grpId="0" animBg="1"/>
      <p:bldP spid="4" grpId="0"/>
      <p:bldP spid="2" grpId="0"/>
    </p:bldLst>
  </p:timing>
</p:sld>
</file>

<file path=ppt/tags/tag1.xml><?xml version="1.0" encoding="utf-8"?>
<p:tagLst xmlns:p="http://schemas.openxmlformats.org/presentationml/2006/main">
  <p:tag name="PA" val="v3.0.1"/>
</p:tagLst>
</file>

<file path=ppt/tags/tag2.xml><?xml version="1.0" encoding="utf-8"?>
<p:tagLst xmlns:p="http://schemas.openxmlformats.org/presentationml/2006/main">
  <p:tag name="ISLIDE.ICON" val="#404246;#404245;#404244;#404249;"/>
</p:tagLst>
</file>

<file path=ppt/tags/tag3.xml><?xml version="1.0" encoding="utf-8"?>
<p:tagLst xmlns:p="http://schemas.openxmlformats.org/presentationml/2006/main">
  <p:tag name="ISLIDE.DIAGRAM" val="#922363;"/>
</p:tagLst>
</file>

<file path=ppt/tags/tag4.xml><?xml version="1.0" encoding="utf-8"?>
<p:tagLst xmlns:p="http://schemas.openxmlformats.org/presentationml/2006/main">
  <p:tag name="ISLIDE.ICON" val="#370097;#157347;"/>
</p:tagLst>
</file>

<file path=ppt/tags/tag5.xml><?xml version="1.0" encoding="utf-8"?>
<p:tagLst xmlns:p="http://schemas.openxmlformats.org/presentationml/2006/main">
  <p:tag name="PA" val="v4.3.1"/>
</p:tagLst>
</file>

<file path=ppt/tags/tag6.xml><?xml version="1.0" encoding="utf-8"?>
<p:tagLst xmlns:p="http://schemas.openxmlformats.org/presentationml/2006/main">
  <p:tag name="PA" val="v3.0.1"/>
</p:tagLst>
</file>

<file path=ppt/tags/tag7.xml><?xml version="1.0" encoding="utf-8"?>
<p:tagLst xmlns:p="http://schemas.openxmlformats.org/presentationml/2006/main">
  <p:tag name="ISLIDE.ICON" val="#404246;#404245;#404244;#404249;"/>
</p:tagLst>
</file>

<file path=ppt/tags/tag8.xml><?xml version="1.0" encoding="utf-8"?>
<p:tagLst xmlns:p="http://schemas.openxmlformats.org/presentationml/2006/main">
  <p:tag name="AS_NET" val="4.0.30319.42000"/>
  <p:tag name="AS_OS" val="Microsoft Windows NT 6.2.9200.0"/>
  <p:tag name="AS_RELEASE_DATE" val="2025.01.14"/>
  <p:tag name="AS_TITLE" val="Aspose.Slides for .NET 4.0 Client Profile"/>
  <p:tag name="AS_VERSION" val="25.1"/>
  <p:tag name="ISLIDE.GUIDESSETTING" val="{&quot;Id&quot;:&quot;b49df822-7165-45c2-8964-c451b9152035&quot;,&quot;Name&quot;:&quot;参考线1&quot;,&quot;Kind&quot;:&quot;Custom&quot;,&quot;OldGuidesSetting&quot;:{&quot;HeaderHeight&quot;:15.0,&quot;FooterHeight&quot;:9.0,&quot;SideMargin&quot;:5.5,&quot;TopMargin&quot;:0.0,&quot;BottomMargin&quot;:0.0,&quot;IntervalMargin&quot;:1.5}}"/>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PRESENTATION_TITLE" val="总结模板.pptx"/>
  <p:tag name="ISPRING_SCORM_ENDPOINT" val="&lt;endpoint&gt;&lt;enable&gt;0&lt;/enable&gt;&lt;lrs&gt;http://&lt;/lrs&gt;&lt;auth&gt;0&lt;/auth&gt;&lt;login&gt;&lt;/login&gt;&lt;password&gt;&lt;/password&gt;&lt;key&gt;&lt;/key&gt;&lt;name&gt;&lt;/name&gt;&lt;email&gt;&lt;/email&gt;&lt;/endpoint&gt;&#10;"/>
  <p:tag name="ISPRING_SCORM_RATE_SLIDES" val="1"/>
  <p:tag name="ISPRING_ULTRA_SCORM_COURSE_ID" val="336328FF-9F7C-4BFF-AD0B-FB33F256EFBC"/>
  <p:tag name="ISPRINGCLOUDFOLDERID" val="0"/>
  <p:tag name="ISPRINGCLOUDFOLDERPATH" val="Repository"/>
  <p:tag name="ISPRINGONLINEFOLDERID" val="0"/>
  <p:tag name="ISPRINGONLINEFOLDERPATH" val="Content List"/>
</p:tagLst>
</file>

<file path=ppt/theme/theme1.xml><?xml version="1.0" encoding="utf-8"?>
<a:theme xmlns:a="http://schemas.openxmlformats.org/drawingml/2006/main" name="Office 主题​​">
  <a:themeElements>
    <a:clrScheme name="自定义 2391">
      <a:dk1>
        <a:sysClr val="windowText" lastClr="000000"/>
      </a:dk1>
      <a:lt1>
        <a:sysClr val="window" lastClr="FFFFFF"/>
      </a:lt1>
      <a:dk2>
        <a:srgbClr val="44546A"/>
      </a:dk2>
      <a:lt2>
        <a:srgbClr val="E7E6E6"/>
      </a:lt2>
      <a:accent1>
        <a:srgbClr val="5654E2"/>
      </a:accent1>
      <a:accent2>
        <a:srgbClr val="2521C1"/>
      </a:accent2>
      <a:accent3>
        <a:srgbClr val="5654E2"/>
      </a:accent3>
      <a:accent4>
        <a:srgbClr val="2521C1"/>
      </a:accent4>
      <a:accent5>
        <a:srgbClr val="5654E2"/>
      </a:accent5>
      <a:accent6>
        <a:srgbClr val="2521C1"/>
      </a:accent6>
      <a:hlink>
        <a:srgbClr val="5654E2"/>
      </a:hlink>
      <a:folHlink>
        <a:srgbClr val="7F7F7F"/>
      </a:folHlink>
    </a:clrScheme>
    <a:fontScheme name="自定义 15">
      <a:majorFont>
        <a:latin typeface="思源宋体 Heavy"/>
        <a:ea typeface="思源宋体 Heavy"/>
        <a:cs typeface="Arial"/>
      </a:majorFont>
      <a:minorFont>
        <a:latin typeface="思源宋体 Heavy"/>
        <a:ea typeface="思源宋体 Heavy"/>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4468</Words>
  <Application>WPS 演示</Application>
  <PresentationFormat>宽屏</PresentationFormat>
  <Paragraphs>470</Paragraphs>
  <Slides>24</Slides>
  <Notes>25</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24</vt:i4>
      </vt:variant>
    </vt:vector>
  </HeadingPairs>
  <TitlesOfParts>
    <vt:vector size="43" baseType="lpstr">
      <vt:lpstr>Arial</vt:lpstr>
      <vt:lpstr>宋体</vt:lpstr>
      <vt:lpstr>Wingdings</vt:lpstr>
      <vt:lpstr>思源宋体 Heavy</vt:lpstr>
      <vt:lpstr>字魂105号-简雅黑</vt:lpstr>
      <vt:lpstr>Aa楷体</vt:lpstr>
      <vt:lpstr>思源黑体</vt:lpstr>
      <vt:lpstr>思源黑体 CN Medium</vt:lpstr>
      <vt:lpstr>思源黑体 CN Normal</vt:lpstr>
      <vt:lpstr>微软雅黑</vt:lpstr>
      <vt:lpstr>Arial Unicode MS</vt:lpstr>
      <vt:lpstr>Arial</vt:lpstr>
      <vt:lpstr>OPPOSans H</vt:lpstr>
      <vt:lpstr>Roboto Regular</vt:lpstr>
      <vt:lpstr>魂心</vt:lpstr>
      <vt:lpstr>思源黑体 CN Regular</vt:lpstr>
      <vt:lpstr>Wingdings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总结模板.pptx</dc:title>
  <dc:creator/>
  <cp:lastModifiedBy>WPS_1665225933</cp:lastModifiedBy>
  <cp:revision>3</cp:revision>
  <dcterms:created xsi:type="dcterms:W3CDTF">2018-09-30T02:58:00Z</dcterms:created>
  <dcterms:modified xsi:type="dcterms:W3CDTF">2025-04-10T08:59:45Z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E579F087680B493FA7DFB3389C5A3F59_12</vt:lpwstr>
  </property>
  <property fmtid="{D5CDD505-2E9C-101B-9397-08002B2CF9AE}" pid="3" name="KSOProductBuildVer">
    <vt:lpwstr>2052-12.1.0.20784</vt:lpwstr>
  </property>
</Properties>
</file>