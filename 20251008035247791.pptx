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6" r:id="rId2"/>
    <p:sldId id="348" r:id="rId3"/>
    <p:sldId id="331" r:id="rId4"/>
    <p:sldId id="332" r:id="rId5"/>
    <p:sldId id="283" r:id="rId6"/>
    <p:sldId id="329" r:id="rId7"/>
    <p:sldId id="328" r:id="rId8"/>
    <p:sldId id="310" r:id="rId9"/>
    <p:sldId id="312" r:id="rId10"/>
    <p:sldId id="349" r:id="rId11"/>
    <p:sldId id="317" r:id="rId12"/>
    <p:sldId id="319" r:id="rId13"/>
    <p:sldId id="344" r:id="rId14"/>
    <p:sldId id="263" r:id="rId15"/>
    <p:sldId id="323" r:id="rId16"/>
    <p:sldId id="336" r:id="rId17"/>
    <p:sldId id="322" r:id="rId18"/>
    <p:sldId id="342" r:id="rId19"/>
    <p:sldId id="343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CBA2"/>
    <a:srgbClr val="2B9978"/>
    <a:srgbClr val="FFFFFF"/>
    <a:srgbClr val="E65537"/>
    <a:srgbClr val="C84F6B"/>
    <a:srgbClr val="BCA572"/>
    <a:srgbClr val="EF7171"/>
    <a:srgbClr val="D74619"/>
    <a:srgbClr val="D76119"/>
    <a:srgbClr val="D719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27" autoAdjust="0"/>
    <p:restoredTop sz="94660"/>
  </p:normalViewPr>
  <p:slideViewPr>
    <p:cSldViewPr snapToGrid="0">
      <p:cViewPr>
        <p:scale>
          <a:sx n="10" d="100"/>
          <a:sy n="10" d="100"/>
        </p:scale>
        <p:origin x="3042" y="23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77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3EDAA8-D30B-4F9F-B76F-6A5DF5AB73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079DCA2-5E04-4282-B1DF-3AC8AF83CC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E83B0B-6651-4125-9832-2DC2FF1244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66D000-92E5-4196-91AA-D99441D39BED}" type="datetimeFigureOut">
              <a:rPr lang="zh-CN" altLang="en-US" smtClean="0"/>
              <a:t>2021/10/13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338324-310C-4750-B820-6D37FB938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446F28-E2E3-4DE4-8915-008D7A89D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980273C-7B93-4510-9869-157B3FDBBC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5263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E9B584-A463-4E1C-B386-D16DF68F3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122865-FBCF-4F64-86A4-CAFB3DA51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C7E912-C575-4F99-AF4D-1FD7BF7735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66D000-92E5-4196-91AA-D99441D39BED}" type="datetimeFigureOut">
              <a:rPr lang="zh-CN" altLang="en-US" smtClean="0"/>
              <a:t>2021/10/13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33DFB0-6676-4AE5-9381-E5E3DCAB7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8BA7DC-AF1D-4C05-92F4-47ED617D6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980273C-7B93-4510-9869-157B3FDBBC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3543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8A3385-53E7-4008-9867-9A5953A04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F1E751-4106-4E5D-944E-2ACE61146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7E6D0F-4B69-4667-B66D-F2C2BAB21D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66D000-92E5-4196-91AA-D99441D39BED}" type="datetimeFigureOut">
              <a:rPr lang="zh-CN" altLang="en-US" smtClean="0"/>
              <a:t>2021/10/13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BAE765-26E6-451C-B0A2-9767CBC38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BBE98D-A00A-414E-9843-D70580860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980273C-7B93-4510-9869-157B3FDBBC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840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DE461A-011A-418F-AAB1-C7F33687D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F21382-F8DE-4FD3-A0B7-8FEAE5A39A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A61D78-7FE2-42CD-9B12-ED08DA41E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A9F7FE-277D-424D-A6EF-91D2AE9776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66D000-92E5-4196-91AA-D99441D39BED}" type="datetimeFigureOut">
              <a:rPr lang="zh-CN" altLang="en-US" smtClean="0"/>
              <a:t>2021/10/13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4017E5-8059-4F04-9EA5-05667FFC8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5DB814-4312-4FD2-8E10-899C33871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980273C-7B93-4510-9869-157B3FDBBC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725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0598A0-84F2-4244-91FA-F0B405BBF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F6D4C8-5F57-409E-97B5-AAFE91B83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8CDD39E-B86A-4CE8-B5A0-D76205C1F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EC57CDE-6739-4AFF-A3E2-67E74A9413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F2AD110-DD49-4426-BF1D-FD31416EA4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01AE6B9-1046-499D-8DF2-269320684C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66D000-92E5-4196-91AA-D99441D39BED}" type="datetimeFigureOut">
              <a:rPr lang="zh-CN" altLang="en-US" smtClean="0"/>
              <a:t>2021/10/13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E69B848-A73D-4EE0-B711-85700A0CD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49DEBB1-2E2E-4AE8-89C7-86C54CF82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980273C-7B93-4510-9869-157B3FDBBC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698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1F12E0-F67D-447D-8E12-9620B4C1F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634516E-1CEE-4345-8905-D8E4E12821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66D000-92E5-4196-91AA-D99441D39BED}" type="datetimeFigureOut">
              <a:rPr lang="zh-CN" altLang="en-US" smtClean="0"/>
              <a:t>2021/10/13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3DAB878-6C51-4277-9B6A-858107F38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1168B43-1165-4E60-B9D0-B3A97271D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980273C-7B93-4510-9869-157B3FDBBC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2922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0AD03DD-A9C9-4D16-91BF-401D93F8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66D000-92E5-4196-91AA-D99441D39BED}" type="datetimeFigureOut">
              <a:rPr lang="zh-CN" altLang="en-US" smtClean="0"/>
              <a:t>2021/10/13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5A05B4B-ECA1-4330-B334-10D40392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18A1D0-14D8-41FF-A2CE-53B2C9C3C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980273C-7B93-4510-9869-157B3FDBBC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0155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01F5C2-8177-4116-8297-EE17795CF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BFA893-1282-48D5-8BA7-87659A266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49E439-FE9A-4D51-99A5-FC4612B7DD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9A9EB9-C721-4638-8CF6-3AEECA66D8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66D000-92E5-4196-91AA-D99441D39BED}" type="datetimeFigureOut">
              <a:rPr lang="zh-CN" altLang="en-US" smtClean="0"/>
              <a:t>2021/10/13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71DB24-33C0-4EE9-815D-6F10A49AF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D84E6B-D60D-4D0C-920D-A5B786DBB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980273C-7B93-4510-9869-157B3FDBBC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4418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DE057A-5EDB-4428-BA33-7416DC56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C1F9ACB-B453-49C1-8DBC-9714686196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503111D-0F9B-4E89-A102-FEA9AACE42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F5EC66-A24A-4ACC-9FC2-AEAFA216ED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66D000-92E5-4196-91AA-D99441D39BED}" type="datetimeFigureOut">
              <a:rPr lang="zh-CN" altLang="en-US" smtClean="0"/>
              <a:t>2021/10/13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0EE437E-9AB5-4633-A610-9C861BAE4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9CA2C4-0BE1-4211-A5C7-D714AE831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980273C-7B93-4510-9869-157B3FDBBC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190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46A442-F7F4-4996-B49D-EAD2CA0F1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35D1278-D519-4322-AD4C-4C862DC04A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E6A91A-DA90-4782-8D9A-82AD0D5AEB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66D000-92E5-4196-91AA-D99441D39BED}" type="datetimeFigureOut">
              <a:rPr lang="zh-CN" altLang="en-US" smtClean="0"/>
              <a:t>2021/10/13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685CD0-F68C-4533-99DE-DAE18DC5A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546F53-3498-4AE9-9F9C-06B67094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980273C-7B93-4510-9869-157B3FDBBC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4971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C88E203-2FF4-4EE1-884D-BCF043D012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0D324B2-1760-4847-8566-5363ACE64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29DEC7-034F-4EBF-BD7D-22EB237521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66D000-92E5-4196-91AA-D99441D39BED}" type="datetimeFigureOut">
              <a:rPr lang="zh-CN" altLang="en-US" smtClean="0"/>
              <a:t>2021/10/13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829C52-3772-4682-9B28-4A2704476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59709D-9B12-4953-ABAD-5672A8D7E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980273C-7B93-4510-9869-157B3FDBBC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9068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211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13" Type="http://schemas.openxmlformats.org/officeDocument/2006/relationships/image" Target="../media/image20.jpg"/><Relationship Id="rId18" Type="http://schemas.openxmlformats.org/officeDocument/2006/relationships/image" Target="../media/image25.jpg"/><Relationship Id="rId3" Type="http://schemas.openxmlformats.org/officeDocument/2006/relationships/image" Target="../media/image10.jpg"/><Relationship Id="rId21" Type="http://schemas.openxmlformats.org/officeDocument/2006/relationships/image" Target="../media/image28.jpg"/><Relationship Id="rId7" Type="http://schemas.openxmlformats.org/officeDocument/2006/relationships/image" Target="../media/image14.jpg"/><Relationship Id="rId12" Type="http://schemas.openxmlformats.org/officeDocument/2006/relationships/image" Target="../media/image19.jpg"/><Relationship Id="rId17" Type="http://schemas.openxmlformats.org/officeDocument/2006/relationships/image" Target="../media/image24.jpg"/><Relationship Id="rId2" Type="http://schemas.openxmlformats.org/officeDocument/2006/relationships/image" Target="../media/image9.jpg"/><Relationship Id="rId16" Type="http://schemas.openxmlformats.org/officeDocument/2006/relationships/image" Target="../media/image23.jpg"/><Relationship Id="rId20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11" Type="http://schemas.openxmlformats.org/officeDocument/2006/relationships/image" Target="../media/image18.jpg"/><Relationship Id="rId5" Type="http://schemas.openxmlformats.org/officeDocument/2006/relationships/image" Target="../media/image12.jpg"/><Relationship Id="rId15" Type="http://schemas.openxmlformats.org/officeDocument/2006/relationships/image" Target="../media/image22.jpg"/><Relationship Id="rId10" Type="http://schemas.openxmlformats.org/officeDocument/2006/relationships/image" Target="../media/image17.jpg"/><Relationship Id="rId19" Type="http://schemas.openxmlformats.org/officeDocument/2006/relationships/image" Target="../media/image26.jpg"/><Relationship Id="rId4" Type="http://schemas.openxmlformats.org/officeDocument/2006/relationships/image" Target="../media/image11.jpg"/><Relationship Id="rId9" Type="http://schemas.openxmlformats.org/officeDocument/2006/relationships/image" Target="../media/image16.jpg"/><Relationship Id="rId14" Type="http://schemas.openxmlformats.org/officeDocument/2006/relationships/image" Target="../media/image2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B314F629-4CA8-46F6-B480-0F57D3300B20}"/>
              </a:ext>
            </a:extLst>
          </p:cNvPr>
          <p:cNvSpPr/>
          <p:nvPr/>
        </p:nvSpPr>
        <p:spPr>
          <a:xfrm rot="19800000">
            <a:off x="2072346" y="11032331"/>
            <a:ext cx="4002036" cy="225059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164E817-A7A0-4531-B85C-8B02DA32A293}"/>
              </a:ext>
            </a:extLst>
          </p:cNvPr>
          <p:cNvSpPr/>
          <p:nvPr/>
        </p:nvSpPr>
        <p:spPr>
          <a:xfrm rot="19800000">
            <a:off x="5799562" y="8880421"/>
            <a:ext cx="4002036" cy="225059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3BDF724-246A-4D56-B955-EC22C4508B6F}"/>
              </a:ext>
            </a:extLst>
          </p:cNvPr>
          <p:cNvSpPr/>
          <p:nvPr/>
        </p:nvSpPr>
        <p:spPr>
          <a:xfrm rot="19800000">
            <a:off x="9526779" y="6728511"/>
            <a:ext cx="4002036" cy="225059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8BFD0D8-DB24-451C-B9A3-FAA9A8C5CD06}"/>
              </a:ext>
            </a:extLst>
          </p:cNvPr>
          <p:cNvSpPr/>
          <p:nvPr/>
        </p:nvSpPr>
        <p:spPr>
          <a:xfrm rot="19800000">
            <a:off x="13253996" y="4576601"/>
            <a:ext cx="4002036" cy="225059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3B8C43-D73C-4D0A-8813-F5FCE5D5C87F}"/>
              </a:ext>
            </a:extLst>
          </p:cNvPr>
          <p:cNvSpPr/>
          <p:nvPr/>
        </p:nvSpPr>
        <p:spPr>
          <a:xfrm rot="19800000">
            <a:off x="814040" y="8852881"/>
            <a:ext cx="4002036" cy="225059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B7E2E13-058E-43CE-9901-A5D605D5365A}"/>
              </a:ext>
            </a:extLst>
          </p:cNvPr>
          <p:cNvSpPr/>
          <p:nvPr/>
        </p:nvSpPr>
        <p:spPr>
          <a:xfrm rot="19800000">
            <a:off x="4541256" y="6700972"/>
            <a:ext cx="4002036" cy="225059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FCA556A-83B7-40AF-BC58-1520D5E8300C}"/>
              </a:ext>
            </a:extLst>
          </p:cNvPr>
          <p:cNvSpPr/>
          <p:nvPr/>
        </p:nvSpPr>
        <p:spPr>
          <a:xfrm rot="19800000">
            <a:off x="8268473" y="4549062"/>
            <a:ext cx="4002036" cy="225059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0C813E6-60F5-4FA6-87D7-0D9C11C94920}"/>
              </a:ext>
            </a:extLst>
          </p:cNvPr>
          <p:cNvSpPr/>
          <p:nvPr/>
        </p:nvSpPr>
        <p:spPr>
          <a:xfrm rot="19800000">
            <a:off x="11995689" y="2397153"/>
            <a:ext cx="4002036" cy="225059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490ACF5-C517-4092-9B2A-057871D90EE0}"/>
              </a:ext>
            </a:extLst>
          </p:cNvPr>
          <p:cNvSpPr/>
          <p:nvPr/>
        </p:nvSpPr>
        <p:spPr>
          <a:xfrm rot="19800000">
            <a:off x="-444267" y="6673432"/>
            <a:ext cx="4002036" cy="225059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004C1D-97D3-4C59-B08A-36DB34FAA891}"/>
              </a:ext>
            </a:extLst>
          </p:cNvPr>
          <p:cNvSpPr/>
          <p:nvPr/>
        </p:nvSpPr>
        <p:spPr>
          <a:xfrm rot="19800000">
            <a:off x="3282950" y="4521522"/>
            <a:ext cx="4002036" cy="225059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C348F90-EF3A-4EC8-89A5-816C138A329A}"/>
              </a:ext>
            </a:extLst>
          </p:cNvPr>
          <p:cNvSpPr/>
          <p:nvPr/>
        </p:nvSpPr>
        <p:spPr>
          <a:xfrm rot="19800000">
            <a:off x="7010167" y="2369613"/>
            <a:ext cx="4002036" cy="2250592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772A0E5-45E5-44D2-AA2F-E9635D1CDD87}"/>
              </a:ext>
            </a:extLst>
          </p:cNvPr>
          <p:cNvSpPr/>
          <p:nvPr/>
        </p:nvSpPr>
        <p:spPr>
          <a:xfrm rot="19800000">
            <a:off x="10737382" y="217704"/>
            <a:ext cx="4002036" cy="225059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CDF3D3B-3D30-4B7A-9EC7-3EDB6C6D4835}"/>
              </a:ext>
            </a:extLst>
          </p:cNvPr>
          <p:cNvSpPr/>
          <p:nvPr/>
        </p:nvSpPr>
        <p:spPr>
          <a:xfrm rot="19800000">
            <a:off x="-1702572" y="4493982"/>
            <a:ext cx="4002036" cy="225059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F3F4486-0FC6-47E7-8C27-A03385996D4A}"/>
              </a:ext>
            </a:extLst>
          </p:cNvPr>
          <p:cNvSpPr/>
          <p:nvPr/>
        </p:nvSpPr>
        <p:spPr>
          <a:xfrm rot="19800000">
            <a:off x="5751861" y="190163"/>
            <a:ext cx="4002036" cy="225059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B51ED5C-200C-4E74-ADA3-61A7AAF258E8}"/>
              </a:ext>
            </a:extLst>
          </p:cNvPr>
          <p:cNvSpPr/>
          <p:nvPr/>
        </p:nvSpPr>
        <p:spPr>
          <a:xfrm rot="19800000">
            <a:off x="9479076" y="-1961746"/>
            <a:ext cx="4002036" cy="225059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4E73C75-CCA6-44ED-A8CB-92EC3883C470}"/>
              </a:ext>
            </a:extLst>
          </p:cNvPr>
          <p:cNvSpPr/>
          <p:nvPr/>
        </p:nvSpPr>
        <p:spPr>
          <a:xfrm rot="19800000">
            <a:off x="-2960878" y="2314532"/>
            <a:ext cx="4002036" cy="225059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A399813-C62D-4CC2-A72E-9B453D53549C}"/>
              </a:ext>
            </a:extLst>
          </p:cNvPr>
          <p:cNvSpPr/>
          <p:nvPr/>
        </p:nvSpPr>
        <p:spPr>
          <a:xfrm rot="19800000">
            <a:off x="766338" y="162623"/>
            <a:ext cx="4002036" cy="225059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DB946B8-6AD2-438C-9F4B-DCB5E88C616E}"/>
              </a:ext>
            </a:extLst>
          </p:cNvPr>
          <p:cNvSpPr/>
          <p:nvPr/>
        </p:nvSpPr>
        <p:spPr>
          <a:xfrm rot="19800000">
            <a:off x="4493555" y="-1989287"/>
            <a:ext cx="4002036" cy="225059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FC59C70-A336-462A-AE56-5D18ACF3D8D6}"/>
              </a:ext>
            </a:extLst>
          </p:cNvPr>
          <p:cNvSpPr/>
          <p:nvPr/>
        </p:nvSpPr>
        <p:spPr>
          <a:xfrm rot="19800000">
            <a:off x="8220770" y="-4141196"/>
            <a:ext cx="4002036" cy="225059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4205C4B-8586-4654-9FA5-F6A76C8E7744}"/>
              </a:ext>
            </a:extLst>
          </p:cNvPr>
          <p:cNvSpPr/>
          <p:nvPr/>
        </p:nvSpPr>
        <p:spPr>
          <a:xfrm rot="19800000">
            <a:off x="-4219184" y="135082"/>
            <a:ext cx="4002036" cy="225059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DF1DEFE-AE66-437C-9785-79B460D931CF}"/>
              </a:ext>
            </a:extLst>
          </p:cNvPr>
          <p:cNvSpPr/>
          <p:nvPr/>
        </p:nvSpPr>
        <p:spPr>
          <a:xfrm rot="19800000">
            <a:off x="-491968" y="-2016827"/>
            <a:ext cx="4002036" cy="225059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4212EF7-B2DA-4BEA-88FD-96D54F39389B}"/>
              </a:ext>
            </a:extLst>
          </p:cNvPr>
          <p:cNvSpPr/>
          <p:nvPr/>
        </p:nvSpPr>
        <p:spPr>
          <a:xfrm rot="19800000">
            <a:off x="3235249" y="-4168737"/>
            <a:ext cx="4002036" cy="225059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F44886C-ED8D-4D96-8A7D-CB7A27C022FC}"/>
              </a:ext>
            </a:extLst>
          </p:cNvPr>
          <p:cNvSpPr/>
          <p:nvPr/>
        </p:nvSpPr>
        <p:spPr>
          <a:xfrm rot="19800000">
            <a:off x="6962464" y="-6320646"/>
            <a:ext cx="4002036" cy="225059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3F4CFA2-E8F8-40B1-A410-A59DD2F27A26}"/>
              </a:ext>
            </a:extLst>
          </p:cNvPr>
          <p:cNvSpPr/>
          <p:nvPr/>
        </p:nvSpPr>
        <p:spPr>
          <a:xfrm rot="19800000">
            <a:off x="1128603" y="1838174"/>
            <a:ext cx="5794118" cy="325839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508000" sx="105000" sy="105000" algn="ctr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4213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组合 84">
            <a:extLst>
              <a:ext uri="{FF2B5EF4-FFF2-40B4-BE49-F238E27FC236}">
                <a16:creationId xmlns:a16="http://schemas.microsoft.com/office/drawing/2014/main" id="{6828C4B3-C392-43A1-B79E-9EE2D5D7E409}"/>
              </a:ext>
            </a:extLst>
          </p:cNvPr>
          <p:cNvGrpSpPr/>
          <p:nvPr/>
        </p:nvGrpSpPr>
        <p:grpSpPr>
          <a:xfrm>
            <a:off x="-6204831" y="-6208357"/>
            <a:ext cx="22066742" cy="19751912"/>
            <a:chOff x="-2666218" y="-4688043"/>
            <a:chExt cx="22066742" cy="19751912"/>
          </a:xfrm>
          <a:effectLst/>
          <a:scene3d>
            <a:camera prst="perspectiveRight" fov="1200000">
              <a:rot lat="19800000" lon="3000000" rev="18000000"/>
            </a:camera>
            <a:lightRig rig="glow" dir="t">
              <a:rot lat="0" lon="0" rev="0"/>
            </a:lightRig>
          </a:scene3d>
        </p:grpSpPr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C959C2B6-A3D6-463C-9051-0D62E0B17AB4}"/>
                </a:ext>
              </a:extLst>
            </p:cNvPr>
            <p:cNvSpPr/>
            <p:nvPr/>
          </p:nvSpPr>
          <p:spPr>
            <a:xfrm>
              <a:off x="-2666218" y="12469265"/>
              <a:ext cx="4613764" cy="259460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>
              <a:extrusionClr>
                <a:schemeClr val="bg1">
                  <a:lumMod val="8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7B0E2047-5F81-4E2A-B943-08EA7B962006}"/>
                </a:ext>
              </a:extLst>
            </p:cNvPr>
            <p:cNvSpPr/>
            <p:nvPr/>
          </p:nvSpPr>
          <p:spPr>
            <a:xfrm>
              <a:off x="3151441" y="12469265"/>
              <a:ext cx="4613764" cy="259460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>
              <a:extrusionClr>
                <a:schemeClr val="bg1">
                  <a:lumMod val="8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8BD7D4C3-504A-4136-BF40-2BC8CA6E366D}"/>
                </a:ext>
              </a:extLst>
            </p:cNvPr>
            <p:cNvSpPr/>
            <p:nvPr/>
          </p:nvSpPr>
          <p:spPr>
            <a:xfrm>
              <a:off x="8969100" y="12469265"/>
              <a:ext cx="4613764" cy="259460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>
              <a:extrusionClr>
                <a:schemeClr val="bg1">
                  <a:lumMod val="8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6106576D-BF32-4153-A494-382B04AAA0CA}"/>
                </a:ext>
              </a:extLst>
            </p:cNvPr>
            <p:cNvSpPr/>
            <p:nvPr/>
          </p:nvSpPr>
          <p:spPr>
            <a:xfrm>
              <a:off x="14786760" y="12469265"/>
              <a:ext cx="4613764" cy="259460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>
              <a:extrusionClr>
                <a:schemeClr val="bg1">
                  <a:lumMod val="8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A485BB41-B98C-48EC-8805-BF39945B38F8}"/>
                </a:ext>
              </a:extLst>
            </p:cNvPr>
            <p:cNvSpPr/>
            <p:nvPr/>
          </p:nvSpPr>
          <p:spPr>
            <a:xfrm>
              <a:off x="-2666218" y="9037805"/>
              <a:ext cx="4613764" cy="259460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>
              <a:extrusionClr>
                <a:schemeClr val="bg1">
                  <a:lumMod val="8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0D1EBDE8-AA2D-46A8-9A63-0D10020B5BA1}"/>
                </a:ext>
              </a:extLst>
            </p:cNvPr>
            <p:cNvSpPr/>
            <p:nvPr/>
          </p:nvSpPr>
          <p:spPr>
            <a:xfrm>
              <a:off x="3151441" y="9037805"/>
              <a:ext cx="4613764" cy="259460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>
              <a:extrusionClr>
                <a:schemeClr val="bg1">
                  <a:lumMod val="8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E1DCE8DF-997B-4346-996E-6CF5B4BD94B9}"/>
                </a:ext>
              </a:extLst>
            </p:cNvPr>
            <p:cNvSpPr/>
            <p:nvPr/>
          </p:nvSpPr>
          <p:spPr>
            <a:xfrm>
              <a:off x="8969100" y="9037805"/>
              <a:ext cx="4613764" cy="259460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>
              <a:extrusionClr>
                <a:schemeClr val="bg1">
                  <a:lumMod val="8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9107350B-4AA6-4631-ADA2-0127BF350211}"/>
                </a:ext>
              </a:extLst>
            </p:cNvPr>
            <p:cNvSpPr/>
            <p:nvPr/>
          </p:nvSpPr>
          <p:spPr>
            <a:xfrm>
              <a:off x="14786759" y="9037805"/>
              <a:ext cx="4613764" cy="259460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>
              <a:extrusionClr>
                <a:schemeClr val="bg1">
                  <a:lumMod val="8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3840B79D-BD41-499B-B024-4EFD0313A251}"/>
                </a:ext>
              </a:extLst>
            </p:cNvPr>
            <p:cNvSpPr/>
            <p:nvPr/>
          </p:nvSpPr>
          <p:spPr>
            <a:xfrm>
              <a:off x="-2666218" y="5606343"/>
              <a:ext cx="4613764" cy="259460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>
              <a:extrusionClr>
                <a:schemeClr val="bg1">
                  <a:lumMod val="8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0F650D6B-0367-435E-A72C-7C7747BE8B2B}"/>
                </a:ext>
              </a:extLst>
            </p:cNvPr>
            <p:cNvSpPr/>
            <p:nvPr/>
          </p:nvSpPr>
          <p:spPr>
            <a:xfrm>
              <a:off x="3151440" y="5606343"/>
              <a:ext cx="4613764" cy="259460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>
              <a:extrusionClr>
                <a:schemeClr val="bg1">
                  <a:lumMod val="8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57C8EA3B-D051-492D-871F-6FDCAC112595}"/>
                </a:ext>
              </a:extLst>
            </p:cNvPr>
            <p:cNvSpPr/>
            <p:nvPr/>
          </p:nvSpPr>
          <p:spPr>
            <a:xfrm flipH="1" flipV="1">
              <a:off x="8969098" y="5606343"/>
              <a:ext cx="4613764" cy="2594604"/>
            </a:xfrm>
            <a:prstGeom prst="rect">
              <a:avLst/>
            </a:prstGeom>
            <a:blipFill dpi="0" rotWithShape="0">
              <a:blip r:embed="rId2"/>
              <a:srcRect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>
              <a:extrusionClr>
                <a:schemeClr val="bg1">
                  <a:lumMod val="8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59C47893-48B0-4B87-844A-44CAC11DD5AB}"/>
                </a:ext>
              </a:extLst>
            </p:cNvPr>
            <p:cNvSpPr/>
            <p:nvPr/>
          </p:nvSpPr>
          <p:spPr>
            <a:xfrm>
              <a:off x="14786757" y="5606343"/>
              <a:ext cx="4613764" cy="259460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>
              <a:extrusionClr>
                <a:schemeClr val="bg1">
                  <a:lumMod val="8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D284ACCC-48D6-4FD9-A761-786F36662331}"/>
                </a:ext>
              </a:extLst>
            </p:cNvPr>
            <p:cNvSpPr/>
            <p:nvPr/>
          </p:nvSpPr>
          <p:spPr>
            <a:xfrm>
              <a:off x="-2666218" y="2174881"/>
              <a:ext cx="4613764" cy="259460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>
              <a:extrusionClr>
                <a:schemeClr val="bg1">
                  <a:lumMod val="8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4B54D458-568F-4802-83A2-6E1606A989C8}"/>
                </a:ext>
              </a:extLst>
            </p:cNvPr>
            <p:cNvSpPr/>
            <p:nvPr/>
          </p:nvSpPr>
          <p:spPr>
            <a:xfrm>
              <a:off x="3151440" y="2174881"/>
              <a:ext cx="4613764" cy="259460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>
              <a:extrusionClr>
                <a:schemeClr val="bg1">
                  <a:lumMod val="8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EBB1D046-7724-4474-89CE-477FA73587CB}"/>
                </a:ext>
              </a:extLst>
            </p:cNvPr>
            <p:cNvSpPr/>
            <p:nvPr/>
          </p:nvSpPr>
          <p:spPr>
            <a:xfrm>
              <a:off x="14786756" y="2174881"/>
              <a:ext cx="4613764" cy="259460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>
                  <a:lumMod val="8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1236AA4E-CBFF-4957-8C78-725DB0A52EB5}"/>
                </a:ext>
              </a:extLst>
            </p:cNvPr>
            <p:cNvSpPr/>
            <p:nvPr/>
          </p:nvSpPr>
          <p:spPr>
            <a:xfrm>
              <a:off x="-2666218" y="-1256581"/>
              <a:ext cx="4613764" cy="259460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>
              <a:extrusionClr>
                <a:schemeClr val="bg1">
                  <a:lumMod val="8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59BC8FB8-4BAA-45A3-B9B5-240F572E4426}"/>
                </a:ext>
              </a:extLst>
            </p:cNvPr>
            <p:cNvSpPr/>
            <p:nvPr/>
          </p:nvSpPr>
          <p:spPr>
            <a:xfrm>
              <a:off x="3151440" y="-1256581"/>
              <a:ext cx="4613764" cy="259460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>
              <a:extrusionClr>
                <a:schemeClr val="bg1">
                  <a:lumMod val="8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069FFDDD-9EB4-4E30-BE3D-2E713CF3A2AE}"/>
                </a:ext>
              </a:extLst>
            </p:cNvPr>
            <p:cNvSpPr/>
            <p:nvPr/>
          </p:nvSpPr>
          <p:spPr>
            <a:xfrm>
              <a:off x="8969098" y="-1256581"/>
              <a:ext cx="4613764" cy="259460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>
              <a:extrusionClr>
                <a:schemeClr val="bg1">
                  <a:lumMod val="8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5C78C412-B768-44D5-8500-43C81629ADA2}"/>
                </a:ext>
              </a:extLst>
            </p:cNvPr>
            <p:cNvSpPr/>
            <p:nvPr/>
          </p:nvSpPr>
          <p:spPr>
            <a:xfrm>
              <a:off x="14786756" y="-1256581"/>
              <a:ext cx="4613764" cy="259460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>
              <a:extrusionClr>
                <a:schemeClr val="bg1">
                  <a:lumMod val="8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F5FC5D84-699E-4D90-9F96-226FF7FB2BAA}"/>
                </a:ext>
              </a:extLst>
            </p:cNvPr>
            <p:cNvSpPr/>
            <p:nvPr/>
          </p:nvSpPr>
          <p:spPr>
            <a:xfrm>
              <a:off x="-2666218" y="-4688043"/>
              <a:ext cx="4613764" cy="259460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>
              <a:extrusionClr>
                <a:schemeClr val="bg1">
                  <a:lumMod val="8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矩形 130">
              <a:extLst>
                <a:ext uri="{FF2B5EF4-FFF2-40B4-BE49-F238E27FC236}">
                  <a16:creationId xmlns:a16="http://schemas.microsoft.com/office/drawing/2014/main" id="{EBBA05E4-065A-4E69-870B-A20895E92028}"/>
                </a:ext>
              </a:extLst>
            </p:cNvPr>
            <p:cNvSpPr/>
            <p:nvPr/>
          </p:nvSpPr>
          <p:spPr>
            <a:xfrm>
              <a:off x="3151440" y="-4688043"/>
              <a:ext cx="4613764" cy="259460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>
              <a:extrusionClr>
                <a:schemeClr val="bg1">
                  <a:lumMod val="8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A572AD57-CDE6-47B4-9D49-EE58915CB100}"/>
                </a:ext>
              </a:extLst>
            </p:cNvPr>
            <p:cNvSpPr/>
            <p:nvPr/>
          </p:nvSpPr>
          <p:spPr>
            <a:xfrm>
              <a:off x="8969098" y="-4688043"/>
              <a:ext cx="4613764" cy="259460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>
              <a:extrusionClr>
                <a:schemeClr val="bg1">
                  <a:lumMod val="8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21122E07-EEBC-45D3-9FB4-D8F86DFF4871}"/>
                </a:ext>
              </a:extLst>
            </p:cNvPr>
            <p:cNvSpPr/>
            <p:nvPr/>
          </p:nvSpPr>
          <p:spPr>
            <a:xfrm>
              <a:off x="14786756" y="-4688043"/>
              <a:ext cx="4613764" cy="259460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>
              <a:extrusionClr>
                <a:schemeClr val="bg1">
                  <a:lumMod val="8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矩形 133">
              <a:extLst>
                <a:ext uri="{FF2B5EF4-FFF2-40B4-BE49-F238E27FC236}">
                  <a16:creationId xmlns:a16="http://schemas.microsoft.com/office/drawing/2014/main" id="{E373ACF1-E2C0-4DE7-A3F9-F34E9CC9D1E0}"/>
                </a:ext>
              </a:extLst>
            </p:cNvPr>
            <p:cNvSpPr/>
            <p:nvPr/>
          </p:nvSpPr>
          <p:spPr>
            <a:xfrm>
              <a:off x="8113343" y="1189581"/>
              <a:ext cx="4613764" cy="2594604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>
              <a:outerShdw blurRad="165100" dist="63500" dir="9000000" sx="101000" sy="101000" algn="t" rotWithShape="0">
                <a:prstClr val="black">
                  <a:alpha val="20000"/>
                </a:prstClr>
              </a:outerShdw>
            </a:effectLst>
            <a:sp3d extrusionH="1270000" prstMaterial="flat">
              <a:extrusionClr>
                <a:schemeClr val="bg1"/>
              </a:extrusionClr>
              <a:contourClr>
                <a:srgbClr val="5F7487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76385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131727B-D92E-40C3-A03A-00180EE6A946}"/>
              </a:ext>
            </a:extLst>
          </p:cNvPr>
          <p:cNvGrpSpPr/>
          <p:nvPr/>
        </p:nvGrpSpPr>
        <p:grpSpPr>
          <a:xfrm>
            <a:off x="-2262905" y="-5290806"/>
            <a:ext cx="15937053" cy="16007051"/>
            <a:chOff x="-2262905" y="-5290806"/>
            <a:chExt cx="15937053" cy="16007051"/>
          </a:xfrm>
          <a:effectLst>
            <a:outerShdw blurRad="190500" sx="103000" sy="103000" algn="ctr" rotWithShape="0">
              <a:prstClr val="black">
                <a:alpha val="20000"/>
              </a:prstClr>
            </a:outerShdw>
          </a:effectLst>
          <a:scene3d>
            <a:camera prst="perspectiveRelaxedModerately" fov="1800000">
              <a:rot lat="19800000" lon="3000000" rev="18000000"/>
            </a:camera>
            <a:lightRig rig="glow" dir="t">
              <a:rot lat="0" lon="0" rev="18000000"/>
            </a:lightRig>
          </a:scene3d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652047E9-9111-4517-AE69-D39200430C9B}"/>
                </a:ext>
              </a:extLst>
            </p:cNvPr>
            <p:cNvSpPr/>
            <p:nvPr/>
          </p:nvSpPr>
          <p:spPr>
            <a:xfrm>
              <a:off x="-2262904" y="8171465"/>
              <a:ext cx="4525166" cy="2544780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extrusionClr>
                <a:schemeClr val="bg1">
                  <a:lumMod val="9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14F21E7F-2707-432B-B4C5-9EE86F53D764}"/>
                </a:ext>
              </a:extLst>
            </p:cNvPr>
            <p:cNvSpPr/>
            <p:nvPr/>
          </p:nvSpPr>
          <p:spPr>
            <a:xfrm>
              <a:off x="3443039" y="8171465"/>
              <a:ext cx="4525166" cy="2544780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extrusionClr>
                <a:schemeClr val="bg1">
                  <a:lumMod val="9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8FBF77C1-05A3-4A49-A1D1-CBCC12D53555}"/>
                </a:ext>
              </a:extLst>
            </p:cNvPr>
            <p:cNvSpPr/>
            <p:nvPr/>
          </p:nvSpPr>
          <p:spPr>
            <a:xfrm>
              <a:off x="9148982" y="8171465"/>
              <a:ext cx="4525166" cy="2544780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extrusionClr>
                <a:schemeClr val="bg1">
                  <a:lumMod val="9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66B0D9E4-826C-466D-A8DC-85FEA0D0D764}"/>
                </a:ext>
              </a:extLst>
            </p:cNvPr>
            <p:cNvSpPr/>
            <p:nvPr/>
          </p:nvSpPr>
          <p:spPr>
            <a:xfrm>
              <a:off x="-2262905" y="4805897"/>
              <a:ext cx="4525166" cy="2544780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extrusionClr>
                <a:schemeClr val="bg1">
                  <a:lumMod val="9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942A5F3B-AD3C-4193-A54C-F40E96D71C03}"/>
                </a:ext>
              </a:extLst>
            </p:cNvPr>
            <p:cNvSpPr/>
            <p:nvPr/>
          </p:nvSpPr>
          <p:spPr>
            <a:xfrm flipH="1" flipV="1">
              <a:off x="3443037" y="4805897"/>
              <a:ext cx="4525166" cy="2544780"/>
            </a:xfrm>
            <a:prstGeom prst="rect">
              <a:avLst/>
            </a:prstGeom>
            <a:blipFill dpi="0" rotWithShape="0">
              <a:blip r:embed="rId2"/>
              <a:srcRect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extrusionClr>
                <a:schemeClr val="bg1">
                  <a:lumMod val="9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B7CE73C9-B3F4-40CF-8453-37F4B4EE93B4}"/>
                </a:ext>
              </a:extLst>
            </p:cNvPr>
            <p:cNvSpPr/>
            <p:nvPr/>
          </p:nvSpPr>
          <p:spPr>
            <a:xfrm>
              <a:off x="9148980" y="4805897"/>
              <a:ext cx="4525166" cy="2544780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extrusionClr>
                <a:schemeClr val="bg1">
                  <a:lumMod val="9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359636D7-A141-42F9-AEEE-DDFC3EA109E4}"/>
                </a:ext>
              </a:extLst>
            </p:cNvPr>
            <p:cNvSpPr/>
            <p:nvPr/>
          </p:nvSpPr>
          <p:spPr>
            <a:xfrm>
              <a:off x="-2262905" y="1440330"/>
              <a:ext cx="4525166" cy="2544780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extrusionClr>
                <a:schemeClr val="bg1">
                  <a:lumMod val="9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2785BEA1-02E6-40F2-9657-74AD61A2EFE3}"/>
                </a:ext>
              </a:extLst>
            </p:cNvPr>
            <p:cNvSpPr/>
            <p:nvPr/>
          </p:nvSpPr>
          <p:spPr>
            <a:xfrm>
              <a:off x="3520486" y="1410651"/>
              <a:ext cx="4525166" cy="2544780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extrusionClr>
                <a:schemeClr val="bg1">
                  <a:lumMod val="9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2D78CCB2-7ADC-4608-B6E8-455C91742C39}"/>
                </a:ext>
              </a:extLst>
            </p:cNvPr>
            <p:cNvSpPr/>
            <p:nvPr/>
          </p:nvSpPr>
          <p:spPr>
            <a:xfrm>
              <a:off x="9148979" y="1440330"/>
              <a:ext cx="4525166" cy="2544780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extrusionClr>
                <a:schemeClr val="bg1">
                  <a:lumMod val="9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5C6E4C4A-E011-42AB-B0EF-1BEE096D9ADC}"/>
                </a:ext>
              </a:extLst>
            </p:cNvPr>
            <p:cNvSpPr/>
            <p:nvPr/>
          </p:nvSpPr>
          <p:spPr>
            <a:xfrm>
              <a:off x="-2262905" y="-1925238"/>
              <a:ext cx="4525166" cy="2544780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extrusionClr>
                <a:schemeClr val="bg1">
                  <a:lumMod val="9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8CEE4114-4E75-4A94-8E84-DEBF5482F61E}"/>
                </a:ext>
              </a:extLst>
            </p:cNvPr>
            <p:cNvSpPr/>
            <p:nvPr/>
          </p:nvSpPr>
          <p:spPr>
            <a:xfrm>
              <a:off x="3443037" y="-1925238"/>
              <a:ext cx="4525166" cy="2544780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extrusionClr>
                <a:schemeClr val="bg1">
                  <a:lumMod val="9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9261B2FA-AEF0-40EF-B4B5-B2253B5A10EA}"/>
                </a:ext>
              </a:extLst>
            </p:cNvPr>
            <p:cNvSpPr/>
            <p:nvPr/>
          </p:nvSpPr>
          <p:spPr>
            <a:xfrm>
              <a:off x="9148979" y="-1925238"/>
              <a:ext cx="4525166" cy="2544780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extrusionClr>
                <a:schemeClr val="bg1">
                  <a:lumMod val="9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7E54BF83-53C2-4764-BEA5-1E12E298751B}"/>
                </a:ext>
              </a:extLst>
            </p:cNvPr>
            <p:cNvSpPr/>
            <p:nvPr/>
          </p:nvSpPr>
          <p:spPr>
            <a:xfrm>
              <a:off x="-2262905" y="-5290806"/>
              <a:ext cx="4525166" cy="2544780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extrusionClr>
                <a:schemeClr val="bg1">
                  <a:lumMod val="9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E006FBC2-055A-4986-942C-25CEC733BD11}"/>
                </a:ext>
              </a:extLst>
            </p:cNvPr>
            <p:cNvSpPr/>
            <p:nvPr/>
          </p:nvSpPr>
          <p:spPr>
            <a:xfrm>
              <a:off x="3443037" y="-5290806"/>
              <a:ext cx="4525166" cy="2544780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extrusionClr>
                <a:schemeClr val="bg1">
                  <a:lumMod val="9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DAC08EB8-D07F-4DCB-AC8F-8D5DAB95B5A9}"/>
                </a:ext>
              </a:extLst>
            </p:cNvPr>
            <p:cNvSpPr/>
            <p:nvPr/>
          </p:nvSpPr>
          <p:spPr>
            <a:xfrm>
              <a:off x="9148979" y="-5290806"/>
              <a:ext cx="4525166" cy="2544780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extrusionClr>
                <a:schemeClr val="bg1">
                  <a:lumMod val="9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8883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C7D8B509-6388-4D24-BE72-F311394C4D77}"/>
              </a:ext>
            </a:extLst>
          </p:cNvPr>
          <p:cNvGrpSpPr/>
          <p:nvPr/>
        </p:nvGrpSpPr>
        <p:grpSpPr>
          <a:xfrm>
            <a:off x="-7820390" y="-2772690"/>
            <a:ext cx="21642993" cy="12641483"/>
            <a:chOff x="-2262905" y="-5290806"/>
            <a:chExt cx="21642993" cy="12641483"/>
          </a:xfrm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  <a:scene3d>
            <a:camera prst="perspectiveContrastingRightFacing">
              <a:rot lat="20400000" lon="2400000" rev="19800000"/>
            </a:camera>
            <a:lightRig rig="glow" dir="t">
              <a:rot lat="0" lon="0" rev="6000000"/>
            </a:lightRig>
          </a:scene3d>
        </p:grpSpPr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66B0D9E4-826C-466D-A8DC-85FEA0D0D764}"/>
                </a:ext>
              </a:extLst>
            </p:cNvPr>
            <p:cNvSpPr/>
            <p:nvPr/>
          </p:nvSpPr>
          <p:spPr>
            <a:xfrm>
              <a:off x="-2262905" y="4805897"/>
              <a:ext cx="4525166" cy="2544780"/>
            </a:xfrm>
            <a:prstGeom prst="rect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extrusionClr>
                <a:schemeClr val="bg1">
                  <a:lumMod val="9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942A5F3B-AD3C-4193-A54C-F40E96D71C03}"/>
                </a:ext>
              </a:extLst>
            </p:cNvPr>
            <p:cNvSpPr/>
            <p:nvPr/>
          </p:nvSpPr>
          <p:spPr>
            <a:xfrm flipH="1" flipV="1">
              <a:off x="3443037" y="4805897"/>
              <a:ext cx="4525166" cy="2544780"/>
            </a:xfrm>
            <a:prstGeom prst="rect">
              <a:avLst/>
            </a:prstGeom>
            <a:blipFill dpi="0" rotWithShape="0">
              <a:blip r:embed="rId3"/>
              <a:srcRect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extrusionClr>
                <a:schemeClr val="bg1">
                  <a:lumMod val="9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B7CE73C9-B3F4-40CF-8453-37F4B4EE93B4}"/>
                </a:ext>
              </a:extLst>
            </p:cNvPr>
            <p:cNvSpPr/>
            <p:nvPr/>
          </p:nvSpPr>
          <p:spPr>
            <a:xfrm>
              <a:off x="9148980" y="4805897"/>
              <a:ext cx="4525166" cy="2544780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extrusionClr>
                <a:schemeClr val="bg1">
                  <a:lumMod val="9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359636D7-A141-42F9-AEEE-DDFC3EA109E4}"/>
                </a:ext>
              </a:extLst>
            </p:cNvPr>
            <p:cNvSpPr/>
            <p:nvPr/>
          </p:nvSpPr>
          <p:spPr>
            <a:xfrm>
              <a:off x="-2262905" y="1440330"/>
              <a:ext cx="4525166" cy="2544780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extrusionClr>
                <a:schemeClr val="bg1">
                  <a:lumMod val="9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2785BEA1-02E6-40F2-9657-74AD61A2EFE3}"/>
                </a:ext>
              </a:extLst>
            </p:cNvPr>
            <p:cNvSpPr/>
            <p:nvPr/>
          </p:nvSpPr>
          <p:spPr>
            <a:xfrm>
              <a:off x="3520486" y="1410651"/>
              <a:ext cx="4525166" cy="2544780"/>
            </a:xfrm>
            <a:prstGeom prst="rect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extrusionClr>
                <a:schemeClr val="bg1">
                  <a:lumMod val="9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2D78CCB2-7ADC-4608-B6E8-455C91742C39}"/>
                </a:ext>
              </a:extLst>
            </p:cNvPr>
            <p:cNvSpPr/>
            <p:nvPr/>
          </p:nvSpPr>
          <p:spPr>
            <a:xfrm>
              <a:off x="9148979" y="1440330"/>
              <a:ext cx="4525166" cy="2544780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extrusionClr>
                <a:schemeClr val="bg1">
                  <a:lumMod val="9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5C6E4C4A-E011-42AB-B0EF-1BEE096D9ADC}"/>
                </a:ext>
              </a:extLst>
            </p:cNvPr>
            <p:cNvSpPr/>
            <p:nvPr/>
          </p:nvSpPr>
          <p:spPr>
            <a:xfrm>
              <a:off x="-2262905" y="-1925238"/>
              <a:ext cx="4525166" cy="2544780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extrusionClr>
                <a:schemeClr val="bg1">
                  <a:lumMod val="9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8CEE4114-4E75-4A94-8E84-DEBF5482F61E}"/>
                </a:ext>
              </a:extLst>
            </p:cNvPr>
            <p:cNvSpPr/>
            <p:nvPr/>
          </p:nvSpPr>
          <p:spPr>
            <a:xfrm>
              <a:off x="3443037" y="-1925238"/>
              <a:ext cx="4525166" cy="2544780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extrusionClr>
                <a:schemeClr val="bg1">
                  <a:lumMod val="9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9261B2FA-AEF0-40EF-B4B5-B2253B5A10EA}"/>
                </a:ext>
              </a:extLst>
            </p:cNvPr>
            <p:cNvSpPr/>
            <p:nvPr/>
          </p:nvSpPr>
          <p:spPr>
            <a:xfrm>
              <a:off x="9148979" y="-1925238"/>
              <a:ext cx="4525166" cy="2544780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extrusionClr>
                <a:schemeClr val="bg1">
                  <a:lumMod val="9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7E54BF83-53C2-4764-BEA5-1E12E298751B}"/>
                </a:ext>
              </a:extLst>
            </p:cNvPr>
            <p:cNvSpPr/>
            <p:nvPr/>
          </p:nvSpPr>
          <p:spPr>
            <a:xfrm>
              <a:off x="-2262905" y="-5290806"/>
              <a:ext cx="4525166" cy="2544780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extrusionClr>
                <a:schemeClr val="bg1">
                  <a:lumMod val="9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E006FBC2-055A-4986-942C-25CEC733BD11}"/>
                </a:ext>
              </a:extLst>
            </p:cNvPr>
            <p:cNvSpPr/>
            <p:nvPr/>
          </p:nvSpPr>
          <p:spPr>
            <a:xfrm>
              <a:off x="3443037" y="-5290806"/>
              <a:ext cx="4525166" cy="2544780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extrusionClr>
                <a:schemeClr val="bg1">
                  <a:lumMod val="9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DAC08EB8-D07F-4DCB-AC8F-8D5DAB95B5A9}"/>
                </a:ext>
              </a:extLst>
            </p:cNvPr>
            <p:cNvSpPr/>
            <p:nvPr/>
          </p:nvSpPr>
          <p:spPr>
            <a:xfrm>
              <a:off x="9148979" y="-5290806"/>
              <a:ext cx="4525166" cy="2544780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extrusionClr>
                <a:schemeClr val="bg1">
                  <a:lumMod val="9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09A8B4D5-F489-4E38-80DA-F5A2CAB4C2AE}"/>
                </a:ext>
              </a:extLst>
            </p:cNvPr>
            <p:cNvSpPr/>
            <p:nvPr/>
          </p:nvSpPr>
          <p:spPr>
            <a:xfrm>
              <a:off x="14854922" y="4805897"/>
              <a:ext cx="4525166" cy="2544780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extrusionClr>
                <a:schemeClr val="bg1">
                  <a:lumMod val="9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A840482F-A169-47AF-8F44-CCBF531C7368}"/>
                </a:ext>
              </a:extLst>
            </p:cNvPr>
            <p:cNvSpPr/>
            <p:nvPr/>
          </p:nvSpPr>
          <p:spPr>
            <a:xfrm>
              <a:off x="14854921" y="1440330"/>
              <a:ext cx="4525166" cy="2544780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extrusionClr>
                <a:schemeClr val="bg1">
                  <a:lumMod val="9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573F85F9-59A1-4AF5-94F3-C12EB9C88C31}"/>
                </a:ext>
              </a:extLst>
            </p:cNvPr>
            <p:cNvSpPr/>
            <p:nvPr/>
          </p:nvSpPr>
          <p:spPr>
            <a:xfrm>
              <a:off x="14854921" y="-1925238"/>
              <a:ext cx="4525166" cy="2544780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extrusionClr>
                <a:schemeClr val="bg1">
                  <a:lumMod val="9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1C7C8604-FD8D-4647-9302-1783CD302CFE}"/>
                </a:ext>
              </a:extLst>
            </p:cNvPr>
            <p:cNvSpPr/>
            <p:nvPr/>
          </p:nvSpPr>
          <p:spPr>
            <a:xfrm>
              <a:off x="14854921" y="-5290806"/>
              <a:ext cx="4525166" cy="2544780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extrusionClr>
                <a:schemeClr val="bg1">
                  <a:lumMod val="9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16521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>
            <a:extLst>
              <a:ext uri="{FF2B5EF4-FFF2-40B4-BE49-F238E27FC236}">
                <a16:creationId xmlns:a16="http://schemas.microsoft.com/office/drawing/2014/main" id="{2E4D0259-FCE3-4287-A76D-9AAAEAB97058}"/>
              </a:ext>
            </a:extLst>
          </p:cNvPr>
          <p:cNvGrpSpPr/>
          <p:nvPr/>
        </p:nvGrpSpPr>
        <p:grpSpPr>
          <a:xfrm>
            <a:off x="-2415873" y="-1503156"/>
            <a:ext cx="17023745" cy="9864313"/>
            <a:chOff x="-2360354" y="-1999425"/>
            <a:chExt cx="16913493" cy="9800428"/>
          </a:xfrm>
          <a:effectLst>
            <a:outerShdw blurRad="190500" dir="1800000" sx="103000" sy="103000" algn="ctr" rotWithShape="0">
              <a:prstClr val="black">
                <a:alpha val="30000"/>
              </a:prstClr>
            </a:outerShdw>
          </a:effectLst>
          <a:scene3d>
            <a:camera prst="perspectiveRelaxedModerately" fov="4500000">
              <a:rot lat="21000000" lon="21594000" rev="21000000"/>
            </a:camera>
            <a:lightRig rig="glow" dir="t"/>
          </a:scene3d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6B82A288-7B6A-4722-9153-B06BB48FDD07}"/>
                </a:ext>
              </a:extLst>
            </p:cNvPr>
            <p:cNvGrpSpPr/>
            <p:nvPr/>
          </p:nvGrpSpPr>
          <p:grpSpPr>
            <a:xfrm>
              <a:off x="-2360354" y="5550411"/>
              <a:ext cx="16913493" cy="2250592"/>
              <a:chOff x="-2360354" y="6395550"/>
              <a:chExt cx="16913493" cy="2250592"/>
            </a:xfrm>
          </p:grpSpPr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35529D8C-ED17-41C4-9C9D-B514EE652DE6}"/>
                  </a:ext>
                </a:extLst>
              </p:cNvPr>
              <p:cNvSpPr/>
              <p:nvPr/>
            </p:nvSpPr>
            <p:spPr>
              <a:xfrm>
                <a:off x="-2360354" y="6395550"/>
                <a:ext cx="4002036" cy="22505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0" cap="flat" cmpd="sng" algn="ctr">
                <a:noFill/>
                <a:prstDash val="solid"/>
                <a:miter lim="800000"/>
              </a:ln>
              <a:effectLst/>
              <a:sp3d extrusionH="127000">
                <a:extrusionClr>
                  <a:schemeClr val="bg1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45253142-C074-47B2-A83D-ADAB145F0321}"/>
                  </a:ext>
                </a:extLst>
              </p:cNvPr>
              <p:cNvSpPr/>
              <p:nvPr/>
            </p:nvSpPr>
            <p:spPr>
              <a:xfrm>
                <a:off x="1943465" y="6395550"/>
                <a:ext cx="4002036" cy="22505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0" cap="flat" cmpd="sng" algn="ctr">
                <a:noFill/>
                <a:prstDash val="solid"/>
                <a:miter lim="800000"/>
              </a:ln>
              <a:effectLst/>
              <a:sp3d extrusionH="127000">
                <a:extrusionClr>
                  <a:schemeClr val="bg1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DE9B284A-A59E-4E28-AB2C-5964F19D9E35}"/>
                  </a:ext>
                </a:extLst>
              </p:cNvPr>
              <p:cNvSpPr/>
              <p:nvPr/>
            </p:nvSpPr>
            <p:spPr>
              <a:xfrm>
                <a:off x="6247284" y="6395550"/>
                <a:ext cx="4002036" cy="22505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0" cap="flat" cmpd="sng" algn="ctr">
                <a:noFill/>
                <a:prstDash val="solid"/>
                <a:miter lim="800000"/>
              </a:ln>
              <a:effectLst/>
              <a:sp3d extrusionH="127000">
                <a:extrusionClr>
                  <a:schemeClr val="bg1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AC6FEEB2-A881-4E2E-8BAC-996780B867E1}"/>
                  </a:ext>
                </a:extLst>
              </p:cNvPr>
              <p:cNvSpPr/>
              <p:nvPr/>
            </p:nvSpPr>
            <p:spPr>
              <a:xfrm>
                <a:off x="10551103" y="6395550"/>
                <a:ext cx="4002036" cy="22505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0" cap="flat" cmpd="sng" algn="ctr">
                <a:noFill/>
                <a:prstDash val="solid"/>
                <a:miter lim="800000"/>
              </a:ln>
              <a:effectLst/>
              <a:sp3d extrusionH="127000">
                <a:extrusionClr>
                  <a:schemeClr val="bg1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46A5D6D8-C1F2-4F4E-8424-07488B6173DD}"/>
                </a:ext>
              </a:extLst>
            </p:cNvPr>
            <p:cNvGrpSpPr/>
            <p:nvPr/>
          </p:nvGrpSpPr>
          <p:grpSpPr>
            <a:xfrm>
              <a:off x="-2360354" y="3033799"/>
              <a:ext cx="16913491" cy="2250592"/>
              <a:chOff x="-2360354" y="3667653"/>
              <a:chExt cx="16913491" cy="2250592"/>
            </a:xfrm>
          </p:grpSpPr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9974A822-36CE-4FBE-BDF8-3B12271F228C}"/>
                  </a:ext>
                </a:extLst>
              </p:cNvPr>
              <p:cNvSpPr/>
              <p:nvPr/>
            </p:nvSpPr>
            <p:spPr>
              <a:xfrm>
                <a:off x="-2360354" y="3667653"/>
                <a:ext cx="4002036" cy="22505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0" cap="flat" cmpd="sng" algn="ctr">
                <a:noFill/>
                <a:prstDash val="solid"/>
                <a:miter lim="800000"/>
              </a:ln>
              <a:effectLst/>
              <a:sp3d extrusionH="127000">
                <a:extrusionClr>
                  <a:schemeClr val="bg1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7CFC77D7-92E4-47EA-AD2D-EA0A62F6D7BB}"/>
                  </a:ext>
                </a:extLst>
              </p:cNvPr>
              <p:cNvSpPr/>
              <p:nvPr/>
            </p:nvSpPr>
            <p:spPr>
              <a:xfrm>
                <a:off x="1943465" y="3667653"/>
                <a:ext cx="4002036" cy="2250592"/>
              </a:xfrm>
              <a:prstGeom prst="rect">
                <a:avLst/>
              </a:prstGeom>
              <a:blipFill dpi="0" rotWithShape="1">
                <a:blip r:embed="rId2"/>
                <a:srcRect/>
                <a:stretch>
                  <a:fillRect/>
                </a:stretch>
              </a:blipFill>
              <a:ln w="0" cap="flat" cmpd="sng" algn="ctr">
                <a:noFill/>
                <a:prstDash val="solid"/>
                <a:miter lim="800000"/>
              </a:ln>
              <a:effectLst/>
              <a:sp3d extrusionH="127000">
                <a:extrusionClr>
                  <a:schemeClr val="bg1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8B53BDA0-65DD-4C29-B7D6-C75EB57CF558}"/>
                  </a:ext>
                </a:extLst>
              </p:cNvPr>
              <p:cNvSpPr/>
              <p:nvPr/>
            </p:nvSpPr>
            <p:spPr>
              <a:xfrm flipH="1" flipV="1">
                <a:off x="6247284" y="3667653"/>
                <a:ext cx="4002036" cy="2250592"/>
              </a:xfrm>
              <a:prstGeom prst="rect">
                <a:avLst/>
              </a:prstGeom>
              <a:blipFill dpi="0" rotWithShape="0">
                <a:blip r:embed="rId3"/>
                <a:srcRect/>
                <a:stretch>
                  <a:fillRect/>
                </a:stretch>
              </a:blipFill>
              <a:ln w="0" cap="flat" cmpd="sng" algn="ctr">
                <a:noFill/>
                <a:prstDash val="solid"/>
                <a:miter lim="800000"/>
              </a:ln>
              <a:effectLst/>
              <a:sp3d extrusionH="127000">
                <a:extrusionClr>
                  <a:schemeClr val="bg1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419BA6BC-A7F9-409F-9550-D19D93CD160C}"/>
                  </a:ext>
                </a:extLst>
              </p:cNvPr>
              <p:cNvSpPr/>
              <p:nvPr/>
            </p:nvSpPr>
            <p:spPr>
              <a:xfrm>
                <a:off x="10551101" y="3667653"/>
                <a:ext cx="4002036" cy="22505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0" cap="flat" cmpd="sng" algn="ctr">
                <a:noFill/>
                <a:prstDash val="solid"/>
                <a:miter lim="800000"/>
              </a:ln>
              <a:effectLst/>
              <a:sp3d extrusionH="127000">
                <a:extrusionClr>
                  <a:schemeClr val="bg1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189BD0A7-FC33-4DC0-BD08-B17BC1EF2A26}"/>
                </a:ext>
              </a:extLst>
            </p:cNvPr>
            <p:cNvGrpSpPr/>
            <p:nvPr/>
          </p:nvGrpSpPr>
          <p:grpSpPr>
            <a:xfrm>
              <a:off x="-2360354" y="517187"/>
              <a:ext cx="16913490" cy="2250592"/>
              <a:chOff x="-2360354" y="939757"/>
              <a:chExt cx="16913490" cy="2250592"/>
            </a:xfrm>
          </p:grpSpPr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7E3DBBCB-614A-41A1-B77C-5E3E41D331D1}"/>
                  </a:ext>
                </a:extLst>
              </p:cNvPr>
              <p:cNvSpPr/>
              <p:nvPr/>
            </p:nvSpPr>
            <p:spPr>
              <a:xfrm>
                <a:off x="-2360354" y="939757"/>
                <a:ext cx="4002036" cy="22505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0" cap="flat" cmpd="sng" algn="ctr">
                <a:noFill/>
                <a:prstDash val="solid"/>
                <a:miter lim="800000"/>
              </a:ln>
              <a:effectLst/>
              <a:sp3d extrusionH="127000">
                <a:extrusionClr>
                  <a:schemeClr val="bg1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34BC0FAD-F6EE-4C52-BB29-1EECC2C51516}"/>
                  </a:ext>
                </a:extLst>
              </p:cNvPr>
              <p:cNvSpPr/>
              <p:nvPr/>
            </p:nvSpPr>
            <p:spPr>
              <a:xfrm>
                <a:off x="1943464" y="939757"/>
                <a:ext cx="4002036" cy="2250592"/>
              </a:xfrm>
              <a:prstGeom prst="rect">
                <a:avLst/>
              </a:prstGeom>
              <a:blipFill dpi="0" rotWithShape="0">
                <a:blip r:embed="rId3"/>
                <a:srcRect/>
                <a:stretch>
                  <a:fillRect/>
                </a:stretch>
              </a:blipFill>
              <a:ln w="0" cap="flat" cmpd="sng" algn="ctr">
                <a:noFill/>
                <a:prstDash val="solid"/>
                <a:miter lim="800000"/>
              </a:ln>
              <a:effectLst/>
              <a:sp3d extrusionH="127000">
                <a:extrusionClr>
                  <a:schemeClr val="bg1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C308B2D3-16AE-4A3B-B20B-B3203BCCCDBD}"/>
                  </a:ext>
                </a:extLst>
              </p:cNvPr>
              <p:cNvSpPr/>
              <p:nvPr/>
            </p:nvSpPr>
            <p:spPr>
              <a:xfrm>
                <a:off x="6247283" y="939757"/>
                <a:ext cx="4002036" cy="22505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0" cap="flat" cmpd="sng" algn="ctr">
                <a:noFill/>
                <a:prstDash val="solid"/>
                <a:miter lim="800000"/>
              </a:ln>
              <a:effectLst/>
              <a:sp3d extrusionH="127000">
                <a:extrusionClr>
                  <a:schemeClr val="bg1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869234A4-B8A6-4328-AE94-AE603412B94C}"/>
                  </a:ext>
                </a:extLst>
              </p:cNvPr>
              <p:cNvSpPr/>
              <p:nvPr/>
            </p:nvSpPr>
            <p:spPr>
              <a:xfrm>
                <a:off x="10551100" y="939757"/>
                <a:ext cx="4002036" cy="22505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0" cap="flat" cmpd="sng" algn="ctr">
                <a:noFill/>
                <a:prstDash val="solid"/>
                <a:miter lim="800000"/>
              </a:ln>
              <a:effectLst/>
              <a:sp3d extrusionH="127000">
                <a:extrusionClr>
                  <a:schemeClr val="bg1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D895677B-D78E-484B-905A-3E0D57F99026}"/>
                </a:ext>
              </a:extLst>
            </p:cNvPr>
            <p:cNvGrpSpPr/>
            <p:nvPr/>
          </p:nvGrpSpPr>
          <p:grpSpPr>
            <a:xfrm>
              <a:off x="-2360354" y="-1999425"/>
              <a:ext cx="16913490" cy="2250592"/>
              <a:chOff x="-2360354" y="-1788140"/>
              <a:chExt cx="16913490" cy="2250592"/>
            </a:xfrm>
          </p:grpSpPr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437ECB92-C3C9-46F7-A0A3-6A34E06993AC}"/>
                  </a:ext>
                </a:extLst>
              </p:cNvPr>
              <p:cNvSpPr/>
              <p:nvPr/>
            </p:nvSpPr>
            <p:spPr>
              <a:xfrm>
                <a:off x="-2360354" y="-1788140"/>
                <a:ext cx="4002036" cy="22505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0" cap="flat" cmpd="sng" algn="ctr">
                <a:noFill/>
                <a:prstDash val="solid"/>
                <a:miter lim="800000"/>
              </a:ln>
              <a:effectLst/>
              <a:sp3d extrusionH="127000">
                <a:extrusionClr>
                  <a:schemeClr val="bg1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7885D88D-0AC4-471C-9BD2-5542B277AE17}"/>
                  </a:ext>
                </a:extLst>
              </p:cNvPr>
              <p:cNvSpPr/>
              <p:nvPr/>
            </p:nvSpPr>
            <p:spPr>
              <a:xfrm>
                <a:off x="1943464" y="-1788140"/>
                <a:ext cx="4002036" cy="22505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0" cap="flat" cmpd="sng" algn="ctr">
                <a:noFill/>
                <a:prstDash val="solid"/>
                <a:miter lim="800000"/>
              </a:ln>
              <a:effectLst/>
              <a:sp3d extrusionH="127000">
                <a:extrusionClr>
                  <a:schemeClr val="bg1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010A70AD-E1F7-4B24-BC87-05CA7BE06DCD}"/>
                  </a:ext>
                </a:extLst>
              </p:cNvPr>
              <p:cNvSpPr/>
              <p:nvPr/>
            </p:nvSpPr>
            <p:spPr>
              <a:xfrm>
                <a:off x="6247283" y="-1788140"/>
                <a:ext cx="4002036" cy="22505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0" cap="flat" cmpd="sng" algn="ctr">
                <a:noFill/>
                <a:prstDash val="solid"/>
                <a:miter lim="800000"/>
              </a:ln>
              <a:effectLst/>
              <a:sp3d extrusionH="127000">
                <a:extrusionClr>
                  <a:schemeClr val="bg1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EB6FB56D-E714-4B1E-86B4-1D4F59938E43}"/>
                  </a:ext>
                </a:extLst>
              </p:cNvPr>
              <p:cNvSpPr/>
              <p:nvPr/>
            </p:nvSpPr>
            <p:spPr>
              <a:xfrm>
                <a:off x="10551100" y="-1788140"/>
                <a:ext cx="4002036" cy="22505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0" cap="flat" cmpd="sng" algn="ctr">
                <a:noFill/>
                <a:prstDash val="solid"/>
                <a:miter lim="800000"/>
              </a:ln>
              <a:effectLst/>
              <a:sp3d extrusionH="127000">
                <a:extrusionClr>
                  <a:schemeClr val="bg1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35616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7006D97F-E8E1-445D-8973-082415F28C59}"/>
              </a:ext>
            </a:extLst>
          </p:cNvPr>
          <p:cNvGrpSpPr/>
          <p:nvPr/>
        </p:nvGrpSpPr>
        <p:grpSpPr>
          <a:xfrm>
            <a:off x="-4695487" y="-3406998"/>
            <a:ext cx="18575609" cy="13625103"/>
            <a:chOff x="-5358099" y="-4009450"/>
            <a:chExt cx="20282230" cy="14876900"/>
          </a:xfrm>
          <a:effectLst>
            <a:outerShdw blurRad="190500" sx="102000" sy="102000" algn="ctr" rotWithShape="0">
              <a:prstClr val="black">
                <a:alpha val="15000"/>
              </a:prstClr>
            </a:outerShdw>
          </a:effectLst>
          <a:scene3d>
            <a:camera prst="perspectiveHeroicExtremeLeftFacing" fov="3000000">
              <a:rot lat="487347" lon="2400000" rev="21425485"/>
            </a:camera>
            <a:lightRig rig="glow" dir="t"/>
          </a:scene3d>
        </p:grpSpPr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8F0078A0-61EA-4B63-BEED-C02085D13A54}"/>
                </a:ext>
              </a:extLst>
            </p:cNvPr>
            <p:cNvSpPr/>
            <p:nvPr/>
          </p:nvSpPr>
          <p:spPr>
            <a:xfrm>
              <a:off x="-5358099" y="-4009450"/>
              <a:ext cx="4563154" cy="256677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69DB7655-A2F3-4D71-8DB1-C27B78118C20}"/>
                </a:ext>
              </a:extLst>
            </p:cNvPr>
            <p:cNvSpPr/>
            <p:nvPr/>
          </p:nvSpPr>
          <p:spPr>
            <a:xfrm>
              <a:off x="-118407" y="-4009450"/>
              <a:ext cx="4563154" cy="2566774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F30192DB-22FC-460F-A306-7FA69147059B}"/>
                </a:ext>
              </a:extLst>
            </p:cNvPr>
            <p:cNvSpPr/>
            <p:nvPr/>
          </p:nvSpPr>
          <p:spPr>
            <a:xfrm>
              <a:off x="5121285" y="-4009450"/>
              <a:ext cx="4563154" cy="256677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402F9C21-552A-4260-961C-CA38CD566DA6}"/>
                </a:ext>
              </a:extLst>
            </p:cNvPr>
            <p:cNvSpPr/>
            <p:nvPr/>
          </p:nvSpPr>
          <p:spPr>
            <a:xfrm>
              <a:off x="10360977" y="-4009450"/>
              <a:ext cx="4563154" cy="2566774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656BA0E0-7B64-48D7-904E-A2C493CE7817}"/>
                </a:ext>
              </a:extLst>
            </p:cNvPr>
            <p:cNvSpPr/>
            <p:nvPr/>
          </p:nvSpPr>
          <p:spPr>
            <a:xfrm>
              <a:off x="-5358099" y="-931918"/>
              <a:ext cx="4563154" cy="2566774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637317F2-B00B-40D0-80E5-CA9834DDBB33}"/>
                </a:ext>
              </a:extLst>
            </p:cNvPr>
            <p:cNvSpPr/>
            <p:nvPr/>
          </p:nvSpPr>
          <p:spPr>
            <a:xfrm>
              <a:off x="-118407" y="-931918"/>
              <a:ext cx="4563154" cy="256677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0B31456E-4298-49C2-8CA5-9E37EE38F575}"/>
                </a:ext>
              </a:extLst>
            </p:cNvPr>
            <p:cNvSpPr/>
            <p:nvPr/>
          </p:nvSpPr>
          <p:spPr>
            <a:xfrm>
              <a:off x="5121285" y="-931918"/>
              <a:ext cx="4563154" cy="2566774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0178D08A-4B61-4228-98F1-B44622693EAE}"/>
                </a:ext>
              </a:extLst>
            </p:cNvPr>
            <p:cNvSpPr/>
            <p:nvPr/>
          </p:nvSpPr>
          <p:spPr>
            <a:xfrm>
              <a:off x="10360977" y="-931918"/>
              <a:ext cx="4563154" cy="256677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0EFE9BE6-C69A-4AB2-8D95-A8471BA470F3}"/>
                </a:ext>
              </a:extLst>
            </p:cNvPr>
            <p:cNvSpPr/>
            <p:nvPr/>
          </p:nvSpPr>
          <p:spPr>
            <a:xfrm>
              <a:off x="-5358099" y="2145613"/>
              <a:ext cx="4563154" cy="256677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C4108467-4106-44F8-AE72-347FC0080291}"/>
                </a:ext>
              </a:extLst>
            </p:cNvPr>
            <p:cNvSpPr/>
            <p:nvPr/>
          </p:nvSpPr>
          <p:spPr>
            <a:xfrm>
              <a:off x="-118407" y="2145613"/>
              <a:ext cx="4563154" cy="2566774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0B753664-4C22-4617-BDB9-99C1FA7772F7}"/>
                </a:ext>
              </a:extLst>
            </p:cNvPr>
            <p:cNvSpPr/>
            <p:nvPr/>
          </p:nvSpPr>
          <p:spPr>
            <a:xfrm>
              <a:off x="5121285" y="2145613"/>
              <a:ext cx="4563154" cy="256677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A9CB260E-8D66-486C-B8E0-BE5F72F88FC3}"/>
                </a:ext>
              </a:extLst>
            </p:cNvPr>
            <p:cNvSpPr/>
            <p:nvPr/>
          </p:nvSpPr>
          <p:spPr>
            <a:xfrm>
              <a:off x="10360977" y="2145613"/>
              <a:ext cx="4563154" cy="2566774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EE77D891-C884-4445-94D6-EBBE60AD9583}"/>
                </a:ext>
              </a:extLst>
            </p:cNvPr>
            <p:cNvSpPr/>
            <p:nvPr/>
          </p:nvSpPr>
          <p:spPr>
            <a:xfrm>
              <a:off x="-5358099" y="5223145"/>
              <a:ext cx="4563154" cy="2566774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C7136BF0-68AD-4E9F-A382-EA26031C3553}"/>
                </a:ext>
              </a:extLst>
            </p:cNvPr>
            <p:cNvSpPr/>
            <p:nvPr/>
          </p:nvSpPr>
          <p:spPr>
            <a:xfrm>
              <a:off x="-118407" y="5223145"/>
              <a:ext cx="4563154" cy="256677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4C46006D-A0B1-4EF2-86EC-04151241032D}"/>
                </a:ext>
              </a:extLst>
            </p:cNvPr>
            <p:cNvSpPr/>
            <p:nvPr/>
          </p:nvSpPr>
          <p:spPr>
            <a:xfrm>
              <a:off x="5121285" y="5223145"/>
              <a:ext cx="4563154" cy="2566774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3B7ADCEF-6ACB-49BC-AA4F-4D3CFDA20461}"/>
                </a:ext>
              </a:extLst>
            </p:cNvPr>
            <p:cNvSpPr/>
            <p:nvPr/>
          </p:nvSpPr>
          <p:spPr>
            <a:xfrm>
              <a:off x="10360977" y="5223145"/>
              <a:ext cx="4563154" cy="256677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C36391BE-0173-4E86-AA65-9554C164910A}"/>
                </a:ext>
              </a:extLst>
            </p:cNvPr>
            <p:cNvSpPr/>
            <p:nvPr/>
          </p:nvSpPr>
          <p:spPr>
            <a:xfrm>
              <a:off x="-5358099" y="8300676"/>
              <a:ext cx="4563154" cy="256677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0EE2B3A7-56A4-431C-97C6-E141399ED409}"/>
                </a:ext>
              </a:extLst>
            </p:cNvPr>
            <p:cNvSpPr/>
            <p:nvPr/>
          </p:nvSpPr>
          <p:spPr>
            <a:xfrm>
              <a:off x="-118407" y="8300676"/>
              <a:ext cx="4563154" cy="2566774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D75BC005-A1CD-47A1-BBD6-0BF06368600B}"/>
                </a:ext>
              </a:extLst>
            </p:cNvPr>
            <p:cNvSpPr/>
            <p:nvPr/>
          </p:nvSpPr>
          <p:spPr>
            <a:xfrm>
              <a:off x="5121285" y="8300676"/>
              <a:ext cx="4563154" cy="256677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3B34E0F6-DBB6-43E2-AD80-CC2B5176C3F0}"/>
                </a:ext>
              </a:extLst>
            </p:cNvPr>
            <p:cNvSpPr/>
            <p:nvPr/>
          </p:nvSpPr>
          <p:spPr>
            <a:xfrm>
              <a:off x="10360977" y="8300676"/>
              <a:ext cx="4563154" cy="2566774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62625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7006D97F-E8E1-445D-8973-082415F28C59}"/>
              </a:ext>
            </a:extLst>
          </p:cNvPr>
          <p:cNvGrpSpPr/>
          <p:nvPr/>
        </p:nvGrpSpPr>
        <p:grpSpPr>
          <a:xfrm>
            <a:off x="-1220767" y="-4412838"/>
            <a:ext cx="18575609" cy="13625103"/>
            <a:chOff x="-5358099" y="-4009450"/>
            <a:chExt cx="20282230" cy="14876900"/>
          </a:xfrm>
          <a:effectLst>
            <a:outerShdw blurRad="190500" sx="102000" sy="102000" algn="ctr" rotWithShape="0">
              <a:prstClr val="black">
                <a:alpha val="15000"/>
              </a:prstClr>
            </a:outerShdw>
          </a:effectLst>
          <a:scene3d>
            <a:camera prst="perspectiveContrastingRightFacing" fov="2400000">
              <a:rot lat="600000" lon="18960000" rev="600000"/>
            </a:camera>
            <a:lightRig rig="glow" dir="t"/>
          </a:scene3d>
        </p:grpSpPr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8F0078A0-61EA-4B63-BEED-C02085D13A54}"/>
                </a:ext>
              </a:extLst>
            </p:cNvPr>
            <p:cNvSpPr/>
            <p:nvPr/>
          </p:nvSpPr>
          <p:spPr>
            <a:xfrm>
              <a:off x="-5358099" y="-4009450"/>
              <a:ext cx="4563154" cy="256677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69DB7655-A2F3-4D71-8DB1-C27B78118C20}"/>
                </a:ext>
              </a:extLst>
            </p:cNvPr>
            <p:cNvSpPr/>
            <p:nvPr/>
          </p:nvSpPr>
          <p:spPr>
            <a:xfrm>
              <a:off x="-118407" y="-4009450"/>
              <a:ext cx="4563154" cy="2566774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F30192DB-22FC-460F-A306-7FA69147059B}"/>
                </a:ext>
              </a:extLst>
            </p:cNvPr>
            <p:cNvSpPr/>
            <p:nvPr/>
          </p:nvSpPr>
          <p:spPr>
            <a:xfrm>
              <a:off x="5121285" y="-4009450"/>
              <a:ext cx="4563154" cy="256677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402F9C21-552A-4260-961C-CA38CD566DA6}"/>
                </a:ext>
              </a:extLst>
            </p:cNvPr>
            <p:cNvSpPr/>
            <p:nvPr/>
          </p:nvSpPr>
          <p:spPr>
            <a:xfrm>
              <a:off x="10360977" y="-4009450"/>
              <a:ext cx="4563154" cy="2566774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656BA0E0-7B64-48D7-904E-A2C493CE7817}"/>
                </a:ext>
              </a:extLst>
            </p:cNvPr>
            <p:cNvSpPr/>
            <p:nvPr/>
          </p:nvSpPr>
          <p:spPr>
            <a:xfrm>
              <a:off x="-5358099" y="-931918"/>
              <a:ext cx="4563154" cy="2566774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637317F2-B00B-40D0-80E5-CA9834DDBB33}"/>
                </a:ext>
              </a:extLst>
            </p:cNvPr>
            <p:cNvSpPr/>
            <p:nvPr/>
          </p:nvSpPr>
          <p:spPr>
            <a:xfrm>
              <a:off x="-118407" y="-931918"/>
              <a:ext cx="4563154" cy="2566774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0B31456E-4298-49C2-8CA5-9E37EE38F575}"/>
                </a:ext>
              </a:extLst>
            </p:cNvPr>
            <p:cNvSpPr/>
            <p:nvPr/>
          </p:nvSpPr>
          <p:spPr>
            <a:xfrm>
              <a:off x="5121285" y="-931918"/>
              <a:ext cx="4563154" cy="2566774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0178D08A-4B61-4228-98F1-B44622693EAE}"/>
                </a:ext>
              </a:extLst>
            </p:cNvPr>
            <p:cNvSpPr/>
            <p:nvPr/>
          </p:nvSpPr>
          <p:spPr>
            <a:xfrm>
              <a:off x="10360977" y="-931918"/>
              <a:ext cx="4563154" cy="2566774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0EFE9BE6-C69A-4AB2-8D95-A8471BA470F3}"/>
                </a:ext>
              </a:extLst>
            </p:cNvPr>
            <p:cNvSpPr/>
            <p:nvPr/>
          </p:nvSpPr>
          <p:spPr>
            <a:xfrm>
              <a:off x="-5358099" y="2145613"/>
              <a:ext cx="4563154" cy="2566774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C4108467-4106-44F8-AE72-347FC0080291}"/>
                </a:ext>
              </a:extLst>
            </p:cNvPr>
            <p:cNvSpPr/>
            <p:nvPr/>
          </p:nvSpPr>
          <p:spPr>
            <a:xfrm>
              <a:off x="-118407" y="2145613"/>
              <a:ext cx="4563154" cy="2566774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0B753664-4C22-4617-BDB9-99C1FA7772F7}"/>
                </a:ext>
              </a:extLst>
            </p:cNvPr>
            <p:cNvSpPr/>
            <p:nvPr/>
          </p:nvSpPr>
          <p:spPr>
            <a:xfrm>
              <a:off x="5121285" y="2145613"/>
              <a:ext cx="4563154" cy="2566774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A9CB260E-8D66-486C-B8E0-BE5F72F88FC3}"/>
                </a:ext>
              </a:extLst>
            </p:cNvPr>
            <p:cNvSpPr/>
            <p:nvPr/>
          </p:nvSpPr>
          <p:spPr>
            <a:xfrm>
              <a:off x="10360977" y="2145613"/>
              <a:ext cx="4563154" cy="2566774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EE77D891-C884-4445-94D6-EBBE60AD9583}"/>
                </a:ext>
              </a:extLst>
            </p:cNvPr>
            <p:cNvSpPr/>
            <p:nvPr/>
          </p:nvSpPr>
          <p:spPr>
            <a:xfrm>
              <a:off x="-5358099" y="5223145"/>
              <a:ext cx="4563154" cy="2566774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C7136BF0-68AD-4E9F-A382-EA26031C3553}"/>
                </a:ext>
              </a:extLst>
            </p:cNvPr>
            <p:cNvSpPr/>
            <p:nvPr/>
          </p:nvSpPr>
          <p:spPr>
            <a:xfrm>
              <a:off x="-118407" y="5223145"/>
              <a:ext cx="4563154" cy="2566774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4C46006D-A0B1-4EF2-86EC-04151241032D}"/>
                </a:ext>
              </a:extLst>
            </p:cNvPr>
            <p:cNvSpPr/>
            <p:nvPr/>
          </p:nvSpPr>
          <p:spPr>
            <a:xfrm>
              <a:off x="5121285" y="5223145"/>
              <a:ext cx="4563154" cy="2566774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3B7ADCEF-6ACB-49BC-AA4F-4D3CFDA20461}"/>
                </a:ext>
              </a:extLst>
            </p:cNvPr>
            <p:cNvSpPr/>
            <p:nvPr/>
          </p:nvSpPr>
          <p:spPr>
            <a:xfrm>
              <a:off x="10360977" y="5223145"/>
              <a:ext cx="4563154" cy="2566774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C36391BE-0173-4E86-AA65-9554C164910A}"/>
                </a:ext>
              </a:extLst>
            </p:cNvPr>
            <p:cNvSpPr/>
            <p:nvPr/>
          </p:nvSpPr>
          <p:spPr>
            <a:xfrm>
              <a:off x="-5358099" y="8300676"/>
              <a:ext cx="4563154" cy="2566774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0EE2B3A7-56A4-431C-97C6-E141399ED409}"/>
                </a:ext>
              </a:extLst>
            </p:cNvPr>
            <p:cNvSpPr/>
            <p:nvPr/>
          </p:nvSpPr>
          <p:spPr>
            <a:xfrm>
              <a:off x="-118407" y="8300676"/>
              <a:ext cx="4563154" cy="2566774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D75BC005-A1CD-47A1-BBD6-0BF06368600B}"/>
                </a:ext>
              </a:extLst>
            </p:cNvPr>
            <p:cNvSpPr/>
            <p:nvPr/>
          </p:nvSpPr>
          <p:spPr>
            <a:xfrm>
              <a:off x="5121285" y="8300676"/>
              <a:ext cx="4563154" cy="2566774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3B34E0F6-DBB6-43E2-AD80-CC2B5176C3F0}"/>
                </a:ext>
              </a:extLst>
            </p:cNvPr>
            <p:cNvSpPr/>
            <p:nvPr/>
          </p:nvSpPr>
          <p:spPr>
            <a:xfrm>
              <a:off x="10360977" y="8300676"/>
              <a:ext cx="4563154" cy="2566774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92153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>
            <a:extLst>
              <a:ext uri="{FF2B5EF4-FFF2-40B4-BE49-F238E27FC236}">
                <a16:creationId xmlns:a16="http://schemas.microsoft.com/office/drawing/2014/main" id="{0992E4E6-E77C-49E7-A9CF-A649920F635F}"/>
              </a:ext>
            </a:extLst>
          </p:cNvPr>
          <p:cNvGrpSpPr/>
          <p:nvPr/>
        </p:nvGrpSpPr>
        <p:grpSpPr>
          <a:xfrm>
            <a:off x="-2814071" y="-6482044"/>
            <a:ext cx="18678271" cy="16070705"/>
            <a:chOff x="-3243135" y="-3914690"/>
            <a:chExt cx="18678271" cy="16070705"/>
          </a:xfrm>
          <a:solidFill>
            <a:srgbClr val="92D050"/>
          </a:solidFill>
          <a:effectLst>
            <a:outerShdw blurRad="381000" dir="9600000" sx="101000" sy="101000" algn="ctr" rotWithShape="0">
              <a:prstClr val="black">
                <a:alpha val="20000"/>
              </a:prstClr>
            </a:outerShdw>
          </a:effectLst>
          <a:scene3d>
            <a:camera prst="perspectiveRelaxedModerately" fov="1800000">
              <a:rot lat="19490639" lon="18600000" rev="3600000"/>
            </a:camera>
            <a:lightRig rig="twoPt" dir="t">
              <a:rot lat="0" lon="0" rev="7800000"/>
            </a:lightRig>
          </a:scene3d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398B23F0-211B-4E03-A45E-DD49C616545D}"/>
                </a:ext>
              </a:extLst>
            </p:cNvPr>
            <p:cNvSpPr/>
            <p:nvPr/>
          </p:nvSpPr>
          <p:spPr>
            <a:xfrm>
              <a:off x="-3243135" y="4758686"/>
              <a:ext cx="5446228" cy="306064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571500" prstMaterial="flat">
              <a:extrusionClr>
                <a:schemeClr val="bg1">
                  <a:lumMod val="95000"/>
                </a:schemeClr>
              </a:extrusionClr>
              <a:contourClr>
                <a:schemeClr val="bg1">
                  <a:lumMod val="85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F0351306-63CB-4DF8-9FD9-0ACCB68C7282}"/>
                </a:ext>
              </a:extLst>
            </p:cNvPr>
            <p:cNvSpPr/>
            <p:nvPr/>
          </p:nvSpPr>
          <p:spPr>
            <a:xfrm>
              <a:off x="3372887" y="4758686"/>
              <a:ext cx="5446228" cy="3060642"/>
            </a:xfrm>
            <a:prstGeom prst="rect">
              <a:avLst/>
            </a:prstGeom>
            <a:blipFill dpi="0" rotWithShape="0">
              <a:blip r:embed="rId2"/>
              <a:srcRect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381000" prstMaterial="flat">
              <a:extrusionClr>
                <a:schemeClr val="bg1">
                  <a:lumMod val="95000"/>
                </a:schemeClr>
              </a:extrusionClr>
              <a:contourClr>
                <a:schemeClr val="bg1">
                  <a:lumMod val="85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D77FB2F9-DD26-4020-A6BD-FDC366241087}"/>
                </a:ext>
              </a:extLst>
            </p:cNvPr>
            <p:cNvSpPr/>
            <p:nvPr/>
          </p:nvSpPr>
          <p:spPr>
            <a:xfrm>
              <a:off x="9988908" y="4758686"/>
              <a:ext cx="5446228" cy="3060642"/>
            </a:xfrm>
            <a:prstGeom prst="rect">
              <a:avLst/>
            </a:prstGeom>
            <a:blipFill dpi="0" rotWithShape="0">
              <a:blip r:embed="rId2"/>
              <a:srcRect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90500" prstMaterial="flat">
              <a:extrusionClr>
                <a:schemeClr val="bg1">
                  <a:lumMod val="95000"/>
                </a:schemeClr>
              </a:extrusionClr>
              <a:contourClr>
                <a:schemeClr val="bg1">
                  <a:lumMod val="85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AA0FCC1C-E33A-4D51-B1D7-60C02E389191}"/>
                </a:ext>
              </a:extLst>
            </p:cNvPr>
            <p:cNvSpPr/>
            <p:nvPr/>
          </p:nvSpPr>
          <p:spPr>
            <a:xfrm flipH="1" flipV="1">
              <a:off x="9988908" y="421998"/>
              <a:ext cx="5446228" cy="3060642"/>
            </a:xfrm>
            <a:prstGeom prst="rect">
              <a:avLst/>
            </a:prstGeom>
            <a:blipFill dpi="0" rotWithShape="0">
              <a:blip r:embed="rId2"/>
              <a:srcRect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90500" prstMaterial="flat">
              <a:extrusionClr>
                <a:schemeClr val="bg1">
                  <a:lumMod val="95000"/>
                </a:schemeClr>
              </a:extrusionClr>
              <a:contourClr>
                <a:schemeClr val="bg1">
                  <a:lumMod val="85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D9EA4E5B-53B1-4B30-8860-0158BBA0A921}"/>
                </a:ext>
              </a:extLst>
            </p:cNvPr>
            <p:cNvSpPr/>
            <p:nvPr/>
          </p:nvSpPr>
          <p:spPr>
            <a:xfrm>
              <a:off x="-3243135" y="421998"/>
              <a:ext cx="5446228" cy="306064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571500" prstMaterial="flat">
              <a:extrusionClr>
                <a:schemeClr val="bg1">
                  <a:lumMod val="95000"/>
                </a:schemeClr>
              </a:extrusionClr>
              <a:contourClr>
                <a:schemeClr val="bg1">
                  <a:lumMod val="85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4CA0745C-7E5C-46AC-91BD-14E7D234AFBC}"/>
                </a:ext>
              </a:extLst>
            </p:cNvPr>
            <p:cNvSpPr/>
            <p:nvPr/>
          </p:nvSpPr>
          <p:spPr>
            <a:xfrm>
              <a:off x="3372887" y="421998"/>
              <a:ext cx="5446228" cy="306064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381000" prstMaterial="flat">
              <a:extrusionClr>
                <a:schemeClr val="bg1">
                  <a:lumMod val="95000"/>
                </a:schemeClr>
              </a:extrusionClr>
              <a:contourClr>
                <a:schemeClr val="bg1">
                  <a:lumMod val="85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53F83108-D74E-4EF0-9167-695F161FC594}"/>
                </a:ext>
              </a:extLst>
            </p:cNvPr>
            <p:cNvSpPr/>
            <p:nvPr/>
          </p:nvSpPr>
          <p:spPr>
            <a:xfrm>
              <a:off x="-3243135" y="-3914690"/>
              <a:ext cx="5446228" cy="306064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571500" prstMaterial="flat">
              <a:extrusionClr>
                <a:schemeClr val="bg1">
                  <a:lumMod val="95000"/>
                </a:schemeClr>
              </a:extrusionClr>
              <a:contourClr>
                <a:schemeClr val="bg1">
                  <a:lumMod val="85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D08F5242-A219-4CAC-A0B2-6DEAC9DC4B5F}"/>
                </a:ext>
              </a:extLst>
            </p:cNvPr>
            <p:cNvSpPr/>
            <p:nvPr/>
          </p:nvSpPr>
          <p:spPr>
            <a:xfrm>
              <a:off x="3372887" y="-3914690"/>
              <a:ext cx="5446228" cy="306064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381000" prstMaterial="flat">
              <a:extrusionClr>
                <a:schemeClr val="bg1">
                  <a:lumMod val="95000"/>
                </a:schemeClr>
              </a:extrusionClr>
              <a:contourClr>
                <a:schemeClr val="bg1">
                  <a:lumMod val="85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60CBDCE7-B624-4B69-B776-D0E4FB47E002}"/>
                </a:ext>
              </a:extLst>
            </p:cNvPr>
            <p:cNvSpPr/>
            <p:nvPr/>
          </p:nvSpPr>
          <p:spPr>
            <a:xfrm>
              <a:off x="9988908" y="-3914690"/>
              <a:ext cx="5446228" cy="306064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90500" prstMaterial="flat">
              <a:extrusionClr>
                <a:schemeClr val="bg1">
                  <a:lumMod val="95000"/>
                </a:schemeClr>
              </a:extrusionClr>
              <a:contourClr>
                <a:schemeClr val="bg1">
                  <a:lumMod val="85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694B2C33-981A-40E0-BE0C-7772D7E6CF08}"/>
                </a:ext>
              </a:extLst>
            </p:cNvPr>
            <p:cNvSpPr/>
            <p:nvPr/>
          </p:nvSpPr>
          <p:spPr>
            <a:xfrm>
              <a:off x="-3243135" y="9095373"/>
              <a:ext cx="5446228" cy="306064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571500" prstMaterial="flat">
              <a:extrusionClr>
                <a:schemeClr val="bg1">
                  <a:lumMod val="95000"/>
                </a:schemeClr>
              </a:extrusionClr>
              <a:contourClr>
                <a:schemeClr val="bg1">
                  <a:lumMod val="85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E73CAC1C-CD71-4EAC-BFFF-59A2848D9219}"/>
                </a:ext>
              </a:extLst>
            </p:cNvPr>
            <p:cNvSpPr/>
            <p:nvPr/>
          </p:nvSpPr>
          <p:spPr>
            <a:xfrm>
              <a:off x="3372887" y="9095373"/>
              <a:ext cx="5446228" cy="306064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381000" prstMaterial="flat">
              <a:extrusionClr>
                <a:schemeClr val="bg1">
                  <a:lumMod val="95000"/>
                </a:schemeClr>
              </a:extrusionClr>
              <a:contourClr>
                <a:schemeClr val="bg1">
                  <a:lumMod val="85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A7B31EED-1A2D-45F6-9B3B-73ED39619738}"/>
                </a:ext>
              </a:extLst>
            </p:cNvPr>
            <p:cNvSpPr/>
            <p:nvPr/>
          </p:nvSpPr>
          <p:spPr>
            <a:xfrm>
              <a:off x="9988908" y="9095373"/>
              <a:ext cx="5446228" cy="306064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90500" prstMaterial="flat">
              <a:extrusionClr>
                <a:schemeClr val="bg1">
                  <a:lumMod val="95000"/>
                </a:schemeClr>
              </a:extrusionClr>
              <a:contourClr>
                <a:schemeClr val="bg1">
                  <a:lumMod val="85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85129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8744270-27D7-427A-A3B3-A2ED530C10BF}"/>
              </a:ext>
            </a:extLst>
          </p:cNvPr>
          <p:cNvGrpSpPr/>
          <p:nvPr/>
        </p:nvGrpSpPr>
        <p:grpSpPr>
          <a:xfrm>
            <a:off x="-5580187" y="-4599717"/>
            <a:ext cx="21659064" cy="16057434"/>
            <a:chOff x="-3598461" y="-4862521"/>
            <a:chExt cx="19388922" cy="14374414"/>
          </a:xfrm>
          <a:solidFill>
            <a:schemeClr val="bg1"/>
          </a:solidFill>
          <a:effectLst>
            <a:outerShdw blurRad="381000" dist="63500" dir="9600000" sx="102000" sy="102000" algn="ctr" rotWithShape="0">
              <a:prstClr val="black">
                <a:alpha val="40000"/>
              </a:prstClr>
            </a:outerShdw>
          </a:effectLst>
          <a:scene3d>
            <a:camera prst="perspectiveRelaxedModerately" fov="2400000">
              <a:rot lat="19800000" lon="18600000" rev="3600000"/>
            </a:camera>
            <a:lightRig rig="glow" dir="t">
              <a:rot lat="0" lon="0" rev="10200000"/>
            </a:lightRig>
          </a:scene3d>
        </p:grpSpPr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8F0078A0-61EA-4B63-BEED-C02085D13A54}"/>
                </a:ext>
              </a:extLst>
            </p:cNvPr>
            <p:cNvSpPr/>
            <p:nvPr/>
          </p:nvSpPr>
          <p:spPr>
            <a:xfrm>
              <a:off x="-3598461" y="-4862521"/>
              <a:ext cx="3669846" cy="2064288"/>
            </a:xfrm>
            <a:prstGeom prst="rect">
              <a:avLst/>
            </a:prstGeom>
            <a:grpFill/>
            <a:ln w="0" cap="flat" cmpd="sng" algn="ctr">
              <a:noFill/>
              <a:prstDash val="solid"/>
              <a:miter lim="800000"/>
            </a:ln>
            <a:effectLst/>
            <a:sp3d extrusionH="381000" prstMaterial="flat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69DB7655-A2F3-4D71-8DB1-C27B78118C20}"/>
                </a:ext>
              </a:extLst>
            </p:cNvPr>
            <p:cNvSpPr/>
            <p:nvPr/>
          </p:nvSpPr>
          <p:spPr>
            <a:xfrm>
              <a:off x="1641231" y="-4862521"/>
              <a:ext cx="3669846" cy="2064288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381000" prstMaterial="flat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F30192DB-22FC-460F-A306-7FA69147059B}"/>
                </a:ext>
              </a:extLst>
            </p:cNvPr>
            <p:cNvSpPr/>
            <p:nvPr/>
          </p:nvSpPr>
          <p:spPr>
            <a:xfrm>
              <a:off x="6880923" y="-4862521"/>
              <a:ext cx="3669846" cy="2064288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381000" prstMaterial="flat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402F9C21-552A-4260-961C-CA38CD566DA6}"/>
                </a:ext>
              </a:extLst>
            </p:cNvPr>
            <p:cNvSpPr/>
            <p:nvPr/>
          </p:nvSpPr>
          <p:spPr>
            <a:xfrm>
              <a:off x="12120615" y="-4862521"/>
              <a:ext cx="3669846" cy="2064288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381000" prstMaterial="flat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637317F2-B00B-40D0-80E5-CA9834DDBB33}"/>
                </a:ext>
              </a:extLst>
            </p:cNvPr>
            <p:cNvSpPr/>
            <p:nvPr/>
          </p:nvSpPr>
          <p:spPr>
            <a:xfrm>
              <a:off x="1641231" y="-1784989"/>
              <a:ext cx="3669846" cy="2064288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381000" prstMaterial="flat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0B31456E-4298-49C2-8CA5-9E37EE38F575}"/>
                </a:ext>
              </a:extLst>
            </p:cNvPr>
            <p:cNvSpPr/>
            <p:nvPr/>
          </p:nvSpPr>
          <p:spPr>
            <a:xfrm>
              <a:off x="6880923" y="-1784989"/>
              <a:ext cx="3669846" cy="2064288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381000" prstMaterial="flat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0178D08A-4B61-4228-98F1-B44622693EAE}"/>
                </a:ext>
              </a:extLst>
            </p:cNvPr>
            <p:cNvSpPr/>
            <p:nvPr/>
          </p:nvSpPr>
          <p:spPr>
            <a:xfrm>
              <a:off x="12120615" y="-1784989"/>
              <a:ext cx="3669846" cy="2064288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381000" prstMaterial="flat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C4108467-4106-44F8-AE72-347FC0080291}"/>
                </a:ext>
              </a:extLst>
            </p:cNvPr>
            <p:cNvSpPr/>
            <p:nvPr/>
          </p:nvSpPr>
          <p:spPr>
            <a:xfrm>
              <a:off x="1641231" y="1292542"/>
              <a:ext cx="3669846" cy="2064288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381000" prstMaterial="flat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0B753664-4C22-4617-BDB9-99C1FA7772F7}"/>
                </a:ext>
              </a:extLst>
            </p:cNvPr>
            <p:cNvSpPr/>
            <p:nvPr/>
          </p:nvSpPr>
          <p:spPr>
            <a:xfrm>
              <a:off x="6880923" y="1292542"/>
              <a:ext cx="3669846" cy="2064288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381000" prstMaterial="flat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A9CB260E-8D66-486C-B8E0-BE5F72F88FC3}"/>
                </a:ext>
              </a:extLst>
            </p:cNvPr>
            <p:cNvSpPr/>
            <p:nvPr/>
          </p:nvSpPr>
          <p:spPr>
            <a:xfrm>
              <a:off x="12120615" y="1292542"/>
              <a:ext cx="3669846" cy="2064288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381000" prstMaterial="flat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C7136BF0-68AD-4E9F-A382-EA26031C3553}"/>
                </a:ext>
              </a:extLst>
            </p:cNvPr>
            <p:cNvSpPr/>
            <p:nvPr/>
          </p:nvSpPr>
          <p:spPr>
            <a:xfrm>
              <a:off x="1641231" y="4370074"/>
              <a:ext cx="3669846" cy="2064288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381000" prstMaterial="flat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4C46006D-A0B1-4EF2-86EC-04151241032D}"/>
                </a:ext>
              </a:extLst>
            </p:cNvPr>
            <p:cNvSpPr/>
            <p:nvPr/>
          </p:nvSpPr>
          <p:spPr>
            <a:xfrm>
              <a:off x="6880923" y="4370074"/>
              <a:ext cx="3669846" cy="2064288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381000" prstMaterial="flat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3B7ADCEF-6ACB-49BC-AA4F-4D3CFDA20461}"/>
                </a:ext>
              </a:extLst>
            </p:cNvPr>
            <p:cNvSpPr/>
            <p:nvPr/>
          </p:nvSpPr>
          <p:spPr>
            <a:xfrm>
              <a:off x="12120615" y="4370074"/>
              <a:ext cx="3669846" cy="2064288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381000" prstMaterial="flat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0EE2B3A7-56A4-431C-97C6-E141399ED409}"/>
                </a:ext>
              </a:extLst>
            </p:cNvPr>
            <p:cNvSpPr/>
            <p:nvPr/>
          </p:nvSpPr>
          <p:spPr>
            <a:xfrm>
              <a:off x="1641231" y="7447605"/>
              <a:ext cx="3669846" cy="2064288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381000" prstMaterial="flat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D75BC005-A1CD-47A1-BBD6-0BF06368600B}"/>
                </a:ext>
              </a:extLst>
            </p:cNvPr>
            <p:cNvSpPr/>
            <p:nvPr/>
          </p:nvSpPr>
          <p:spPr>
            <a:xfrm>
              <a:off x="6880923" y="7447605"/>
              <a:ext cx="3669846" cy="2064288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381000" prstMaterial="flat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3B34E0F6-DBB6-43E2-AD80-CC2B5176C3F0}"/>
                </a:ext>
              </a:extLst>
            </p:cNvPr>
            <p:cNvSpPr/>
            <p:nvPr/>
          </p:nvSpPr>
          <p:spPr>
            <a:xfrm>
              <a:off x="12120615" y="7447605"/>
              <a:ext cx="3669846" cy="2064288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>
              <a:outerShdw blurRad="50800" dir="5400000" algn="ctr" rotWithShape="0">
                <a:srgbClr val="000000">
                  <a:alpha val="43137"/>
                </a:srgbClr>
              </a:outerShdw>
            </a:effectLst>
            <a:sp3d extrusionH="381000" prstMaterial="flat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04638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8C269E73-B440-41BD-8063-D6EA189991D0}"/>
              </a:ext>
            </a:extLst>
          </p:cNvPr>
          <p:cNvGrpSpPr/>
          <p:nvPr/>
        </p:nvGrpSpPr>
        <p:grpSpPr>
          <a:xfrm>
            <a:off x="-1259970" y="-2983271"/>
            <a:ext cx="14711940" cy="12824541"/>
            <a:chOff x="15834" y="8906"/>
            <a:chExt cx="53141720" cy="46324151"/>
          </a:xfrm>
          <a:effectLst>
            <a:outerShdw blurRad="381000" dist="63500" dir="9600000" sx="103000" sy="103000" rotWithShape="0">
              <a:prstClr val="black">
                <a:alpha val="40000"/>
              </a:prstClr>
            </a:outerShdw>
          </a:effectLst>
          <a:scene3d>
            <a:camera prst="orthographicFront">
              <a:rot lat="19800000" lon="18600000" rev="3600000"/>
            </a:camera>
            <a:lightRig rig="glow" dir="t">
              <a:rot lat="0" lon="0" rev="10200000"/>
            </a:lightRig>
          </a:scene3d>
        </p:grpSpPr>
        <p:pic>
          <p:nvPicPr>
            <p:cNvPr id="65" name="图片 64" descr="鹿的照片上写着字&#10;&#10;描述已自动生成">
              <a:extLst>
                <a:ext uri="{FF2B5EF4-FFF2-40B4-BE49-F238E27FC236}">
                  <a16:creationId xmlns:a16="http://schemas.microsoft.com/office/drawing/2014/main" id="{A4AC7BC4-59A6-4043-B0A5-DB5C365C5E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34" y="8906"/>
              <a:ext cx="12160332" cy="6840187"/>
            </a:xfrm>
            <a:prstGeom prst="rect">
              <a:avLst/>
            </a:prstGeom>
            <a:sp3d extrusionH="381000" prstMaterial="flat">
              <a:extrusionClr>
                <a:schemeClr val="bg1"/>
              </a:extrusionClr>
            </a:sp3d>
          </p:spPr>
        </p:pic>
        <p:pic>
          <p:nvPicPr>
            <p:cNvPr id="67" name="图片 66" descr="图片包含 动物, 游戏机&#10;&#10;描述已自动生成">
              <a:extLst>
                <a:ext uri="{FF2B5EF4-FFF2-40B4-BE49-F238E27FC236}">
                  <a16:creationId xmlns:a16="http://schemas.microsoft.com/office/drawing/2014/main" id="{90C30400-F6D6-400D-B5CB-19C605BCAC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76297" y="8906"/>
              <a:ext cx="12160332" cy="6840187"/>
            </a:xfrm>
            <a:prstGeom prst="rect">
              <a:avLst/>
            </a:prstGeom>
            <a:sp3d extrusionH="381000" prstMaterial="flat">
              <a:extrusionClr>
                <a:schemeClr val="bg1"/>
              </a:extrusionClr>
            </a:sp3d>
          </p:spPr>
        </p:pic>
        <p:pic>
          <p:nvPicPr>
            <p:cNvPr id="69" name="图片 68" descr="图形用户界面, 网站&#10;&#10;描述已自动生成">
              <a:extLst>
                <a:ext uri="{FF2B5EF4-FFF2-40B4-BE49-F238E27FC236}">
                  <a16:creationId xmlns:a16="http://schemas.microsoft.com/office/drawing/2014/main" id="{5ADE6005-4862-4BB9-A2C5-5454A1749D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336759" y="8906"/>
              <a:ext cx="12160332" cy="6840187"/>
            </a:xfrm>
            <a:prstGeom prst="rect">
              <a:avLst/>
            </a:prstGeom>
            <a:sp3d extrusionH="381000" prstMaterial="flat">
              <a:extrusionClr>
                <a:schemeClr val="bg1"/>
              </a:extrusionClr>
            </a:sp3d>
          </p:spPr>
        </p:pic>
        <p:pic>
          <p:nvPicPr>
            <p:cNvPr id="71" name="图片 70" descr="图形用户界面, 网站&#10;&#10;描述已自动生成">
              <a:extLst>
                <a:ext uri="{FF2B5EF4-FFF2-40B4-BE49-F238E27FC236}">
                  <a16:creationId xmlns:a16="http://schemas.microsoft.com/office/drawing/2014/main" id="{D7A043CA-7048-4295-B7E3-1BBE5EAC56A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97222" y="8906"/>
              <a:ext cx="12160332" cy="6840187"/>
            </a:xfrm>
            <a:prstGeom prst="rect">
              <a:avLst/>
            </a:prstGeom>
            <a:sp3d extrusionH="381000" prstMaterial="flat">
              <a:extrusionClr>
                <a:schemeClr val="bg1"/>
              </a:extrusionClr>
            </a:sp3d>
          </p:spPr>
        </p:pic>
        <p:pic>
          <p:nvPicPr>
            <p:cNvPr id="73" name="图片 72">
              <a:extLst>
                <a:ext uri="{FF2B5EF4-FFF2-40B4-BE49-F238E27FC236}">
                  <a16:creationId xmlns:a16="http://schemas.microsoft.com/office/drawing/2014/main" id="{6C167D39-909C-4390-B96E-CC80D086E38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34" y="9879898"/>
              <a:ext cx="12160332" cy="6840187"/>
            </a:xfrm>
            <a:prstGeom prst="rect">
              <a:avLst/>
            </a:prstGeom>
            <a:sp3d extrusionH="381000" prstMaterial="flat">
              <a:extrusionClr>
                <a:schemeClr val="bg1"/>
              </a:extrusionClr>
            </a:sp3d>
          </p:spPr>
        </p:pic>
        <p:pic>
          <p:nvPicPr>
            <p:cNvPr id="75" name="图片 74">
              <a:extLst>
                <a:ext uri="{FF2B5EF4-FFF2-40B4-BE49-F238E27FC236}">
                  <a16:creationId xmlns:a16="http://schemas.microsoft.com/office/drawing/2014/main" id="{52FCF80F-55D4-49DD-906E-0375421D019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76297" y="9879898"/>
              <a:ext cx="12160332" cy="6840187"/>
            </a:xfrm>
            <a:prstGeom prst="rect">
              <a:avLst/>
            </a:prstGeom>
            <a:sp3d extrusionH="381000" prstMaterial="flat">
              <a:extrusionClr>
                <a:schemeClr val="bg1"/>
              </a:extrusionClr>
            </a:sp3d>
          </p:spPr>
        </p:pic>
        <p:pic>
          <p:nvPicPr>
            <p:cNvPr id="77" name="图片 76" descr="图片包含 游戏机, 动物&#10;&#10;描述已自动生成">
              <a:extLst>
                <a:ext uri="{FF2B5EF4-FFF2-40B4-BE49-F238E27FC236}">
                  <a16:creationId xmlns:a16="http://schemas.microsoft.com/office/drawing/2014/main" id="{6EC0A455-A18D-4568-91D8-4A9977D09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336759" y="9879898"/>
              <a:ext cx="12160332" cy="6840187"/>
            </a:xfrm>
            <a:prstGeom prst="rect">
              <a:avLst/>
            </a:prstGeom>
            <a:sp3d extrusionH="381000" prstMaterial="flat">
              <a:extrusionClr>
                <a:schemeClr val="bg1"/>
              </a:extrusionClr>
            </a:sp3d>
          </p:spPr>
        </p:pic>
        <p:pic>
          <p:nvPicPr>
            <p:cNvPr id="79" name="图片 78" descr="图片包含 网站&#10;&#10;描述已自动生成">
              <a:extLst>
                <a:ext uri="{FF2B5EF4-FFF2-40B4-BE49-F238E27FC236}">
                  <a16:creationId xmlns:a16="http://schemas.microsoft.com/office/drawing/2014/main" id="{12D7EFE3-8F0F-4BBA-88A3-63F7CCA18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97222" y="9879898"/>
              <a:ext cx="12160332" cy="6840187"/>
            </a:xfrm>
            <a:prstGeom prst="rect">
              <a:avLst/>
            </a:prstGeom>
            <a:sp3d extrusionH="381000" prstMaterial="flat">
              <a:extrusionClr>
                <a:schemeClr val="bg1"/>
              </a:extrusionClr>
            </a:sp3d>
          </p:spPr>
        </p:pic>
        <p:pic>
          <p:nvPicPr>
            <p:cNvPr id="81" name="图片 80">
              <a:extLst>
                <a:ext uri="{FF2B5EF4-FFF2-40B4-BE49-F238E27FC236}">
                  <a16:creationId xmlns:a16="http://schemas.microsoft.com/office/drawing/2014/main" id="{38251E98-5667-4544-89B9-E7C5DF81AC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34" y="19750889"/>
              <a:ext cx="12160332" cy="6840187"/>
            </a:xfrm>
            <a:prstGeom prst="rect">
              <a:avLst/>
            </a:prstGeom>
            <a:sp3d extrusionH="381000" prstMaterial="flat">
              <a:extrusionClr>
                <a:schemeClr val="bg1"/>
              </a:extrusionClr>
            </a:sp3d>
          </p:spPr>
        </p:pic>
        <p:pic>
          <p:nvPicPr>
            <p:cNvPr id="83" name="图片 82" descr="图片包含 图示&#10;&#10;描述已自动生成">
              <a:extLst>
                <a:ext uri="{FF2B5EF4-FFF2-40B4-BE49-F238E27FC236}">
                  <a16:creationId xmlns:a16="http://schemas.microsoft.com/office/drawing/2014/main" id="{613887BB-E416-47EB-9D63-92920F0C84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76297" y="19750889"/>
              <a:ext cx="12160332" cy="6840187"/>
            </a:xfrm>
            <a:prstGeom prst="rect">
              <a:avLst/>
            </a:prstGeom>
            <a:sp3d extrusionH="381000" prstMaterial="flat">
              <a:extrusionClr>
                <a:schemeClr val="bg1"/>
              </a:extrusionClr>
            </a:sp3d>
          </p:spPr>
        </p:pic>
        <p:pic>
          <p:nvPicPr>
            <p:cNvPr id="85" name="图片 84">
              <a:extLst>
                <a:ext uri="{FF2B5EF4-FFF2-40B4-BE49-F238E27FC236}">
                  <a16:creationId xmlns:a16="http://schemas.microsoft.com/office/drawing/2014/main" id="{23CC4440-FF11-4E7A-9302-524E86C1D3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336759" y="19750889"/>
              <a:ext cx="12160332" cy="6840187"/>
            </a:xfrm>
            <a:prstGeom prst="rect">
              <a:avLst/>
            </a:prstGeom>
            <a:sp3d extrusionH="381000" prstMaterial="flat">
              <a:extrusionClr>
                <a:schemeClr val="bg1"/>
              </a:extrusionClr>
            </a:sp3d>
          </p:spPr>
        </p:pic>
        <p:pic>
          <p:nvPicPr>
            <p:cNvPr id="87" name="图片 86">
              <a:extLst>
                <a:ext uri="{FF2B5EF4-FFF2-40B4-BE49-F238E27FC236}">
                  <a16:creationId xmlns:a16="http://schemas.microsoft.com/office/drawing/2014/main" id="{4E601B7B-1879-4511-8536-909FDA0AA4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97222" y="19750889"/>
              <a:ext cx="12160332" cy="6840187"/>
            </a:xfrm>
            <a:prstGeom prst="rect">
              <a:avLst/>
            </a:prstGeom>
            <a:sp3d extrusionH="381000" prstMaterial="flat">
              <a:extrusionClr>
                <a:schemeClr val="bg1"/>
              </a:extrusionClr>
            </a:sp3d>
          </p:spPr>
        </p:pic>
        <p:pic>
          <p:nvPicPr>
            <p:cNvPr id="89" name="图片 88" descr="图形用户界面, 网站&#10;&#10;描述已自动生成">
              <a:extLst>
                <a:ext uri="{FF2B5EF4-FFF2-40B4-BE49-F238E27FC236}">
                  <a16:creationId xmlns:a16="http://schemas.microsoft.com/office/drawing/2014/main" id="{03D8FA34-DDAA-4295-8326-19152AEE23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34" y="29621879"/>
              <a:ext cx="12160332" cy="6840187"/>
            </a:xfrm>
            <a:prstGeom prst="rect">
              <a:avLst/>
            </a:prstGeom>
            <a:sp3d extrusionH="381000" prstMaterial="flat">
              <a:extrusionClr>
                <a:schemeClr val="bg1"/>
              </a:extrusionClr>
            </a:sp3d>
          </p:spPr>
        </p:pic>
        <p:pic>
          <p:nvPicPr>
            <p:cNvPr id="91" name="图片 90">
              <a:extLst>
                <a:ext uri="{FF2B5EF4-FFF2-40B4-BE49-F238E27FC236}">
                  <a16:creationId xmlns:a16="http://schemas.microsoft.com/office/drawing/2014/main" id="{D4F04CCE-7AE4-4B0E-97B5-B1BAB5A6E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76297" y="29621879"/>
              <a:ext cx="12160332" cy="6840187"/>
            </a:xfrm>
            <a:prstGeom prst="rect">
              <a:avLst/>
            </a:prstGeom>
            <a:sp3d extrusionH="381000" prstMaterial="flat">
              <a:extrusionClr>
                <a:schemeClr val="bg1"/>
              </a:extrusionClr>
            </a:sp3d>
          </p:spPr>
        </p:pic>
        <p:pic>
          <p:nvPicPr>
            <p:cNvPr id="93" name="图片 92" descr="图表&#10;&#10;描述已自动生成">
              <a:extLst>
                <a:ext uri="{FF2B5EF4-FFF2-40B4-BE49-F238E27FC236}">
                  <a16:creationId xmlns:a16="http://schemas.microsoft.com/office/drawing/2014/main" id="{84F0D1FE-E7B4-41F2-BF4E-B86ED7315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336759" y="29621879"/>
              <a:ext cx="12160332" cy="6840187"/>
            </a:xfrm>
            <a:prstGeom prst="rect">
              <a:avLst/>
            </a:prstGeom>
            <a:sp3d extrusionH="381000" prstMaterial="flat">
              <a:extrusionClr>
                <a:schemeClr val="bg1"/>
              </a:extrusionClr>
            </a:sp3d>
          </p:spPr>
        </p:pic>
        <p:pic>
          <p:nvPicPr>
            <p:cNvPr id="95" name="图片 94" descr="图形用户界面, 文本, 应用程序&#10;&#10;描述已自动生成">
              <a:extLst>
                <a:ext uri="{FF2B5EF4-FFF2-40B4-BE49-F238E27FC236}">
                  <a16:creationId xmlns:a16="http://schemas.microsoft.com/office/drawing/2014/main" id="{7C085586-B239-493C-BD9F-D6BB195A4B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97222" y="29621879"/>
              <a:ext cx="12160332" cy="6840187"/>
            </a:xfrm>
            <a:prstGeom prst="rect">
              <a:avLst/>
            </a:prstGeom>
            <a:sp3d extrusionH="381000" prstMaterial="flat">
              <a:extrusionClr>
                <a:schemeClr val="bg1"/>
              </a:extrusionClr>
            </a:sp3d>
          </p:spPr>
        </p:pic>
        <p:pic>
          <p:nvPicPr>
            <p:cNvPr id="97" name="图片 96" descr="图形用户界面, 网站&#10;&#10;描述已自动生成">
              <a:extLst>
                <a:ext uri="{FF2B5EF4-FFF2-40B4-BE49-F238E27FC236}">
                  <a16:creationId xmlns:a16="http://schemas.microsoft.com/office/drawing/2014/main" id="{743A2A43-D21E-491C-948C-09F167F3E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34" y="39492870"/>
              <a:ext cx="12160332" cy="6840187"/>
            </a:xfrm>
            <a:prstGeom prst="rect">
              <a:avLst/>
            </a:prstGeom>
            <a:sp3d extrusionH="381000" prstMaterial="flat">
              <a:extrusionClr>
                <a:schemeClr val="bg1"/>
              </a:extrusionClr>
            </a:sp3d>
          </p:spPr>
        </p:pic>
        <p:pic>
          <p:nvPicPr>
            <p:cNvPr id="99" name="图片 98" descr="图形用户界面, 网站&#10;&#10;描述已自动生成">
              <a:extLst>
                <a:ext uri="{FF2B5EF4-FFF2-40B4-BE49-F238E27FC236}">
                  <a16:creationId xmlns:a16="http://schemas.microsoft.com/office/drawing/2014/main" id="{022E4886-5C3E-479E-A1E0-E235C3F74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76297" y="39492870"/>
              <a:ext cx="12160332" cy="6840187"/>
            </a:xfrm>
            <a:prstGeom prst="rect">
              <a:avLst/>
            </a:prstGeom>
            <a:sp3d extrusionH="381000" prstMaterial="flat">
              <a:extrusionClr>
                <a:schemeClr val="bg1"/>
              </a:extrusionClr>
            </a:sp3d>
          </p:spPr>
        </p:pic>
        <p:pic>
          <p:nvPicPr>
            <p:cNvPr id="101" name="图片 100">
              <a:extLst>
                <a:ext uri="{FF2B5EF4-FFF2-40B4-BE49-F238E27FC236}">
                  <a16:creationId xmlns:a16="http://schemas.microsoft.com/office/drawing/2014/main" id="{3661414F-12E0-46ED-BFE2-D68C553490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336759" y="39492870"/>
              <a:ext cx="12160332" cy="6840187"/>
            </a:xfrm>
            <a:prstGeom prst="rect">
              <a:avLst/>
            </a:prstGeom>
            <a:sp3d extrusionH="381000" prstMaterial="flat">
              <a:extrusionClr>
                <a:schemeClr val="bg1"/>
              </a:extrusionClr>
            </a:sp3d>
          </p:spPr>
        </p:pic>
        <p:pic>
          <p:nvPicPr>
            <p:cNvPr id="103" name="图片 102" descr="图形用户界面, 网站&#10;&#10;描述已自动生成">
              <a:extLst>
                <a:ext uri="{FF2B5EF4-FFF2-40B4-BE49-F238E27FC236}">
                  <a16:creationId xmlns:a16="http://schemas.microsoft.com/office/drawing/2014/main" id="{6AF893E9-9BFC-446C-B78F-E84945CC5A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97222" y="39492870"/>
              <a:ext cx="12160332" cy="6840187"/>
            </a:xfrm>
            <a:prstGeom prst="rect">
              <a:avLst/>
            </a:prstGeom>
            <a:sp3d extrusionH="381000" prstMaterial="flat">
              <a:extrusionClr>
                <a:schemeClr val="bg1"/>
              </a:extrusionClr>
            </a:sp3d>
          </p:spPr>
        </p:pic>
      </p:grpSp>
    </p:spTree>
    <p:extLst>
      <p:ext uri="{BB962C8B-B14F-4D97-AF65-F5344CB8AC3E}">
        <p14:creationId xmlns:p14="http://schemas.microsoft.com/office/powerpoint/2010/main" val="618204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1D671C56-0D37-4936-9C14-4D42345BA4BE}"/>
              </a:ext>
            </a:extLst>
          </p:cNvPr>
          <p:cNvGrpSpPr/>
          <p:nvPr/>
        </p:nvGrpSpPr>
        <p:grpSpPr>
          <a:xfrm flipV="1">
            <a:off x="-4177766" y="-1618373"/>
            <a:ext cx="18953195" cy="11023013"/>
            <a:chOff x="-3380597" y="-657081"/>
            <a:chExt cx="18953195" cy="11023013"/>
          </a:xfrm>
          <a:effectLst/>
          <a:scene3d>
            <a:camera prst="perspectiveRelaxedModerately" fov="2100000">
              <a:rot lat="9000000" lon="1200000" rev="1200000"/>
            </a:camera>
            <a:lightRig rig="glow" dir="t"/>
          </a:scene3d>
        </p:grpSpPr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4C46006D-A0B1-4EF2-86EC-04151241032D}"/>
                </a:ext>
              </a:extLst>
            </p:cNvPr>
            <p:cNvSpPr/>
            <p:nvPr/>
          </p:nvSpPr>
          <p:spPr>
            <a:xfrm>
              <a:off x="-3380597" y="-657081"/>
              <a:ext cx="4391938" cy="247046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3B7ADCEF-6ACB-49BC-AA4F-4D3CFDA20461}"/>
                </a:ext>
              </a:extLst>
            </p:cNvPr>
            <p:cNvSpPr/>
            <p:nvPr/>
          </p:nvSpPr>
          <p:spPr>
            <a:xfrm>
              <a:off x="1473155" y="-657081"/>
              <a:ext cx="4391938" cy="2470464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D75BC005-A1CD-47A1-BBD6-0BF06368600B}"/>
                </a:ext>
              </a:extLst>
            </p:cNvPr>
            <p:cNvSpPr/>
            <p:nvPr/>
          </p:nvSpPr>
          <p:spPr>
            <a:xfrm>
              <a:off x="-3380597" y="2193769"/>
              <a:ext cx="4391938" cy="2470464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3B34E0F6-DBB6-43E2-AD80-CC2B5176C3F0}"/>
                </a:ext>
              </a:extLst>
            </p:cNvPr>
            <p:cNvSpPr/>
            <p:nvPr/>
          </p:nvSpPr>
          <p:spPr>
            <a:xfrm>
              <a:off x="1473155" y="2193769"/>
              <a:ext cx="4391938" cy="247046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0FD68BD5-1A7F-467F-AAE2-2F42ED711547}"/>
                </a:ext>
              </a:extLst>
            </p:cNvPr>
            <p:cNvSpPr/>
            <p:nvPr/>
          </p:nvSpPr>
          <p:spPr>
            <a:xfrm>
              <a:off x="6326907" y="-657081"/>
              <a:ext cx="4391938" cy="247046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AA72D624-A4DB-4850-9B54-B70EB2F35281}"/>
                </a:ext>
              </a:extLst>
            </p:cNvPr>
            <p:cNvSpPr/>
            <p:nvPr/>
          </p:nvSpPr>
          <p:spPr>
            <a:xfrm>
              <a:off x="11180660" y="-657081"/>
              <a:ext cx="4391938" cy="2470464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AAB743BA-4F7D-41CC-8323-7F59E93B2468}"/>
                </a:ext>
              </a:extLst>
            </p:cNvPr>
            <p:cNvSpPr/>
            <p:nvPr/>
          </p:nvSpPr>
          <p:spPr>
            <a:xfrm>
              <a:off x="6326907" y="2193769"/>
              <a:ext cx="4391938" cy="2470464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C389B414-0837-4CF1-8B9E-B1DBB4CB6D17}"/>
                </a:ext>
              </a:extLst>
            </p:cNvPr>
            <p:cNvSpPr/>
            <p:nvPr/>
          </p:nvSpPr>
          <p:spPr>
            <a:xfrm>
              <a:off x="11180660" y="2193769"/>
              <a:ext cx="4391938" cy="2470464"/>
            </a:xfrm>
            <a:prstGeom prst="rect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p3d extrusionH="127000" prstMaterial="flat"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680C32CF-1019-4470-A7B1-5EFD30034D40}"/>
                </a:ext>
              </a:extLst>
            </p:cNvPr>
            <p:cNvSpPr/>
            <p:nvPr/>
          </p:nvSpPr>
          <p:spPr>
            <a:xfrm>
              <a:off x="-3380597" y="5044618"/>
              <a:ext cx="4391938" cy="247046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0FA1A54E-5F99-408A-8C80-4ADEC4B9DBC8}"/>
                </a:ext>
              </a:extLst>
            </p:cNvPr>
            <p:cNvSpPr/>
            <p:nvPr/>
          </p:nvSpPr>
          <p:spPr>
            <a:xfrm>
              <a:off x="1473155" y="5044618"/>
              <a:ext cx="4391938" cy="2470464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54664594-8D82-44B7-AA94-75E4DEDEFBBA}"/>
                </a:ext>
              </a:extLst>
            </p:cNvPr>
            <p:cNvSpPr/>
            <p:nvPr/>
          </p:nvSpPr>
          <p:spPr>
            <a:xfrm>
              <a:off x="-3380597" y="7895468"/>
              <a:ext cx="4391938" cy="2470464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C6718DD4-0492-4E62-8F72-D1614519A0D7}"/>
                </a:ext>
              </a:extLst>
            </p:cNvPr>
            <p:cNvSpPr/>
            <p:nvPr/>
          </p:nvSpPr>
          <p:spPr>
            <a:xfrm>
              <a:off x="1473155" y="7895468"/>
              <a:ext cx="4391938" cy="247046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7EEF238F-DF6D-4DED-A0AC-ED1159CD5796}"/>
                </a:ext>
              </a:extLst>
            </p:cNvPr>
            <p:cNvSpPr/>
            <p:nvPr/>
          </p:nvSpPr>
          <p:spPr>
            <a:xfrm>
              <a:off x="6326907" y="5044618"/>
              <a:ext cx="4391938" cy="247046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7F40EA70-8765-47C3-B790-BF82CAF14979}"/>
                </a:ext>
              </a:extLst>
            </p:cNvPr>
            <p:cNvSpPr/>
            <p:nvPr/>
          </p:nvSpPr>
          <p:spPr>
            <a:xfrm>
              <a:off x="11180660" y="5044618"/>
              <a:ext cx="4391938" cy="2470464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387BD0AC-5DE9-49D7-A399-3CE1B84E3035}"/>
                </a:ext>
              </a:extLst>
            </p:cNvPr>
            <p:cNvSpPr/>
            <p:nvPr/>
          </p:nvSpPr>
          <p:spPr>
            <a:xfrm>
              <a:off x="6326907" y="7895468"/>
              <a:ext cx="4391938" cy="2470464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CBAF0496-6048-42E7-90D9-C1983966F009}"/>
                </a:ext>
              </a:extLst>
            </p:cNvPr>
            <p:cNvSpPr/>
            <p:nvPr/>
          </p:nvSpPr>
          <p:spPr>
            <a:xfrm>
              <a:off x="11180660" y="7895468"/>
              <a:ext cx="4391938" cy="2470464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 prstMaterial="flat"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1512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 78">
            <a:extLst>
              <a:ext uri="{FF2B5EF4-FFF2-40B4-BE49-F238E27FC236}">
                <a16:creationId xmlns:a16="http://schemas.microsoft.com/office/drawing/2014/main" id="{C70AE86D-F2D2-4BCC-8487-DEC2BC882FC3}"/>
              </a:ext>
            </a:extLst>
          </p:cNvPr>
          <p:cNvSpPr/>
          <p:nvPr/>
        </p:nvSpPr>
        <p:spPr>
          <a:xfrm>
            <a:off x="-4663440" y="-2042159"/>
            <a:ext cx="22189440" cy="16550640"/>
          </a:xfrm>
          <a:prstGeom prst="rect">
            <a:avLst/>
          </a:prstGeom>
          <a:blipFill dpi="0" rotWithShape="1">
            <a:blip r:embed="rId2">
              <a:alphaModFix amt="1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3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9E10CA0-B9F2-4179-A46D-96A9E0A5D8B8}"/>
              </a:ext>
            </a:extLst>
          </p:cNvPr>
          <p:cNvGrpSpPr/>
          <p:nvPr/>
        </p:nvGrpSpPr>
        <p:grpSpPr>
          <a:xfrm flipV="1">
            <a:off x="-3070672" y="-3333598"/>
            <a:ext cx="18333345" cy="13525197"/>
            <a:chOff x="-3070672" y="-3333598"/>
            <a:chExt cx="18333345" cy="13525197"/>
          </a:xfrm>
          <a:scene3d>
            <a:camera prst="perspectiveHeroicExtremeLeftFacing" fov="2100000">
              <a:rot lat="9000000" lon="1200000" rev="1200000"/>
            </a:camera>
            <a:lightRig rig="glow" dir="t"/>
          </a:scene3d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3614D06B-5AE8-4E29-BBD4-F3614590557A}"/>
                </a:ext>
              </a:extLst>
            </p:cNvPr>
            <p:cNvSpPr/>
            <p:nvPr/>
          </p:nvSpPr>
          <p:spPr>
            <a:xfrm>
              <a:off x="-3070672" y="-3333598"/>
              <a:ext cx="3772088" cy="2121798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84AF37EE-05FC-46B4-85D0-63E85A923DA1}"/>
                </a:ext>
              </a:extLst>
            </p:cNvPr>
            <p:cNvSpPr/>
            <p:nvPr/>
          </p:nvSpPr>
          <p:spPr>
            <a:xfrm>
              <a:off x="1783080" y="-3333598"/>
              <a:ext cx="3772088" cy="2121798"/>
            </a:xfrm>
            <a:prstGeom prst="rect">
              <a:avLst/>
            </a:prstGeom>
            <a:blipFill>
              <a:blip r:embed="rId5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9B56AB89-65ED-4991-B1F9-F170F6759DAE}"/>
                </a:ext>
              </a:extLst>
            </p:cNvPr>
            <p:cNvSpPr/>
            <p:nvPr/>
          </p:nvSpPr>
          <p:spPr>
            <a:xfrm>
              <a:off x="-3070672" y="-482748"/>
              <a:ext cx="3772088" cy="2121798"/>
            </a:xfrm>
            <a:prstGeom prst="rect">
              <a:avLst/>
            </a:prstGeom>
            <a:blipFill>
              <a:blip r:embed="rId5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C8438BAC-3F07-4633-9449-7861BDA4A16B}"/>
                </a:ext>
              </a:extLst>
            </p:cNvPr>
            <p:cNvSpPr/>
            <p:nvPr/>
          </p:nvSpPr>
          <p:spPr>
            <a:xfrm>
              <a:off x="1783080" y="-482748"/>
              <a:ext cx="3772088" cy="2121798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82AC870F-6A55-4811-B2A1-DB1F3C7CADAD}"/>
                </a:ext>
              </a:extLst>
            </p:cNvPr>
            <p:cNvSpPr/>
            <p:nvPr/>
          </p:nvSpPr>
          <p:spPr>
            <a:xfrm>
              <a:off x="-3070672" y="2368102"/>
              <a:ext cx="3772088" cy="2121798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F0300784-AEAA-4F48-A763-3838A332EF67}"/>
                </a:ext>
              </a:extLst>
            </p:cNvPr>
            <p:cNvSpPr/>
            <p:nvPr/>
          </p:nvSpPr>
          <p:spPr>
            <a:xfrm>
              <a:off x="1783080" y="2368102"/>
              <a:ext cx="3772088" cy="2121798"/>
            </a:xfrm>
            <a:prstGeom prst="rect">
              <a:avLst/>
            </a:prstGeom>
            <a:blipFill>
              <a:blip r:embed="rId5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25759469-3226-4C1F-BB5C-66A42C947C6F}"/>
                </a:ext>
              </a:extLst>
            </p:cNvPr>
            <p:cNvSpPr/>
            <p:nvPr/>
          </p:nvSpPr>
          <p:spPr>
            <a:xfrm>
              <a:off x="6636832" y="-3333598"/>
              <a:ext cx="3772088" cy="2121798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CB43B850-EF58-40F7-AD29-E0366497FEFA}"/>
                </a:ext>
              </a:extLst>
            </p:cNvPr>
            <p:cNvSpPr/>
            <p:nvPr/>
          </p:nvSpPr>
          <p:spPr>
            <a:xfrm>
              <a:off x="11490585" y="-3333598"/>
              <a:ext cx="3772088" cy="2121798"/>
            </a:xfrm>
            <a:prstGeom prst="rect">
              <a:avLst/>
            </a:prstGeom>
            <a:blipFill>
              <a:blip r:embed="rId5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EC81797C-B497-471F-B8A9-74F75BCC68F5}"/>
                </a:ext>
              </a:extLst>
            </p:cNvPr>
            <p:cNvSpPr/>
            <p:nvPr/>
          </p:nvSpPr>
          <p:spPr>
            <a:xfrm>
              <a:off x="6636832" y="-482748"/>
              <a:ext cx="3772088" cy="2121798"/>
            </a:xfrm>
            <a:prstGeom prst="rect">
              <a:avLst/>
            </a:prstGeom>
            <a:blipFill>
              <a:blip r:embed="rId5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91952938-F9A2-404F-8DA2-D9E8AA1221F0}"/>
                </a:ext>
              </a:extLst>
            </p:cNvPr>
            <p:cNvSpPr/>
            <p:nvPr/>
          </p:nvSpPr>
          <p:spPr>
            <a:xfrm>
              <a:off x="11490585" y="-482748"/>
              <a:ext cx="3772088" cy="2121798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43DC406D-5510-4660-942C-5C8ACDC37E48}"/>
                </a:ext>
              </a:extLst>
            </p:cNvPr>
            <p:cNvSpPr/>
            <p:nvPr/>
          </p:nvSpPr>
          <p:spPr>
            <a:xfrm>
              <a:off x="6636832" y="2368102"/>
              <a:ext cx="3772088" cy="2121798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CC98A94B-63B9-4FCE-BCDA-855789E62C45}"/>
                </a:ext>
              </a:extLst>
            </p:cNvPr>
            <p:cNvSpPr/>
            <p:nvPr/>
          </p:nvSpPr>
          <p:spPr>
            <a:xfrm>
              <a:off x="11490585" y="2368102"/>
              <a:ext cx="3772088" cy="2121798"/>
            </a:xfrm>
            <a:prstGeom prst="rect">
              <a:avLst/>
            </a:prstGeom>
            <a:blipFill>
              <a:blip r:embed="rId5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0A3304A2-1818-4BB6-A892-C54CC8E68EB8}"/>
                </a:ext>
              </a:extLst>
            </p:cNvPr>
            <p:cNvSpPr/>
            <p:nvPr/>
          </p:nvSpPr>
          <p:spPr>
            <a:xfrm>
              <a:off x="-3070672" y="5218951"/>
              <a:ext cx="3772088" cy="2121798"/>
            </a:xfrm>
            <a:prstGeom prst="rect">
              <a:avLst/>
            </a:prstGeom>
            <a:blipFill>
              <a:blip r:embed="rId5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8876B6AA-92C8-422A-904A-0B51C7D9FAD0}"/>
                </a:ext>
              </a:extLst>
            </p:cNvPr>
            <p:cNvSpPr/>
            <p:nvPr/>
          </p:nvSpPr>
          <p:spPr>
            <a:xfrm>
              <a:off x="1783080" y="5218951"/>
              <a:ext cx="3772088" cy="2121798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6BB53378-C8F1-4C71-BBF6-FEC2A886C034}"/>
                </a:ext>
              </a:extLst>
            </p:cNvPr>
            <p:cNvSpPr/>
            <p:nvPr/>
          </p:nvSpPr>
          <p:spPr>
            <a:xfrm>
              <a:off x="-3070672" y="8069801"/>
              <a:ext cx="3772088" cy="2121798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AD123986-6631-4CD1-8EB1-16DDD34AE856}"/>
                </a:ext>
              </a:extLst>
            </p:cNvPr>
            <p:cNvSpPr/>
            <p:nvPr/>
          </p:nvSpPr>
          <p:spPr>
            <a:xfrm>
              <a:off x="1783080" y="8069801"/>
              <a:ext cx="3772088" cy="2121798"/>
            </a:xfrm>
            <a:prstGeom prst="rect">
              <a:avLst/>
            </a:prstGeom>
            <a:blipFill>
              <a:blip r:embed="rId5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58308573-C5DC-48F8-8738-99CA755F8B9E}"/>
                </a:ext>
              </a:extLst>
            </p:cNvPr>
            <p:cNvSpPr/>
            <p:nvPr/>
          </p:nvSpPr>
          <p:spPr>
            <a:xfrm>
              <a:off x="6636832" y="5218951"/>
              <a:ext cx="3772088" cy="2121798"/>
            </a:xfrm>
            <a:prstGeom prst="rect">
              <a:avLst/>
            </a:prstGeom>
            <a:blipFill>
              <a:blip r:embed="rId5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8F45E59E-7B37-4901-BF9E-8A24C823A229}"/>
                </a:ext>
              </a:extLst>
            </p:cNvPr>
            <p:cNvSpPr/>
            <p:nvPr/>
          </p:nvSpPr>
          <p:spPr>
            <a:xfrm>
              <a:off x="11490585" y="5218951"/>
              <a:ext cx="3772088" cy="2121798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253CA222-E6C4-4D87-81B0-8AF6C9BE01F4}"/>
                </a:ext>
              </a:extLst>
            </p:cNvPr>
            <p:cNvSpPr/>
            <p:nvPr/>
          </p:nvSpPr>
          <p:spPr>
            <a:xfrm>
              <a:off x="6636832" y="8069801"/>
              <a:ext cx="3772088" cy="2121798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DDDAF253-847E-4B2D-9A1F-24E65EE10DB1}"/>
                </a:ext>
              </a:extLst>
            </p:cNvPr>
            <p:cNvSpPr/>
            <p:nvPr/>
          </p:nvSpPr>
          <p:spPr>
            <a:xfrm>
              <a:off x="11490585" y="8069801"/>
              <a:ext cx="3772088" cy="2121798"/>
            </a:xfrm>
            <a:prstGeom prst="rect">
              <a:avLst/>
            </a:prstGeom>
            <a:blipFill>
              <a:blip r:embed="rId5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prstMaterial="flat"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31717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0EEA9C7-29D4-449E-937A-F83B2D95378D}"/>
              </a:ext>
            </a:extLst>
          </p:cNvPr>
          <p:cNvGrpSpPr/>
          <p:nvPr/>
        </p:nvGrpSpPr>
        <p:grpSpPr>
          <a:xfrm>
            <a:off x="-1593360" y="-5037320"/>
            <a:ext cx="15379504" cy="12732891"/>
            <a:chOff x="-1593360" y="-5693817"/>
            <a:chExt cx="15379504" cy="12732891"/>
          </a:xfrm>
          <a:effectLst>
            <a:outerShdw blurRad="190500" sx="103000" sy="103000" algn="ctr" rotWithShape="0">
              <a:prstClr val="black">
                <a:alpha val="20000"/>
              </a:prstClr>
            </a:outerShdw>
          </a:effectLst>
          <a:scene3d>
            <a:camera prst="perspectiveRelaxedModerately" fov="3600000">
              <a:rot lat="17400000" lon="0" rev="0"/>
            </a:camera>
            <a:lightRig rig="glow" dir="t"/>
          </a:scene3d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490ACF5-C517-4092-9B2A-057871D90EE0}"/>
                </a:ext>
              </a:extLst>
            </p:cNvPr>
            <p:cNvSpPr/>
            <p:nvPr/>
          </p:nvSpPr>
          <p:spPr>
            <a:xfrm>
              <a:off x="-1593360" y="4992602"/>
              <a:ext cx="3639067" cy="204647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2004C1D-97D3-4C59-B08A-36DB34FAA891}"/>
                </a:ext>
              </a:extLst>
            </p:cNvPr>
            <p:cNvSpPr/>
            <p:nvPr/>
          </p:nvSpPr>
          <p:spPr>
            <a:xfrm>
              <a:off x="2320120" y="4992602"/>
              <a:ext cx="3639067" cy="2046472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8C348F90-EF3A-4EC8-89A5-816C138A329A}"/>
                </a:ext>
              </a:extLst>
            </p:cNvPr>
            <p:cNvSpPr/>
            <p:nvPr/>
          </p:nvSpPr>
          <p:spPr>
            <a:xfrm flipH="1" flipV="1">
              <a:off x="6233599" y="4992602"/>
              <a:ext cx="3639067" cy="2046472"/>
            </a:xfrm>
            <a:prstGeom prst="rect">
              <a:avLst/>
            </a:prstGeom>
            <a:blipFill dpi="0" rotWithShape="0">
              <a:blip r:embed="rId2"/>
              <a:srcRect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4772A0E5-45E5-44D2-AA2F-E9635D1CDD87}"/>
                </a:ext>
              </a:extLst>
            </p:cNvPr>
            <p:cNvSpPr/>
            <p:nvPr/>
          </p:nvSpPr>
          <p:spPr>
            <a:xfrm>
              <a:off x="10147077" y="4992602"/>
              <a:ext cx="3639067" cy="2046472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7CDF3D3B-3D30-4B7A-9EC7-3EDB6C6D4835}"/>
                </a:ext>
              </a:extLst>
            </p:cNvPr>
            <p:cNvSpPr/>
            <p:nvPr/>
          </p:nvSpPr>
          <p:spPr>
            <a:xfrm>
              <a:off x="-1593359" y="2320997"/>
              <a:ext cx="3639067" cy="2046472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93F4CFA2-E8F8-40B1-A410-A59DD2F27A26}"/>
                </a:ext>
              </a:extLst>
            </p:cNvPr>
            <p:cNvSpPr/>
            <p:nvPr/>
          </p:nvSpPr>
          <p:spPr>
            <a:xfrm>
              <a:off x="2320120" y="2320997"/>
              <a:ext cx="3639067" cy="2046472"/>
            </a:xfrm>
            <a:prstGeom prst="rect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2F3F4486-0FC6-47E7-8C27-A03385996D4A}"/>
                </a:ext>
              </a:extLst>
            </p:cNvPr>
            <p:cNvSpPr/>
            <p:nvPr/>
          </p:nvSpPr>
          <p:spPr>
            <a:xfrm>
              <a:off x="6233599" y="2320997"/>
              <a:ext cx="3639067" cy="2046472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7B51ED5C-200C-4E74-ADA3-61A7AAF258E8}"/>
                </a:ext>
              </a:extLst>
            </p:cNvPr>
            <p:cNvSpPr/>
            <p:nvPr/>
          </p:nvSpPr>
          <p:spPr>
            <a:xfrm>
              <a:off x="10147077" y="2320997"/>
              <a:ext cx="3639067" cy="204647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54E73C75-CCA6-44ED-A8CB-92EC3883C470}"/>
                </a:ext>
              </a:extLst>
            </p:cNvPr>
            <p:cNvSpPr/>
            <p:nvPr/>
          </p:nvSpPr>
          <p:spPr>
            <a:xfrm>
              <a:off x="-1593359" y="-350607"/>
              <a:ext cx="3639067" cy="204647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A399813-C62D-4CC2-A72E-9B453D53549C}"/>
                </a:ext>
              </a:extLst>
            </p:cNvPr>
            <p:cNvSpPr/>
            <p:nvPr/>
          </p:nvSpPr>
          <p:spPr>
            <a:xfrm>
              <a:off x="2320120" y="-350607"/>
              <a:ext cx="3639067" cy="2046472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ADB946B8-6AD2-438C-9F4B-DCB5E88C616E}"/>
                </a:ext>
              </a:extLst>
            </p:cNvPr>
            <p:cNvSpPr/>
            <p:nvPr/>
          </p:nvSpPr>
          <p:spPr>
            <a:xfrm>
              <a:off x="6233599" y="-350607"/>
              <a:ext cx="3639067" cy="204647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FC59C70-A336-462A-AE56-5D18ACF3D8D6}"/>
                </a:ext>
              </a:extLst>
            </p:cNvPr>
            <p:cNvSpPr/>
            <p:nvPr/>
          </p:nvSpPr>
          <p:spPr>
            <a:xfrm>
              <a:off x="10147077" y="-350607"/>
              <a:ext cx="3639067" cy="2046472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04205C4B-8586-4654-9FA5-F6A76C8E7744}"/>
                </a:ext>
              </a:extLst>
            </p:cNvPr>
            <p:cNvSpPr/>
            <p:nvPr/>
          </p:nvSpPr>
          <p:spPr>
            <a:xfrm>
              <a:off x="-1593359" y="-3022212"/>
              <a:ext cx="3639067" cy="2046472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1DF1DEFE-AE66-437C-9785-79B460D931CF}"/>
                </a:ext>
              </a:extLst>
            </p:cNvPr>
            <p:cNvSpPr/>
            <p:nvPr/>
          </p:nvSpPr>
          <p:spPr>
            <a:xfrm>
              <a:off x="2320120" y="-3022212"/>
              <a:ext cx="3639067" cy="204647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B4212EF7-B2DA-4BEA-88FD-96D54F39389B}"/>
                </a:ext>
              </a:extLst>
            </p:cNvPr>
            <p:cNvSpPr/>
            <p:nvPr/>
          </p:nvSpPr>
          <p:spPr>
            <a:xfrm>
              <a:off x="6233599" y="-3022212"/>
              <a:ext cx="3639067" cy="2046472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BF44886C-ED8D-4D96-8A7D-CB7A27C022FC}"/>
                </a:ext>
              </a:extLst>
            </p:cNvPr>
            <p:cNvSpPr/>
            <p:nvPr/>
          </p:nvSpPr>
          <p:spPr>
            <a:xfrm>
              <a:off x="10147077" y="-3022212"/>
              <a:ext cx="3639067" cy="204647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0181F6D4-028E-47FC-AB58-6DBE0744BBBB}"/>
                </a:ext>
              </a:extLst>
            </p:cNvPr>
            <p:cNvSpPr/>
            <p:nvPr/>
          </p:nvSpPr>
          <p:spPr>
            <a:xfrm>
              <a:off x="-1593359" y="-5693817"/>
              <a:ext cx="3639067" cy="204647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315ADCBC-9C4A-4D7B-8114-FD7060C2FF70}"/>
                </a:ext>
              </a:extLst>
            </p:cNvPr>
            <p:cNvSpPr/>
            <p:nvPr/>
          </p:nvSpPr>
          <p:spPr>
            <a:xfrm>
              <a:off x="2320120" y="-5693817"/>
              <a:ext cx="3639067" cy="2046472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DABA57CF-E03A-41D3-9F20-620D3A0E77BA}"/>
                </a:ext>
              </a:extLst>
            </p:cNvPr>
            <p:cNvSpPr/>
            <p:nvPr/>
          </p:nvSpPr>
          <p:spPr>
            <a:xfrm>
              <a:off x="6233599" y="-5693817"/>
              <a:ext cx="3639067" cy="204647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9ED61209-167C-4CA9-AB35-180DE55292B7}"/>
                </a:ext>
              </a:extLst>
            </p:cNvPr>
            <p:cNvSpPr/>
            <p:nvPr/>
          </p:nvSpPr>
          <p:spPr>
            <a:xfrm>
              <a:off x="10147077" y="-5693817"/>
              <a:ext cx="3639067" cy="2046472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56416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CCC5D464-DAF6-4A64-9072-232A940CC63B}"/>
              </a:ext>
            </a:extLst>
          </p:cNvPr>
          <p:cNvGrpSpPr/>
          <p:nvPr/>
        </p:nvGrpSpPr>
        <p:grpSpPr>
          <a:xfrm>
            <a:off x="-1593360" y="5463268"/>
            <a:ext cx="15379505" cy="2046472"/>
            <a:chOff x="-2360354" y="3667653"/>
            <a:chExt cx="16913491" cy="2250592"/>
          </a:xfrm>
          <a:effectLst>
            <a:outerShdw blurRad="190500" sx="103000" sy="103000" algn="ctr" rotWithShape="0">
              <a:prstClr val="black">
                <a:alpha val="40000"/>
              </a:prstClr>
            </a:outerShdw>
          </a:effectLst>
          <a:scene3d>
            <a:camera prst="perspectiveRelaxedModerately" fov="3900000">
              <a:rot lat="18600000" lon="0" rev="0"/>
            </a:camera>
            <a:lightRig rig="glow" dir="t">
              <a:rot lat="0" lon="0" rev="18000000"/>
            </a:lightRig>
          </a:scene3d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490ACF5-C517-4092-9B2A-057871D90EE0}"/>
                </a:ext>
              </a:extLst>
            </p:cNvPr>
            <p:cNvSpPr/>
            <p:nvPr/>
          </p:nvSpPr>
          <p:spPr>
            <a:xfrm>
              <a:off x="-2360354" y="3667653"/>
              <a:ext cx="4002036" cy="225059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2004C1D-97D3-4C59-B08A-36DB34FAA891}"/>
                </a:ext>
              </a:extLst>
            </p:cNvPr>
            <p:cNvSpPr/>
            <p:nvPr/>
          </p:nvSpPr>
          <p:spPr>
            <a:xfrm>
              <a:off x="1943465" y="3667653"/>
              <a:ext cx="4002036" cy="2250592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8C348F90-EF3A-4EC8-89A5-816C138A329A}"/>
                </a:ext>
              </a:extLst>
            </p:cNvPr>
            <p:cNvSpPr/>
            <p:nvPr/>
          </p:nvSpPr>
          <p:spPr>
            <a:xfrm flipH="1" flipV="1">
              <a:off x="6247284" y="3667653"/>
              <a:ext cx="4002036" cy="2250592"/>
            </a:xfrm>
            <a:prstGeom prst="rect">
              <a:avLst/>
            </a:prstGeom>
            <a:blipFill dpi="0" rotWithShape="0">
              <a:blip r:embed="rId2"/>
              <a:srcRect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4772A0E5-45E5-44D2-AA2F-E9635D1CDD87}"/>
                </a:ext>
              </a:extLst>
            </p:cNvPr>
            <p:cNvSpPr/>
            <p:nvPr/>
          </p:nvSpPr>
          <p:spPr>
            <a:xfrm>
              <a:off x="10551101" y="3667653"/>
              <a:ext cx="4002036" cy="2250592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87FC9D5A-F41D-491A-94D2-1CED28950453}"/>
              </a:ext>
            </a:extLst>
          </p:cNvPr>
          <p:cNvGrpSpPr/>
          <p:nvPr/>
        </p:nvGrpSpPr>
        <p:grpSpPr>
          <a:xfrm>
            <a:off x="-1593359" y="3424932"/>
            <a:ext cx="15379504" cy="2046472"/>
            <a:chOff x="-2360354" y="939757"/>
            <a:chExt cx="16913490" cy="2250592"/>
          </a:xfrm>
          <a:effectLst>
            <a:outerShdw blurRad="190500" sx="103000" sy="103000" algn="ctr" rotWithShape="0">
              <a:prstClr val="black">
                <a:alpha val="40000"/>
              </a:prstClr>
            </a:outerShdw>
          </a:effectLst>
          <a:scene3d>
            <a:camera prst="perspectiveRelaxedModerately" fov="3900000">
              <a:rot lat="18600000" lon="0" rev="0"/>
            </a:camera>
            <a:lightRig rig="glow" dir="t">
              <a:rot lat="0" lon="0" rev="18000000"/>
            </a:lightRig>
          </a:scene3d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7CDF3D3B-3D30-4B7A-9EC7-3EDB6C6D4835}"/>
                </a:ext>
              </a:extLst>
            </p:cNvPr>
            <p:cNvSpPr/>
            <p:nvPr/>
          </p:nvSpPr>
          <p:spPr>
            <a:xfrm>
              <a:off x="-2360354" y="939757"/>
              <a:ext cx="4002036" cy="2250592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93F4CFA2-E8F8-40B1-A410-A59DD2F27A26}"/>
                </a:ext>
              </a:extLst>
            </p:cNvPr>
            <p:cNvSpPr/>
            <p:nvPr/>
          </p:nvSpPr>
          <p:spPr>
            <a:xfrm>
              <a:off x="1943464" y="939757"/>
              <a:ext cx="4002036" cy="2250592"/>
            </a:xfrm>
            <a:prstGeom prst="rect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2F3F4486-0FC6-47E7-8C27-A03385996D4A}"/>
                </a:ext>
              </a:extLst>
            </p:cNvPr>
            <p:cNvSpPr/>
            <p:nvPr/>
          </p:nvSpPr>
          <p:spPr>
            <a:xfrm>
              <a:off x="6247283" y="939757"/>
              <a:ext cx="4002036" cy="2250592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7B51ED5C-200C-4E74-ADA3-61A7AAF258E8}"/>
                </a:ext>
              </a:extLst>
            </p:cNvPr>
            <p:cNvSpPr/>
            <p:nvPr/>
          </p:nvSpPr>
          <p:spPr>
            <a:xfrm>
              <a:off x="10551100" y="939757"/>
              <a:ext cx="4002036" cy="225059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FC296284-D4D4-4FFD-8951-73C1F42503B4}"/>
              </a:ext>
            </a:extLst>
          </p:cNvPr>
          <p:cNvGrpSpPr/>
          <p:nvPr/>
        </p:nvGrpSpPr>
        <p:grpSpPr>
          <a:xfrm>
            <a:off x="-1593359" y="1386596"/>
            <a:ext cx="15379504" cy="2046472"/>
            <a:chOff x="-2360354" y="-1788140"/>
            <a:chExt cx="16913490" cy="2250592"/>
          </a:xfrm>
          <a:effectLst>
            <a:outerShdw blurRad="190500" sx="103000" sy="103000" algn="ctr" rotWithShape="0">
              <a:prstClr val="black">
                <a:alpha val="40000"/>
              </a:prstClr>
            </a:outerShdw>
          </a:effectLst>
          <a:scene3d>
            <a:camera prst="perspectiveRelaxedModerately" fov="3900000">
              <a:rot lat="18600000" lon="0" rev="0"/>
            </a:camera>
            <a:lightRig rig="glow" dir="t">
              <a:rot lat="0" lon="0" rev="18000000"/>
            </a:lightRig>
          </a:scene3d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54E73C75-CCA6-44ED-A8CB-92EC3883C470}"/>
                </a:ext>
              </a:extLst>
            </p:cNvPr>
            <p:cNvSpPr/>
            <p:nvPr/>
          </p:nvSpPr>
          <p:spPr>
            <a:xfrm>
              <a:off x="-2360354" y="-1788140"/>
              <a:ext cx="4002036" cy="225059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A399813-C62D-4CC2-A72E-9B453D53549C}"/>
                </a:ext>
              </a:extLst>
            </p:cNvPr>
            <p:cNvSpPr/>
            <p:nvPr/>
          </p:nvSpPr>
          <p:spPr>
            <a:xfrm>
              <a:off x="1943464" y="-1788140"/>
              <a:ext cx="4002036" cy="2250592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ADB946B8-6AD2-438C-9F4B-DCB5E88C616E}"/>
                </a:ext>
              </a:extLst>
            </p:cNvPr>
            <p:cNvSpPr/>
            <p:nvPr/>
          </p:nvSpPr>
          <p:spPr>
            <a:xfrm>
              <a:off x="6247283" y="-1788140"/>
              <a:ext cx="4002036" cy="225059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FC59C70-A336-462A-AE56-5D18ACF3D8D6}"/>
                </a:ext>
              </a:extLst>
            </p:cNvPr>
            <p:cNvSpPr/>
            <p:nvPr/>
          </p:nvSpPr>
          <p:spPr>
            <a:xfrm>
              <a:off x="10551100" y="-1788140"/>
              <a:ext cx="4002036" cy="2250592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8D653FC-B567-451D-BD34-99DBC5929971}"/>
              </a:ext>
            </a:extLst>
          </p:cNvPr>
          <p:cNvGrpSpPr/>
          <p:nvPr/>
        </p:nvGrpSpPr>
        <p:grpSpPr>
          <a:xfrm>
            <a:off x="-1593359" y="-651740"/>
            <a:ext cx="15379504" cy="2046472"/>
            <a:chOff x="-2360354" y="-4516037"/>
            <a:chExt cx="16913490" cy="2250592"/>
          </a:xfrm>
          <a:effectLst>
            <a:outerShdw blurRad="190500" sx="103000" sy="103000" algn="ctr" rotWithShape="0">
              <a:prstClr val="black">
                <a:alpha val="40000"/>
              </a:prstClr>
            </a:outerShdw>
          </a:effectLst>
          <a:scene3d>
            <a:camera prst="perspectiveRelaxedModerately" fov="3900000">
              <a:rot lat="18600000" lon="0" rev="0"/>
            </a:camera>
            <a:lightRig rig="glow" dir="t">
              <a:rot lat="0" lon="0" rev="18000000"/>
            </a:lightRig>
          </a:scene3d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04205C4B-8586-4654-9FA5-F6A76C8E7744}"/>
                </a:ext>
              </a:extLst>
            </p:cNvPr>
            <p:cNvSpPr/>
            <p:nvPr/>
          </p:nvSpPr>
          <p:spPr>
            <a:xfrm>
              <a:off x="-2360354" y="-4516037"/>
              <a:ext cx="4002036" cy="2250592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1DF1DEFE-AE66-437C-9785-79B460D931CF}"/>
                </a:ext>
              </a:extLst>
            </p:cNvPr>
            <p:cNvSpPr/>
            <p:nvPr/>
          </p:nvSpPr>
          <p:spPr>
            <a:xfrm>
              <a:off x="1943464" y="-4516037"/>
              <a:ext cx="4002036" cy="225059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B4212EF7-B2DA-4BEA-88FD-96D54F39389B}"/>
                </a:ext>
              </a:extLst>
            </p:cNvPr>
            <p:cNvSpPr/>
            <p:nvPr/>
          </p:nvSpPr>
          <p:spPr>
            <a:xfrm>
              <a:off x="6247283" y="-4516037"/>
              <a:ext cx="4002036" cy="2250592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BF44886C-ED8D-4D96-8A7D-CB7A27C022FC}"/>
                </a:ext>
              </a:extLst>
            </p:cNvPr>
            <p:cNvSpPr/>
            <p:nvPr/>
          </p:nvSpPr>
          <p:spPr>
            <a:xfrm>
              <a:off x="10551100" y="-4516037"/>
              <a:ext cx="4002036" cy="225059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3348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5AD66F5C-CF5E-4A79-AFEA-F5EA2B54ABB4}"/>
              </a:ext>
            </a:extLst>
          </p:cNvPr>
          <p:cNvGrpSpPr/>
          <p:nvPr/>
        </p:nvGrpSpPr>
        <p:grpSpPr>
          <a:xfrm>
            <a:off x="310437" y="4111833"/>
            <a:ext cx="11571127" cy="2046472"/>
            <a:chOff x="-1645910" y="4184223"/>
            <a:chExt cx="11571127" cy="2046472"/>
          </a:xfrm>
          <a:effectLst>
            <a:outerShdw blurRad="190500" sx="103000" sy="103000" algn="ctr" rotWithShape="0">
              <a:prstClr val="black">
                <a:alpha val="40000"/>
              </a:prstClr>
            </a:outerShdw>
          </a:effectLst>
          <a:scene3d>
            <a:camera prst="perspectiveRelaxedModerately" fov="3600000">
              <a:rot lat="18000000" lon="0" rev="0"/>
            </a:camera>
            <a:lightRig rig="glow" dir="t"/>
          </a:scene3d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490ACF5-C517-4092-9B2A-057871D90EE0}"/>
                </a:ext>
              </a:extLst>
            </p:cNvPr>
            <p:cNvSpPr/>
            <p:nvPr/>
          </p:nvSpPr>
          <p:spPr>
            <a:xfrm>
              <a:off x="-1645910" y="4184223"/>
              <a:ext cx="3639067" cy="204647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2004C1D-97D3-4C59-B08A-36DB34FAA891}"/>
                </a:ext>
              </a:extLst>
            </p:cNvPr>
            <p:cNvSpPr/>
            <p:nvPr/>
          </p:nvSpPr>
          <p:spPr>
            <a:xfrm>
              <a:off x="2320120" y="4184223"/>
              <a:ext cx="3639067" cy="204647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8C348F90-EF3A-4EC8-89A5-816C138A329A}"/>
                </a:ext>
              </a:extLst>
            </p:cNvPr>
            <p:cNvSpPr/>
            <p:nvPr/>
          </p:nvSpPr>
          <p:spPr>
            <a:xfrm flipH="1" flipV="1">
              <a:off x="6286150" y="4184223"/>
              <a:ext cx="3639067" cy="2046472"/>
            </a:xfrm>
            <a:prstGeom prst="rect">
              <a:avLst/>
            </a:prstGeom>
            <a:blipFill dpi="0" rotWithShape="0">
              <a:blip r:embed="rId2"/>
              <a:srcRect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BA5D7C89-DC6E-45ED-AE2B-B74005EF94CF}"/>
              </a:ext>
            </a:extLst>
          </p:cNvPr>
          <p:cNvGrpSpPr/>
          <p:nvPr/>
        </p:nvGrpSpPr>
        <p:grpSpPr>
          <a:xfrm>
            <a:off x="2277687" y="2405764"/>
            <a:ext cx="7668156" cy="2046472"/>
            <a:chOff x="-1614379" y="2405764"/>
            <a:chExt cx="7668156" cy="2046472"/>
          </a:xfrm>
          <a:effectLst>
            <a:outerShdw blurRad="190500" dist="50800" dir="5400000" sx="103000" sy="103000" algn="ctr" rotWithShape="0">
              <a:srgbClr val="000000">
                <a:alpha val="40000"/>
              </a:srgbClr>
            </a:outerShdw>
          </a:effectLst>
          <a:scene3d>
            <a:camera prst="perspectiveRelaxedModerately" fov="3600000">
              <a:rot lat="18000000" lon="0" rev="0"/>
            </a:camera>
            <a:lightRig rig="glow" dir="t"/>
          </a:scene3d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7CDF3D3B-3D30-4B7A-9EC7-3EDB6C6D4835}"/>
                </a:ext>
              </a:extLst>
            </p:cNvPr>
            <p:cNvSpPr/>
            <p:nvPr/>
          </p:nvSpPr>
          <p:spPr>
            <a:xfrm>
              <a:off x="-1614379" y="2405764"/>
              <a:ext cx="3639067" cy="2046472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93F4CFA2-E8F8-40B1-A410-A59DD2F27A26}"/>
                </a:ext>
              </a:extLst>
            </p:cNvPr>
            <p:cNvSpPr/>
            <p:nvPr/>
          </p:nvSpPr>
          <p:spPr>
            <a:xfrm>
              <a:off x="2414710" y="2405764"/>
              <a:ext cx="3639067" cy="2046472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46E3554F-E82C-4638-9BB0-27027B37A80A}"/>
              </a:ext>
            </a:extLst>
          </p:cNvPr>
          <p:cNvGrpSpPr/>
          <p:nvPr/>
        </p:nvGrpSpPr>
        <p:grpSpPr>
          <a:xfrm>
            <a:off x="257884" y="699695"/>
            <a:ext cx="11676233" cy="2046472"/>
            <a:chOff x="-1698462" y="627305"/>
            <a:chExt cx="11676233" cy="2046472"/>
          </a:xfrm>
          <a:effectLst>
            <a:outerShdw blurRad="190500" sx="103000" sy="103000" algn="ctr" rotWithShape="0">
              <a:prstClr val="black">
                <a:alpha val="40000"/>
              </a:prstClr>
            </a:outerShdw>
          </a:effectLst>
          <a:scene3d>
            <a:camera prst="perspectiveRelaxedModerately" fov="3600000">
              <a:rot lat="18000000" lon="0" rev="0"/>
            </a:camera>
            <a:lightRig rig="glow" dir="t">
              <a:rot lat="0" lon="0" rev="18000000"/>
            </a:lightRig>
          </a:scene3d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54E73C75-CCA6-44ED-A8CB-92EC3883C470}"/>
                </a:ext>
              </a:extLst>
            </p:cNvPr>
            <p:cNvSpPr/>
            <p:nvPr/>
          </p:nvSpPr>
          <p:spPr>
            <a:xfrm>
              <a:off x="-1698462" y="627305"/>
              <a:ext cx="3639067" cy="204647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A399813-C62D-4CC2-A72E-9B453D53549C}"/>
                </a:ext>
              </a:extLst>
            </p:cNvPr>
            <p:cNvSpPr/>
            <p:nvPr/>
          </p:nvSpPr>
          <p:spPr>
            <a:xfrm>
              <a:off x="2320120" y="627305"/>
              <a:ext cx="3639067" cy="204647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ADB946B8-6AD2-438C-9F4B-DCB5E88C616E}"/>
                </a:ext>
              </a:extLst>
            </p:cNvPr>
            <p:cNvSpPr/>
            <p:nvPr/>
          </p:nvSpPr>
          <p:spPr>
            <a:xfrm>
              <a:off x="6338704" y="627305"/>
              <a:ext cx="3639067" cy="204647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8D653FC-B567-451D-BD34-99DBC5929971}"/>
              </a:ext>
            </a:extLst>
          </p:cNvPr>
          <p:cNvGrpSpPr/>
          <p:nvPr/>
        </p:nvGrpSpPr>
        <p:grpSpPr>
          <a:xfrm>
            <a:off x="-1593359" y="-1006374"/>
            <a:ext cx="15379504" cy="2046472"/>
            <a:chOff x="-2360354" y="-4516037"/>
            <a:chExt cx="16913490" cy="2250592"/>
          </a:xfrm>
          <a:effectLst>
            <a:outerShdw blurRad="190500" sx="103000" sy="103000" algn="ctr" rotWithShape="0">
              <a:prstClr val="black">
                <a:alpha val="40000"/>
              </a:prstClr>
            </a:outerShdw>
          </a:effectLst>
          <a:scene3d>
            <a:camera prst="perspectiveRelaxedModerately" fov="3600000">
              <a:rot lat="18000000" lon="0" rev="0"/>
            </a:camera>
            <a:lightRig rig="glow" dir="t">
              <a:rot lat="0" lon="0" rev="18000000"/>
            </a:lightRig>
          </a:scene3d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04205C4B-8586-4654-9FA5-F6A76C8E7744}"/>
                </a:ext>
              </a:extLst>
            </p:cNvPr>
            <p:cNvSpPr/>
            <p:nvPr/>
          </p:nvSpPr>
          <p:spPr>
            <a:xfrm>
              <a:off x="-2360354" y="-4516037"/>
              <a:ext cx="4002036" cy="2250592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1DF1DEFE-AE66-437C-9785-79B460D931CF}"/>
                </a:ext>
              </a:extLst>
            </p:cNvPr>
            <p:cNvSpPr/>
            <p:nvPr/>
          </p:nvSpPr>
          <p:spPr>
            <a:xfrm>
              <a:off x="1943464" y="-4516037"/>
              <a:ext cx="4002036" cy="225059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B4212EF7-B2DA-4BEA-88FD-96D54F39389B}"/>
                </a:ext>
              </a:extLst>
            </p:cNvPr>
            <p:cNvSpPr/>
            <p:nvPr/>
          </p:nvSpPr>
          <p:spPr>
            <a:xfrm>
              <a:off x="6247283" y="-4516037"/>
              <a:ext cx="4002036" cy="225059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BF44886C-ED8D-4D96-8A7D-CB7A27C022FC}"/>
                </a:ext>
              </a:extLst>
            </p:cNvPr>
            <p:cNvSpPr/>
            <p:nvPr/>
          </p:nvSpPr>
          <p:spPr>
            <a:xfrm>
              <a:off x="10551100" y="-4516037"/>
              <a:ext cx="4002036" cy="2250592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157E2961-AFB9-44A6-A53D-B7E44BC30897}"/>
              </a:ext>
            </a:extLst>
          </p:cNvPr>
          <p:cNvGrpSpPr/>
          <p:nvPr/>
        </p:nvGrpSpPr>
        <p:grpSpPr>
          <a:xfrm>
            <a:off x="-1593360" y="5817903"/>
            <a:ext cx="15379505" cy="2046472"/>
            <a:chOff x="-2360354" y="3667653"/>
            <a:chExt cx="16913491" cy="2250592"/>
          </a:xfrm>
          <a:effectLst>
            <a:outerShdw blurRad="190500" sx="103000" sy="103000" algn="ctr" rotWithShape="0">
              <a:prstClr val="black">
                <a:alpha val="40000"/>
              </a:prstClr>
            </a:outerShdw>
          </a:effectLst>
          <a:scene3d>
            <a:camera prst="perspectiveRelaxedModerately" fov="3600000">
              <a:rot lat="18000000" lon="0" rev="0"/>
            </a:camera>
            <a:lightRig rig="glow" dir="t">
              <a:rot lat="0" lon="0" rev="18000000"/>
            </a:lightRig>
          </a:scene3d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FDE20239-928B-4691-8F69-2ADB03C5CF1F}"/>
                </a:ext>
              </a:extLst>
            </p:cNvPr>
            <p:cNvSpPr/>
            <p:nvPr/>
          </p:nvSpPr>
          <p:spPr>
            <a:xfrm>
              <a:off x="-2360354" y="3667653"/>
              <a:ext cx="4002036" cy="2250592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77D23EDE-AA8D-4F6E-849B-71CFBCEE13AB}"/>
                </a:ext>
              </a:extLst>
            </p:cNvPr>
            <p:cNvSpPr/>
            <p:nvPr/>
          </p:nvSpPr>
          <p:spPr>
            <a:xfrm>
              <a:off x="1943465" y="3667653"/>
              <a:ext cx="4002036" cy="225059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19629F4A-A939-4462-9F8D-1E236BF43C42}"/>
                </a:ext>
              </a:extLst>
            </p:cNvPr>
            <p:cNvSpPr/>
            <p:nvPr/>
          </p:nvSpPr>
          <p:spPr>
            <a:xfrm flipH="1" flipV="1">
              <a:off x="6247284" y="3667653"/>
              <a:ext cx="4002036" cy="2250592"/>
            </a:xfrm>
            <a:prstGeom prst="rect">
              <a:avLst/>
            </a:prstGeom>
            <a:blipFill dpi="0" rotWithShape="0">
              <a:blip r:embed="rId2"/>
              <a:srcRect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CFC7EF67-6834-4113-B1A1-D8E583398F78}"/>
                </a:ext>
              </a:extLst>
            </p:cNvPr>
            <p:cNvSpPr/>
            <p:nvPr/>
          </p:nvSpPr>
          <p:spPr>
            <a:xfrm>
              <a:off x="10551101" y="3667653"/>
              <a:ext cx="4002036" cy="2250592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7096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5AD66F5C-CF5E-4A79-AFEA-F5EA2B54ABB4}"/>
              </a:ext>
            </a:extLst>
          </p:cNvPr>
          <p:cNvGrpSpPr/>
          <p:nvPr/>
        </p:nvGrpSpPr>
        <p:grpSpPr>
          <a:xfrm>
            <a:off x="310437" y="4111833"/>
            <a:ext cx="11571127" cy="2046472"/>
            <a:chOff x="-1645910" y="4184223"/>
            <a:chExt cx="11571127" cy="2046472"/>
          </a:xfrm>
          <a:effectLst>
            <a:outerShdw blurRad="190500" sx="103000" sy="103000" algn="ctr" rotWithShape="0">
              <a:prstClr val="black">
                <a:alpha val="40000"/>
              </a:prstClr>
            </a:outerShdw>
          </a:effectLst>
          <a:scene3d>
            <a:camera prst="perspectiveRelaxedModerately" fov="3600000">
              <a:rot lat="18000000" lon="0" rev="0"/>
            </a:camera>
            <a:lightRig rig="glow" dir="t"/>
          </a:scene3d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490ACF5-C517-4092-9B2A-057871D90EE0}"/>
                </a:ext>
              </a:extLst>
            </p:cNvPr>
            <p:cNvSpPr/>
            <p:nvPr/>
          </p:nvSpPr>
          <p:spPr>
            <a:xfrm>
              <a:off x="-1645910" y="4184223"/>
              <a:ext cx="3639067" cy="204647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2004C1D-97D3-4C59-B08A-36DB34FAA891}"/>
                </a:ext>
              </a:extLst>
            </p:cNvPr>
            <p:cNvSpPr/>
            <p:nvPr/>
          </p:nvSpPr>
          <p:spPr>
            <a:xfrm>
              <a:off x="2320120" y="4184223"/>
              <a:ext cx="3639067" cy="2046472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8C348F90-EF3A-4EC8-89A5-816C138A329A}"/>
                </a:ext>
              </a:extLst>
            </p:cNvPr>
            <p:cNvSpPr/>
            <p:nvPr/>
          </p:nvSpPr>
          <p:spPr>
            <a:xfrm flipH="1" flipV="1">
              <a:off x="6286150" y="4184223"/>
              <a:ext cx="3639067" cy="2046472"/>
            </a:xfrm>
            <a:prstGeom prst="rect">
              <a:avLst/>
            </a:prstGeom>
            <a:blipFill dpi="0" rotWithShape="0">
              <a:blip r:embed="rId2"/>
              <a:srcRect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BA5D7C89-DC6E-45ED-AE2B-B74005EF94CF}"/>
              </a:ext>
            </a:extLst>
          </p:cNvPr>
          <p:cNvGrpSpPr/>
          <p:nvPr/>
        </p:nvGrpSpPr>
        <p:grpSpPr>
          <a:xfrm>
            <a:off x="2277687" y="2405764"/>
            <a:ext cx="7668156" cy="2046472"/>
            <a:chOff x="-1614379" y="2405764"/>
            <a:chExt cx="7668156" cy="2046472"/>
          </a:xfrm>
          <a:effectLst>
            <a:outerShdw blurRad="190500" dist="50800" dir="5400000" sx="103000" sy="103000" algn="ctr" rotWithShape="0">
              <a:srgbClr val="000000">
                <a:alpha val="40000"/>
              </a:srgbClr>
            </a:outerShdw>
          </a:effectLst>
          <a:scene3d>
            <a:camera prst="perspectiveRelaxedModerately" fov="3600000">
              <a:rot lat="18000000" lon="0" rev="0"/>
            </a:camera>
            <a:lightRig rig="glow" dir="t"/>
          </a:scene3d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7CDF3D3B-3D30-4B7A-9EC7-3EDB6C6D4835}"/>
                </a:ext>
              </a:extLst>
            </p:cNvPr>
            <p:cNvSpPr/>
            <p:nvPr/>
          </p:nvSpPr>
          <p:spPr>
            <a:xfrm>
              <a:off x="-1614379" y="2405764"/>
              <a:ext cx="3639067" cy="204647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93F4CFA2-E8F8-40B1-A410-A59DD2F27A26}"/>
                </a:ext>
              </a:extLst>
            </p:cNvPr>
            <p:cNvSpPr/>
            <p:nvPr/>
          </p:nvSpPr>
          <p:spPr>
            <a:xfrm>
              <a:off x="2414710" y="2405764"/>
              <a:ext cx="3639067" cy="2046472"/>
            </a:xfrm>
            <a:prstGeom prst="rect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46E3554F-E82C-4638-9BB0-27027B37A80A}"/>
              </a:ext>
            </a:extLst>
          </p:cNvPr>
          <p:cNvGrpSpPr/>
          <p:nvPr/>
        </p:nvGrpSpPr>
        <p:grpSpPr>
          <a:xfrm>
            <a:off x="257884" y="699695"/>
            <a:ext cx="11676233" cy="2046472"/>
            <a:chOff x="-1698462" y="627305"/>
            <a:chExt cx="11676233" cy="2046472"/>
          </a:xfrm>
          <a:effectLst>
            <a:outerShdw blurRad="190500" sx="103000" sy="103000" algn="ctr" rotWithShape="0">
              <a:prstClr val="black">
                <a:alpha val="40000"/>
              </a:prstClr>
            </a:outerShdw>
          </a:effectLst>
          <a:scene3d>
            <a:camera prst="perspectiveRelaxedModerately" fov="3600000">
              <a:rot lat="18000000" lon="0" rev="0"/>
            </a:camera>
            <a:lightRig rig="glow" dir="t">
              <a:rot lat="0" lon="0" rev="18000000"/>
            </a:lightRig>
          </a:scene3d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54E73C75-CCA6-44ED-A8CB-92EC3883C470}"/>
                </a:ext>
              </a:extLst>
            </p:cNvPr>
            <p:cNvSpPr/>
            <p:nvPr/>
          </p:nvSpPr>
          <p:spPr>
            <a:xfrm>
              <a:off x="-1698462" y="627305"/>
              <a:ext cx="3639067" cy="204647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A399813-C62D-4CC2-A72E-9B453D53549C}"/>
                </a:ext>
              </a:extLst>
            </p:cNvPr>
            <p:cNvSpPr/>
            <p:nvPr/>
          </p:nvSpPr>
          <p:spPr>
            <a:xfrm>
              <a:off x="2320120" y="627305"/>
              <a:ext cx="3639067" cy="2046472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ADB946B8-6AD2-438C-9F4B-DCB5E88C616E}"/>
                </a:ext>
              </a:extLst>
            </p:cNvPr>
            <p:cNvSpPr/>
            <p:nvPr/>
          </p:nvSpPr>
          <p:spPr>
            <a:xfrm>
              <a:off x="6338704" y="627305"/>
              <a:ext cx="3639067" cy="204647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8D653FC-B567-451D-BD34-99DBC5929971}"/>
              </a:ext>
            </a:extLst>
          </p:cNvPr>
          <p:cNvGrpSpPr/>
          <p:nvPr/>
        </p:nvGrpSpPr>
        <p:grpSpPr>
          <a:xfrm>
            <a:off x="2320120" y="-1006374"/>
            <a:ext cx="7552547" cy="2046472"/>
            <a:chOff x="1943464" y="-4516037"/>
            <a:chExt cx="8305855" cy="2250592"/>
          </a:xfrm>
          <a:effectLst>
            <a:outerShdw blurRad="190500" sx="103000" sy="103000" algn="ctr" rotWithShape="0">
              <a:prstClr val="black">
                <a:alpha val="40000"/>
              </a:prstClr>
            </a:outerShdw>
          </a:effectLst>
          <a:scene3d>
            <a:camera prst="perspectiveRelaxedModerately" fov="3600000">
              <a:rot lat="18000000" lon="0" rev="0"/>
            </a:camera>
            <a:lightRig rig="glow" dir="t">
              <a:rot lat="0" lon="0" rev="18000000"/>
            </a:lightRig>
          </a:scene3d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1DF1DEFE-AE66-437C-9785-79B460D931CF}"/>
                </a:ext>
              </a:extLst>
            </p:cNvPr>
            <p:cNvSpPr/>
            <p:nvPr/>
          </p:nvSpPr>
          <p:spPr>
            <a:xfrm>
              <a:off x="1943464" y="-4516037"/>
              <a:ext cx="4002036" cy="2250592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B4212EF7-B2DA-4BEA-88FD-96D54F39389B}"/>
                </a:ext>
              </a:extLst>
            </p:cNvPr>
            <p:cNvSpPr/>
            <p:nvPr/>
          </p:nvSpPr>
          <p:spPr>
            <a:xfrm>
              <a:off x="6247283" y="-4516037"/>
              <a:ext cx="4002036" cy="2250592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157E2961-AFB9-44A6-A53D-B7E44BC30897}"/>
              </a:ext>
            </a:extLst>
          </p:cNvPr>
          <p:cNvGrpSpPr/>
          <p:nvPr/>
        </p:nvGrpSpPr>
        <p:grpSpPr>
          <a:xfrm>
            <a:off x="2320120" y="5817903"/>
            <a:ext cx="7552547" cy="2046472"/>
            <a:chOff x="1943465" y="3667653"/>
            <a:chExt cx="8305855" cy="2250592"/>
          </a:xfrm>
          <a:effectLst>
            <a:outerShdw blurRad="190500" sx="103000" sy="103000" algn="ctr" rotWithShape="0">
              <a:prstClr val="black">
                <a:alpha val="40000"/>
              </a:prstClr>
            </a:outerShdw>
          </a:effectLst>
          <a:scene3d>
            <a:camera prst="perspectiveRelaxedModerately" fov="3600000">
              <a:rot lat="18000000" lon="0" rev="0"/>
            </a:camera>
            <a:lightRig rig="glow" dir="t">
              <a:rot lat="0" lon="0" rev="18000000"/>
            </a:lightRig>
          </a:scene3d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77D23EDE-AA8D-4F6E-849B-71CFBCEE13AB}"/>
                </a:ext>
              </a:extLst>
            </p:cNvPr>
            <p:cNvSpPr/>
            <p:nvPr/>
          </p:nvSpPr>
          <p:spPr>
            <a:xfrm>
              <a:off x="1943465" y="3667653"/>
              <a:ext cx="4002036" cy="2250592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19629F4A-A939-4462-9F8D-1E236BF43C42}"/>
                </a:ext>
              </a:extLst>
            </p:cNvPr>
            <p:cNvSpPr/>
            <p:nvPr/>
          </p:nvSpPr>
          <p:spPr>
            <a:xfrm flipH="1" flipV="1">
              <a:off x="6247284" y="3667653"/>
              <a:ext cx="4002036" cy="2250592"/>
            </a:xfrm>
            <a:prstGeom prst="rect">
              <a:avLst/>
            </a:prstGeom>
            <a:blipFill dpi="0" rotWithShape="0">
              <a:blip r:embed="rId3"/>
              <a:srcRect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413861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7EB40FD-5361-44DD-AF97-427390A31582}"/>
              </a:ext>
            </a:extLst>
          </p:cNvPr>
          <p:cNvGrpSpPr/>
          <p:nvPr/>
        </p:nvGrpSpPr>
        <p:grpSpPr>
          <a:xfrm>
            <a:off x="-3550491" y="5539210"/>
            <a:ext cx="19292983" cy="2046472"/>
            <a:chOff x="-1593360" y="5817903"/>
            <a:chExt cx="19292983" cy="2046472"/>
          </a:xfrm>
          <a:effectLst>
            <a:outerShdw blurRad="190500" dist="50800" dir="5400000" sx="103000" sy="103000" algn="ctr" rotWithShape="0">
              <a:srgbClr val="000000">
                <a:alpha val="30000"/>
              </a:srgbClr>
            </a:outerShdw>
          </a:effectLst>
          <a:scene3d>
            <a:camera prst="perspectiveRelaxedModerately" fov="3600000">
              <a:rot lat="18000000" lon="0" rev="0"/>
            </a:camera>
            <a:lightRig rig="glow" dir="t"/>
          </a:scene3d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FDE20239-928B-4691-8F69-2ADB03C5CF1F}"/>
                </a:ext>
              </a:extLst>
            </p:cNvPr>
            <p:cNvSpPr/>
            <p:nvPr/>
          </p:nvSpPr>
          <p:spPr>
            <a:xfrm>
              <a:off x="-1593360" y="5817903"/>
              <a:ext cx="3639067" cy="204647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77D23EDE-AA8D-4F6E-849B-71CFBCEE13AB}"/>
                </a:ext>
              </a:extLst>
            </p:cNvPr>
            <p:cNvSpPr/>
            <p:nvPr/>
          </p:nvSpPr>
          <p:spPr>
            <a:xfrm>
              <a:off x="2320120" y="5817903"/>
              <a:ext cx="3639067" cy="2046472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19629F4A-A939-4462-9F8D-1E236BF43C42}"/>
                </a:ext>
              </a:extLst>
            </p:cNvPr>
            <p:cNvSpPr/>
            <p:nvPr/>
          </p:nvSpPr>
          <p:spPr>
            <a:xfrm flipH="1" flipV="1">
              <a:off x="6233600" y="5817903"/>
              <a:ext cx="3639067" cy="2046472"/>
            </a:xfrm>
            <a:prstGeom prst="rect">
              <a:avLst/>
            </a:prstGeom>
            <a:blipFill dpi="0" rotWithShape="0">
              <a:blip r:embed="rId2"/>
              <a:srcRect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CFC7EF67-6834-4113-B1A1-D8E583398F78}"/>
                </a:ext>
              </a:extLst>
            </p:cNvPr>
            <p:cNvSpPr/>
            <p:nvPr/>
          </p:nvSpPr>
          <p:spPr>
            <a:xfrm>
              <a:off x="10147078" y="5817903"/>
              <a:ext cx="3639067" cy="2046472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F6C1D12-4E7D-4809-945A-692BA59A8791}"/>
                </a:ext>
              </a:extLst>
            </p:cNvPr>
            <p:cNvSpPr/>
            <p:nvPr/>
          </p:nvSpPr>
          <p:spPr>
            <a:xfrm>
              <a:off x="14060556" y="5817903"/>
              <a:ext cx="3639067" cy="204647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DA899D97-6B17-481D-94C8-B697ED7AD8B2}"/>
              </a:ext>
            </a:extLst>
          </p:cNvPr>
          <p:cNvGrpSpPr/>
          <p:nvPr/>
        </p:nvGrpSpPr>
        <p:grpSpPr>
          <a:xfrm>
            <a:off x="310437" y="2329564"/>
            <a:ext cx="11571127" cy="2046472"/>
            <a:chOff x="-1645910" y="4184223"/>
            <a:chExt cx="11571127" cy="2046472"/>
          </a:xfrm>
          <a:effectLst>
            <a:outerShdw blurRad="190500" sx="103000" sy="103000" algn="ctr" rotWithShape="0">
              <a:prstClr val="black">
                <a:alpha val="30000"/>
              </a:prstClr>
            </a:outerShdw>
          </a:effectLst>
          <a:scene3d>
            <a:camera prst="perspectiveRelaxedModerately" fov="3600000">
              <a:rot lat="18000000" lon="0" rev="0"/>
            </a:camera>
            <a:lightRig rig="glow" dir="t"/>
          </a:scene3d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BCADA0F3-E19A-4DFA-8E60-746ADD4E334B}"/>
                </a:ext>
              </a:extLst>
            </p:cNvPr>
            <p:cNvSpPr/>
            <p:nvPr/>
          </p:nvSpPr>
          <p:spPr>
            <a:xfrm>
              <a:off x="-1645910" y="4184223"/>
              <a:ext cx="3639067" cy="2046472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4C78ED03-4FB4-4D33-A6B0-081D4C6AD30E}"/>
                </a:ext>
              </a:extLst>
            </p:cNvPr>
            <p:cNvSpPr/>
            <p:nvPr/>
          </p:nvSpPr>
          <p:spPr>
            <a:xfrm>
              <a:off x="2320120" y="4184223"/>
              <a:ext cx="3639067" cy="204647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70860A3A-A8D8-43EB-BE63-985A7CE95DAB}"/>
                </a:ext>
              </a:extLst>
            </p:cNvPr>
            <p:cNvSpPr/>
            <p:nvPr/>
          </p:nvSpPr>
          <p:spPr>
            <a:xfrm flipH="1" flipV="1">
              <a:off x="6286150" y="4184223"/>
              <a:ext cx="3639067" cy="2046472"/>
            </a:xfrm>
            <a:prstGeom prst="rect">
              <a:avLst/>
            </a:prstGeom>
            <a:blipFill dpi="0" rotWithShape="0">
              <a:blip r:embed="rId3"/>
              <a:srcRect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BE8B2651-38DC-4C80-B52F-369E99AE143B}"/>
              </a:ext>
            </a:extLst>
          </p:cNvPr>
          <p:cNvGrpSpPr/>
          <p:nvPr/>
        </p:nvGrpSpPr>
        <p:grpSpPr>
          <a:xfrm>
            <a:off x="-1593752" y="3934387"/>
            <a:ext cx="15379505" cy="2046472"/>
            <a:chOff x="-3550491" y="3086569"/>
            <a:chExt cx="15379505" cy="2046472"/>
          </a:xfrm>
          <a:effectLst>
            <a:outerShdw blurRad="190500" dist="50800" dir="5400000" sx="103000" sy="103000" algn="ctr" rotWithShape="0">
              <a:srgbClr val="000000">
                <a:alpha val="30000"/>
              </a:srgbClr>
            </a:outerShdw>
          </a:effectLst>
          <a:scene3d>
            <a:camera prst="perspectiveRelaxedModerately" fov="3600000">
              <a:rot lat="18000000" lon="0" rev="0"/>
            </a:camera>
            <a:lightRig rig="glow" dir="t"/>
          </a:scene3d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413D25CA-74C2-48BA-8F78-1CA2AD9C5B58}"/>
                </a:ext>
              </a:extLst>
            </p:cNvPr>
            <p:cNvSpPr/>
            <p:nvPr/>
          </p:nvSpPr>
          <p:spPr>
            <a:xfrm>
              <a:off x="-3550491" y="3086569"/>
              <a:ext cx="3639067" cy="204647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982BA3F1-49A9-42CE-BC45-5C1BA31D6C62}"/>
                </a:ext>
              </a:extLst>
            </p:cNvPr>
            <p:cNvSpPr/>
            <p:nvPr/>
          </p:nvSpPr>
          <p:spPr>
            <a:xfrm>
              <a:off x="362989" y="3086569"/>
              <a:ext cx="3639067" cy="204647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97A21769-208D-4A54-BA9A-D5E143885281}"/>
                </a:ext>
              </a:extLst>
            </p:cNvPr>
            <p:cNvSpPr/>
            <p:nvPr/>
          </p:nvSpPr>
          <p:spPr>
            <a:xfrm flipH="1" flipV="1">
              <a:off x="4276469" y="3086569"/>
              <a:ext cx="3639067" cy="2046472"/>
            </a:xfrm>
            <a:prstGeom prst="rect">
              <a:avLst/>
            </a:prstGeom>
            <a:blipFill dpi="0" rotWithShape="0">
              <a:blip r:embed="rId2"/>
              <a:srcRect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817F8D89-A935-40D9-8049-575C2D5326C8}"/>
                </a:ext>
              </a:extLst>
            </p:cNvPr>
            <p:cNvSpPr/>
            <p:nvPr/>
          </p:nvSpPr>
          <p:spPr>
            <a:xfrm>
              <a:off x="8189947" y="3086569"/>
              <a:ext cx="3639067" cy="204647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EA6967CF-C7AD-489F-AE5C-26B6408863E1}"/>
              </a:ext>
            </a:extLst>
          </p:cNvPr>
          <p:cNvGrpSpPr/>
          <p:nvPr/>
        </p:nvGrpSpPr>
        <p:grpSpPr>
          <a:xfrm>
            <a:off x="2293452" y="724741"/>
            <a:ext cx="7605097" cy="2046472"/>
            <a:chOff x="310437" y="1031981"/>
            <a:chExt cx="7605097" cy="2046472"/>
          </a:xfrm>
          <a:effectLst>
            <a:outerShdw blurRad="190500" dist="50800" dir="5400000" sx="103000" sy="103000" algn="ctr" rotWithShape="0">
              <a:srgbClr val="000000">
                <a:alpha val="30000"/>
              </a:srgbClr>
            </a:outerShdw>
          </a:effectLst>
          <a:scene3d>
            <a:camera prst="perspectiveRelaxedModerately" fov="3600000">
              <a:rot lat="18000000" lon="0" rev="0"/>
            </a:camera>
            <a:lightRig rig="glow" dir="t"/>
          </a:scene3d>
        </p:grpSpPr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582580BE-C96B-45AD-A241-632A7C70F660}"/>
                </a:ext>
              </a:extLst>
            </p:cNvPr>
            <p:cNvSpPr/>
            <p:nvPr/>
          </p:nvSpPr>
          <p:spPr>
            <a:xfrm>
              <a:off x="310437" y="1031981"/>
              <a:ext cx="3639067" cy="204647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D55B3040-007D-4CED-8BBD-108B7C3DEA70}"/>
                </a:ext>
              </a:extLst>
            </p:cNvPr>
            <p:cNvSpPr/>
            <p:nvPr/>
          </p:nvSpPr>
          <p:spPr>
            <a:xfrm>
              <a:off x="4276467" y="1031981"/>
              <a:ext cx="3639067" cy="204647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 w="0" cap="flat" cmpd="sng" algn="ctr">
              <a:noFill/>
              <a:prstDash val="solid"/>
              <a:miter lim="800000"/>
            </a:ln>
            <a:effectLst/>
            <a:sp3d extrusionH="127000">
              <a:extrusionClr>
                <a:schemeClr val="bg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6" name="矩形 55">
            <a:extLst>
              <a:ext uri="{FF2B5EF4-FFF2-40B4-BE49-F238E27FC236}">
                <a16:creationId xmlns:a16="http://schemas.microsoft.com/office/drawing/2014/main" id="{C0F07BC4-D717-487C-B714-073A6C609F78}"/>
              </a:ext>
            </a:extLst>
          </p:cNvPr>
          <p:cNvSpPr/>
          <p:nvPr/>
        </p:nvSpPr>
        <p:spPr>
          <a:xfrm>
            <a:off x="4276467" y="-880082"/>
            <a:ext cx="3639067" cy="204647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0" cap="flat" cmpd="sng" algn="ctr">
            <a:noFill/>
            <a:prstDash val="solid"/>
            <a:miter lim="800000"/>
          </a:ln>
          <a:effectLst>
            <a:outerShdw blurRad="190500" dist="50800" dir="5400000" sx="103000" sy="103000" algn="ctr" rotWithShape="0">
              <a:srgbClr val="000000">
                <a:alpha val="30000"/>
              </a:srgbClr>
            </a:outerShdw>
          </a:effectLst>
          <a:scene3d>
            <a:camera prst="perspectiveRelaxedModerately" fov="3600000">
              <a:rot lat="18000000" lon="0" rev="0"/>
            </a:camera>
            <a:lightRig rig="glow" dir="t"/>
          </a:scene3d>
          <a:sp3d extrusionH="127000">
            <a:extrusionClr>
              <a:schemeClr val="bg1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70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71115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E1F7311-1C5E-4E72-A863-48F50AA83089}"/>
              </a:ext>
            </a:extLst>
          </p:cNvPr>
          <p:cNvGrpSpPr/>
          <p:nvPr/>
        </p:nvGrpSpPr>
        <p:grpSpPr>
          <a:xfrm>
            <a:off x="-2956184" y="-1700829"/>
            <a:ext cx="17373224" cy="9921749"/>
            <a:chOff x="-2026544" y="-839089"/>
            <a:chExt cx="16001221" cy="9138212"/>
          </a:xfrm>
          <a:effectLst>
            <a:outerShdw blurRad="1270000" sx="103000" sy="103000" algn="ctr" rotWithShape="0">
              <a:prstClr val="black">
                <a:alpha val="15000"/>
              </a:prstClr>
            </a:outerShdw>
          </a:effectLst>
          <a:scene3d>
            <a:camera prst="perspectiveRelaxedModerately" fov="3000000">
              <a:rot lat="19800000" lon="600000" rev="600000"/>
            </a:camera>
            <a:lightRig rig="glow" dir="t"/>
          </a:scene3d>
        </p:grpSpPr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5641BF91-EAD1-4A7F-A208-BC98E99151CF}"/>
                </a:ext>
              </a:extLst>
            </p:cNvPr>
            <p:cNvSpPr/>
            <p:nvPr/>
          </p:nvSpPr>
          <p:spPr>
            <a:xfrm>
              <a:off x="2904565" y="1684700"/>
              <a:ext cx="5072494" cy="2852576"/>
            </a:xfrm>
            <a:prstGeom prst="rect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sp3d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AF3AA0CA-ED0E-4E20-85B9-70151E9A43CB}"/>
                </a:ext>
              </a:extLst>
            </p:cNvPr>
            <p:cNvSpPr/>
            <p:nvPr/>
          </p:nvSpPr>
          <p:spPr>
            <a:xfrm>
              <a:off x="4794266" y="4907480"/>
              <a:ext cx="3182793" cy="1789880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sp3d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BB9CA39E-C598-4CD8-920C-4D419C2529F7}"/>
                </a:ext>
              </a:extLst>
            </p:cNvPr>
            <p:cNvSpPr/>
            <p:nvPr/>
          </p:nvSpPr>
          <p:spPr>
            <a:xfrm>
              <a:off x="-664301" y="-839089"/>
              <a:ext cx="3578559" cy="2012444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sp3d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7DB71EEE-7BB0-4194-932E-CC63E16234B9}"/>
                </a:ext>
              </a:extLst>
            </p:cNvPr>
            <p:cNvSpPr/>
            <p:nvPr/>
          </p:nvSpPr>
          <p:spPr>
            <a:xfrm>
              <a:off x="4046960" y="120487"/>
              <a:ext cx="1872223" cy="1052866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sp3d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12181B27-4F42-4E47-9B55-35E253EE9BBB}"/>
                </a:ext>
              </a:extLst>
            </p:cNvPr>
            <p:cNvSpPr/>
            <p:nvPr/>
          </p:nvSpPr>
          <p:spPr>
            <a:xfrm>
              <a:off x="9747077" y="2470379"/>
              <a:ext cx="1426216" cy="802049"/>
            </a:xfrm>
            <a:prstGeom prst="rect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sp3d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0CB8DA72-26E9-410D-B8E3-51A25A970F91}"/>
                </a:ext>
              </a:extLst>
            </p:cNvPr>
            <p:cNvSpPr/>
            <p:nvPr/>
          </p:nvSpPr>
          <p:spPr>
            <a:xfrm>
              <a:off x="2268444" y="4907480"/>
              <a:ext cx="1778516" cy="1000169"/>
            </a:xfrm>
            <a:prstGeom prst="rect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sp3d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57CE10E-0EEB-40FC-8D35-CEB508FD7A36}"/>
                </a:ext>
              </a:extLst>
            </p:cNvPr>
            <p:cNvSpPr/>
            <p:nvPr/>
          </p:nvSpPr>
          <p:spPr>
            <a:xfrm>
              <a:off x="-2026544" y="4907480"/>
              <a:ext cx="3578559" cy="2012444"/>
            </a:xfrm>
            <a:prstGeom prst="rect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sp3d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125E292-E507-4012-920B-E3DC1AF1C3B0}"/>
                </a:ext>
              </a:extLst>
            </p:cNvPr>
            <p:cNvSpPr/>
            <p:nvPr/>
          </p:nvSpPr>
          <p:spPr>
            <a:xfrm>
              <a:off x="-269603" y="3088284"/>
              <a:ext cx="2576620" cy="1448992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sp3d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665A213-584F-4CE7-B270-707631AE3DE9}"/>
                </a:ext>
              </a:extLst>
            </p:cNvPr>
            <p:cNvSpPr/>
            <p:nvPr/>
          </p:nvSpPr>
          <p:spPr>
            <a:xfrm>
              <a:off x="8349970" y="3823351"/>
              <a:ext cx="2823323" cy="1587728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sp3d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23D0D43D-282A-46DF-8A1C-CFEB6C4CE598}"/>
                </a:ext>
              </a:extLst>
            </p:cNvPr>
            <p:cNvSpPr/>
            <p:nvPr/>
          </p:nvSpPr>
          <p:spPr>
            <a:xfrm>
              <a:off x="7051885" y="-350509"/>
              <a:ext cx="2709746" cy="1523856"/>
            </a:xfrm>
            <a:prstGeom prst="rect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sp3d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B107DCC-A9FA-4012-92AC-0061D1305935}"/>
                </a:ext>
              </a:extLst>
            </p:cNvPr>
            <p:cNvSpPr/>
            <p:nvPr/>
          </p:nvSpPr>
          <p:spPr>
            <a:xfrm>
              <a:off x="9747077" y="5921684"/>
              <a:ext cx="4227600" cy="2377439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sp3d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43A1D305-04C2-43C3-8968-D974FF45818F}"/>
                </a:ext>
              </a:extLst>
            </p:cNvPr>
            <p:cNvSpPr/>
            <p:nvPr/>
          </p:nvSpPr>
          <p:spPr>
            <a:xfrm>
              <a:off x="11173293" y="570919"/>
              <a:ext cx="1980542" cy="1113780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sp3d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398798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E1F7311-1C5E-4E72-A863-48F50AA83089}"/>
              </a:ext>
            </a:extLst>
          </p:cNvPr>
          <p:cNvGrpSpPr/>
          <p:nvPr/>
        </p:nvGrpSpPr>
        <p:grpSpPr>
          <a:xfrm>
            <a:off x="-1234064" y="-820649"/>
            <a:ext cx="16001221" cy="8843452"/>
            <a:chOff x="-2026544" y="-698729"/>
            <a:chExt cx="16001221" cy="8843452"/>
          </a:xfrm>
          <a:effectLst>
            <a:outerShdw blurRad="1270000" sx="103000" sy="103000" algn="ctr" rotWithShape="0">
              <a:prstClr val="black">
                <a:alpha val="15000"/>
              </a:prstClr>
            </a:outerShdw>
          </a:effectLst>
          <a:scene3d>
            <a:camera prst="perspectiveRelaxedModerately" fov="2400000">
              <a:rot lat="20400000" lon="20400000" rev="0"/>
            </a:camera>
            <a:lightRig rig="glow" dir="t"/>
          </a:scene3d>
        </p:grpSpPr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5641BF91-EAD1-4A7F-A208-BC98E99151CF}"/>
                </a:ext>
              </a:extLst>
            </p:cNvPr>
            <p:cNvSpPr/>
            <p:nvPr/>
          </p:nvSpPr>
          <p:spPr>
            <a:xfrm>
              <a:off x="2904565" y="1684700"/>
              <a:ext cx="5072494" cy="2852576"/>
            </a:xfrm>
            <a:prstGeom prst="rect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sp3d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AF3AA0CA-ED0E-4E20-85B9-70151E9A43CB}"/>
                </a:ext>
              </a:extLst>
            </p:cNvPr>
            <p:cNvSpPr/>
            <p:nvPr/>
          </p:nvSpPr>
          <p:spPr>
            <a:xfrm>
              <a:off x="4794266" y="4767115"/>
              <a:ext cx="3182793" cy="1789880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sp3d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BB9CA39E-C598-4CD8-920C-4D419C2529F7}"/>
                </a:ext>
              </a:extLst>
            </p:cNvPr>
            <p:cNvSpPr/>
            <p:nvPr/>
          </p:nvSpPr>
          <p:spPr>
            <a:xfrm>
              <a:off x="-664301" y="-698729"/>
              <a:ext cx="3578559" cy="2012444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sp3d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7DB71EEE-7BB0-4194-932E-CC63E16234B9}"/>
                </a:ext>
              </a:extLst>
            </p:cNvPr>
            <p:cNvSpPr/>
            <p:nvPr/>
          </p:nvSpPr>
          <p:spPr>
            <a:xfrm>
              <a:off x="4046960" y="260850"/>
              <a:ext cx="1872223" cy="1052866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sp3d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12181B27-4F42-4E47-9B55-35E253EE9BBB}"/>
                </a:ext>
              </a:extLst>
            </p:cNvPr>
            <p:cNvSpPr/>
            <p:nvPr/>
          </p:nvSpPr>
          <p:spPr>
            <a:xfrm>
              <a:off x="9747077" y="2470379"/>
              <a:ext cx="1426216" cy="802049"/>
            </a:xfrm>
            <a:prstGeom prst="rect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sp3d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0CB8DA72-26E9-410D-B8E3-51A25A970F91}"/>
                </a:ext>
              </a:extLst>
            </p:cNvPr>
            <p:cNvSpPr/>
            <p:nvPr/>
          </p:nvSpPr>
          <p:spPr>
            <a:xfrm>
              <a:off x="2268444" y="4767115"/>
              <a:ext cx="1778516" cy="1000169"/>
            </a:xfrm>
            <a:prstGeom prst="rect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sp3d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57CE10E-0EEB-40FC-8D35-CEB508FD7A36}"/>
                </a:ext>
              </a:extLst>
            </p:cNvPr>
            <p:cNvSpPr/>
            <p:nvPr/>
          </p:nvSpPr>
          <p:spPr>
            <a:xfrm>
              <a:off x="-2026544" y="4767115"/>
              <a:ext cx="3578559" cy="2012444"/>
            </a:xfrm>
            <a:prstGeom prst="rect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sp3d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125E292-E507-4012-920B-E3DC1AF1C3B0}"/>
                </a:ext>
              </a:extLst>
            </p:cNvPr>
            <p:cNvSpPr/>
            <p:nvPr/>
          </p:nvSpPr>
          <p:spPr>
            <a:xfrm>
              <a:off x="-269603" y="3088284"/>
              <a:ext cx="2576620" cy="1448992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sp3d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665A213-584F-4CE7-B270-707631AE3DE9}"/>
                </a:ext>
              </a:extLst>
            </p:cNvPr>
            <p:cNvSpPr/>
            <p:nvPr/>
          </p:nvSpPr>
          <p:spPr>
            <a:xfrm>
              <a:off x="8349970" y="3823351"/>
              <a:ext cx="2823323" cy="1587728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sp3d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23D0D43D-282A-46DF-8A1C-CFEB6C4CE598}"/>
                </a:ext>
              </a:extLst>
            </p:cNvPr>
            <p:cNvSpPr/>
            <p:nvPr/>
          </p:nvSpPr>
          <p:spPr>
            <a:xfrm>
              <a:off x="7051885" y="-210140"/>
              <a:ext cx="2709746" cy="1523856"/>
            </a:xfrm>
            <a:prstGeom prst="rect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sp3d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B107DCC-A9FA-4012-92AC-0061D1305935}"/>
                </a:ext>
              </a:extLst>
            </p:cNvPr>
            <p:cNvSpPr/>
            <p:nvPr/>
          </p:nvSpPr>
          <p:spPr>
            <a:xfrm>
              <a:off x="9747077" y="5767284"/>
              <a:ext cx="4227600" cy="2377439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sp3d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43A1D305-04C2-43C3-8968-D974FF45818F}"/>
                </a:ext>
              </a:extLst>
            </p:cNvPr>
            <p:cNvSpPr/>
            <p:nvPr/>
          </p:nvSpPr>
          <p:spPr>
            <a:xfrm>
              <a:off x="11173293" y="570919"/>
              <a:ext cx="1980542" cy="1113780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sp3d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84290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紫罗兰色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3233</TotalTime>
  <Words>1</Words>
  <Application>Microsoft Office PowerPoint</Application>
  <PresentationFormat>宽屏</PresentationFormat>
  <Paragraphs>1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3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培锴 王</dc:creator>
  <cp:lastModifiedBy>67325</cp:lastModifiedBy>
  <cp:revision>79</cp:revision>
  <dcterms:created xsi:type="dcterms:W3CDTF">2018-10-07T14:59:59Z</dcterms:created>
  <dcterms:modified xsi:type="dcterms:W3CDTF">2021-10-13T04:18:06Z</dcterms:modified>
</cp:coreProperties>
</file>